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5"/>
  </p:notesMasterIdLst>
  <p:sldIdLst>
    <p:sldId id="280" r:id="rId2"/>
    <p:sldId id="940" r:id="rId3"/>
    <p:sldId id="941" r:id="rId4"/>
    <p:sldId id="942" r:id="rId5"/>
    <p:sldId id="943" r:id="rId6"/>
    <p:sldId id="944" r:id="rId7"/>
    <p:sldId id="945" r:id="rId8"/>
    <p:sldId id="946" r:id="rId9"/>
    <p:sldId id="947" r:id="rId10"/>
    <p:sldId id="948" r:id="rId11"/>
    <p:sldId id="949" r:id="rId12"/>
    <p:sldId id="950" r:id="rId13"/>
    <p:sldId id="951" r:id="rId14"/>
    <p:sldId id="952" r:id="rId15"/>
    <p:sldId id="953" r:id="rId16"/>
    <p:sldId id="954" r:id="rId17"/>
    <p:sldId id="955" r:id="rId18"/>
    <p:sldId id="935" r:id="rId19"/>
    <p:sldId id="936" r:id="rId20"/>
    <p:sldId id="937" r:id="rId21"/>
    <p:sldId id="938" r:id="rId22"/>
    <p:sldId id="939" r:id="rId23"/>
    <p:sldId id="846" r:id="rId24"/>
  </p:sldIdLst>
  <p:sldSz cx="12192000" cy="6858000"/>
  <p:notesSz cx="6858000" cy="9144000"/>
  <p:defaultTextStyle>
    <a:defPPr>
      <a:defRPr lang="en-US"/>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713" autoAdjust="0"/>
    <p:restoredTop sz="72639" autoAdjust="0"/>
  </p:normalViewPr>
  <p:slideViewPr>
    <p:cSldViewPr snapToGrid="0" snapToObjects="1">
      <p:cViewPr varScale="1">
        <p:scale>
          <a:sx n="80" d="100"/>
          <a:sy n="80" d="100"/>
        </p:scale>
        <p:origin x="1236"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A948F17-CD88-C84D-81CB-EFB18C377763}" type="datetimeFigureOut">
              <a:rPr lang="en-US" smtClean="0"/>
              <a:t>9/29/2025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DB341C-843E-6244-9C40-DD933A1134AC}"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3765" rtl="0" eaLnBrk="1" latinLnBrk="0" hangingPunct="1">
      <a:defRPr sz="1200" kern="1200">
        <a:solidFill>
          <a:schemeClr val="tx1"/>
        </a:solidFill>
        <a:latin typeface="+mn-lt"/>
        <a:ea typeface="+mn-ea"/>
        <a:cs typeface="+mn-cs"/>
      </a:defRPr>
    </a:lvl1pPr>
    <a:lvl2pPr marL="457200" algn="l" defTabSz="913765" rtl="0" eaLnBrk="1" latinLnBrk="0" hangingPunct="1">
      <a:defRPr sz="1200" kern="1200">
        <a:solidFill>
          <a:schemeClr val="tx1"/>
        </a:solidFill>
        <a:latin typeface="+mn-lt"/>
        <a:ea typeface="+mn-ea"/>
        <a:cs typeface="+mn-cs"/>
      </a:defRPr>
    </a:lvl2pPr>
    <a:lvl3pPr marL="914400" algn="l" defTabSz="913765" rtl="0" eaLnBrk="1" latinLnBrk="0" hangingPunct="1">
      <a:defRPr sz="1200" kern="1200">
        <a:solidFill>
          <a:schemeClr val="tx1"/>
        </a:solidFill>
        <a:latin typeface="+mn-lt"/>
        <a:ea typeface="+mn-ea"/>
        <a:cs typeface="+mn-cs"/>
      </a:defRPr>
    </a:lvl3pPr>
    <a:lvl4pPr marL="1371600" algn="l" defTabSz="913765" rtl="0" eaLnBrk="1" latinLnBrk="0" hangingPunct="1">
      <a:defRPr sz="1200" kern="1200">
        <a:solidFill>
          <a:schemeClr val="tx1"/>
        </a:solidFill>
        <a:latin typeface="+mn-lt"/>
        <a:ea typeface="+mn-ea"/>
        <a:cs typeface="+mn-cs"/>
      </a:defRPr>
    </a:lvl4pPr>
    <a:lvl5pPr marL="1828800" algn="l" defTabSz="913765" rtl="0" eaLnBrk="1" latinLnBrk="0" hangingPunct="1">
      <a:defRPr sz="1200" kern="1200">
        <a:solidFill>
          <a:schemeClr val="tx1"/>
        </a:solidFill>
        <a:latin typeface="+mn-lt"/>
        <a:ea typeface="+mn-ea"/>
        <a:cs typeface="+mn-cs"/>
      </a:defRPr>
    </a:lvl5pPr>
    <a:lvl6pPr marL="2286000" algn="l" defTabSz="913765" rtl="0" eaLnBrk="1" latinLnBrk="0" hangingPunct="1">
      <a:defRPr sz="1200" kern="1200">
        <a:solidFill>
          <a:schemeClr val="tx1"/>
        </a:solidFill>
        <a:latin typeface="+mn-lt"/>
        <a:ea typeface="+mn-ea"/>
        <a:cs typeface="+mn-cs"/>
      </a:defRPr>
    </a:lvl6pPr>
    <a:lvl7pPr marL="2743200" algn="l" defTabSz="913765" rtl="0" eaLnBrk="1" latinLnBrk="0" hangingPunct="1">
      <a:defRPr sz="1200" kern="1200">
        <a:solidFill>
          <a:schemeClr val="tx1"/>
        </a:solidFill>
        <a:latin typeface="+mn-lt"/>
        <a:ea typeface="+mn-ea"/>
        <a:cs typeface="+mn-cs"/>
      </a:defRPr>
    </a:lvl7pPr>
    <a:lvl8pPr marL="3200400" algn="l" defTabSz="913765" rtl="0" eaLnBrk="1" latinLnBrk="0" hangingPunct="1">
      <a:defRPr sz="1200" kern="1200">
        <a:solidFill>
          <a:schemeClr val="tx1"/>
        </a:solidFill>
        <a:latin typeface="+mn-lt"/>
        <a:ea typeface="+mn-ea"/>
        <a:cs typeface="+mn-cs"/>
      </a:defRPr>
    </a:lvl8pPr>
    <a:lvl9pPr marL="3657600" algn="l" defTabSz="913765"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DB341C-843E-6244-9C40-DD933A1134AC}" type="slidenum">
              <a:rPr lang="en-US" smtClean="0"/>
              <a:t>18</a:t>
            </a:fld>
            <a:endParaRPr lang="en-US"/>
          </a:p>
        </p:txBody>
      </p:sp>
    </p:spTree>
    <p:extLst>
      <p:ext uri="{BB962C8B-B14F-4D97-AF65-F5344CB8AC3E}">
        <p14:creationId xmlns:p14="http://schemas.microsoft.com/office/powerpoint/2010/main" val="293702777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3" name="Picture 12" descr="Background pattern&#10;&#10;Description automatically generated"/>
          <p:cNvPicPr>
            <a:picLocks noChangeAspect="1"/>
          </p:cNvPicPr>
          <p:nvPr userDrawn="1"/>
        </p:nvPicPr>
        <p:blipFill>
          <a:blip r:embed="rId2"/>
          <a:stretch>
            <a:fillRect/>
          </a:stretch>
        </p:blipFill>
        <p:spPr>
          <a:xfrm>
            <a:off x="0" y="0"/>
            <a:ext cx="12192000" cy="6858000"/>
          </a:xfrm>
          <a:prstGeom prst="rect">
            <a:avLst/>
          </a:prstGeom>
        </p:spPr>
      </p:pic>
      <p:sp>
        <p:nvSpPr>
          <p:cNvPr id="2" name="Title 1"/>
          <p:cNvSpPr>
            <a:spLocks noGrp="1"/>
          </p:cNvSpPr>
          <p:nvPr>
            <p:ph type="ctrTitle" hasCustomPrompt="1"/>
          </p:nvPr>
        </p:nvSpPr>
        <p:spPr>
          <a:xfrm>
            <a:off x="4249884" y="2504926"/>
            <a:ext cx="7280733" cy="2061531"/>
          </a:xfrm>
        </p:spPr>
        <p:txBody>
          <a:bodyPr anchor="b">
            <a:normAutofit/>
          </a:bodyPr>
          <a:lstStyle>
            <a:lvl1pPr algn="r">
              <a:defRPr sz="5400" b="0" i="0">
                <a:solidFill>
                  <a:schemeClr val="bg1"/>
                </a:solidFill>
                <a:latin typeface="Saira Condensed Condensed Light" pitchFamily="2" charset="77"/>
              </a:defRPr>
            </a:lvl1pPr>
          </a:lstStyle>
          <a:p>
            <a:r>
              <a:rPr lang="en-US" dirty="0"/>
              <a:t>CLICK TO EDIT TITLE</a:t>
            </a:r>
          </a:p>
        </p:txBody>
      </p:sp>
      <p:sp>
        <p:nvSpPr>
          <p:cNvPr id="3" name="Subtitle 2"/>
          <p:cNvSpPr>
            <a:spLocks noGrp="1"/>
          </p:cNvSpPr>
          <p:nvPr>
            <p:ph type="subTitle" idx="1" hasCustomPrompt="1"/>
          </p:nvPr>
        </p:nvSpPr>
        <p:spPr>
          <a:xfrm>
            <a:off x="4488877" y="4591375"/>
            <a:ext cx="7041743" cy="934635"/>
          </a:xfrm>
        </p:spPr>
        <p:txBody>
          <a:bodyPr>
            <a:normAutofit/>
          </a:bodyPr>
          <a:lstStyle>
            <a:lvl1pPr marL="0" indent="0" algn="r">
              <a:buNone/>
              <a:defRPr sz="2000" b="0" i="0">
                <a:solidFill>
                  <a:schemeClr val="bg1"/>
                </a:solidFill>
                <a:latin typeface="IBM Plex Sans" panose="020B0503050203000203" pitchFamily="34" charset="0"/>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dirty="0"/>
              <a:t>Click to edit subtitle</a:t>
            </a:r>
          </a:p>
        </p:txBody>
      </p:sp>
      <p:sp>
        <p:nvSpPr>
          <p:cNvPr id="17" name="Text Placeholder 16"/>
          <p:cNvSpPr>
            <a:spLocks noGrp="1"/>
          </p:cNvSpPr>
          <p:nvPr>
            <p:ph type="body" sz="quarter" idx="11" hasCustomPrompt="1"/>
          </p:nvPr>
        </p:nvSpPr>
        <p:spPr>
          <a:xfrm>
            <a:off x="4675911" y="5690091"/>
            <a:ext cx="6854708" cy="422507"/>
          </a:xfrm>
        </p:spPr>
        <p:txBody>
          <a:bodyPr>
            <a:normAutofit/>
          </a:bodyPr>
          <a:lstStyle>
            <a:lvl1pPr marL="0" indent="0" algn="r">
              <a:buNone/>
              <a:defRPr sz="1800" b="1" i="0">
                <a:solidFill>
                  <a:schemeClr val="bg1"/>
                </a:solidFill>
                <a:latin typeface="IBM Plex Sans SemiBold" panose="020B0503050203000203" pitchFamily="34" charset="0"/>
              </a:defRPr>
            </a:lvl1pPr>
            <a:lvl2pPr marL="457189" indent="0" algn="r">
              <a:buNone/>
              <a:defRPr/>
            </a:lvl2pPr>
            <a:lvl3pPr marL="914377" indent="0" algn="r">
              <a:buNone/>
              <a:defRPr/>
            </a:lvl3pPr>
            <a:lvl4pPr marL="1371566" indent="0" algn="r">
              <a:buNone/>
              <a:defRPr/>
            </a:lvl4pPr>
            <a:lvl5pPr marL="1828754" indent="0" algn="r">
              <a:buNone/>
              <a:defRPr/>
            </a:lvl5pPr>
          </a:lstStyle>
          <a:p>
            <a:pPr lvl="0"/>
            <a:r>
              <a:rPr lang="en-US" dirty="0"/>
              <a:t>PRESENTER’S NAME</a:t>
            </a:r>
          </a:p>
        </p:txBody>
      </p:sp>
      <p:sp>
        <p:nvSpPr>
          <p:cNvPr id="4" name="Date Placeholder 3"/>
          <p:cNvSpPr>
            <a:spLocks noGrp="1"/>
          </p:cNvSpPr>
          <p:nvPr>
            <p:ph type="dt" sz="half" idx="10"/>
          </p:nvPr>
        </p:nvSpPr>
        <p:spPr>
          <a:xfrm>
            <a:off x="10416213" y="6342039"/>
            <a:ext cx="1114407" cy="246221"/>
          </a:xfrm>
          <a:prstGeom prst="rect">
            <a:avLst/>
          </a:prstGeom>
          <a:solidFill>
            <a:schemeClr val="accent1"/>
          </a:solidFill>
        </p:spPr>
        <p:txBody>
          <a:bodyPr wrap="square">
            <a:spAutoFit/>
          </a:bodyPr>
          <a:lstStyle>
            <a:lvl1pPr algn="r">
              <a:defRPr sz="1000" b="1" i="0">
                <a:solidFill>
                  <a:schemeClr val="bg1"/>
                </a:solidFill>
                <a:latin typeface="IBM Plex Sans" panose="020B0503050203000203" pitchFamily="34" charset="0"/>
              </a:defRPr>
            </a:lvl1pPr>
          </a:lstStyle>
          <a:p>
            <a:r>
              <a:rPr lang="en-US" dirty="0"/>
              <a:t>Date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7" name="Picture 6" descr="A statue of a person riding a horse&#10;&#10;Description automatically generated with medium confidence"/>
          <p:cNvPicPr>
            <a:picLocks noChangeAspect="1"/>
          </p:cNvPicPr>
          <p:nvPr userDrawn="1"/>
        </p:nvPicPr>
        <p:blipFill rotWithShape="1">
          <a:blip r:embed="rId2"/>
          <a:srcRect l="16253"/>
          <a:stretch>
            <a:fillRect/>
          </a:stretch>
        </p:blipFill>
        <p:spPr>
          <a:xfrm>
            <a:off x="3" y="0"/>
            <a:ext cx="8636340" cy="6858000"/>
          </a:xfrm>
          <a:prstGeom prst="rect">
            <a:avLst/>
          </a:prstGeom>
        </p:spPr>
      </p:pic>
      <p:pic>
        <p:nvPicPr>
          <p:cNvPr id="6" name="Picture 5" descr="A picture containing shape&#10;&#10;Description automatically generated"/>
          <p:cNvPicPr>
            <a:picLocks noChangeAspect="1"/>
          </p:cNvPicPr>
          <p:nvPr userDrawn="1"/>
        </p:nvPicPr>
        <p:blipFill>
          <a:blip r:embed="rId3"/>
          <a:stretch>
            <a:fillRect/>
          </a:stretch>
        </p:blipFill>
        <p:spPr>
          <a:xfrm>
            <a:off x="298455" y="0"/>
            <a:ext cx="11893551" cy="6858000"/>
          </a:xfrm>
          <a:prstGeom prst="rect">
            <a:avLst/>
          </a:prstGeom>
        </p:spPr>
      </p:pic>
      <p:sp>
        <p:nvSpPr>
          <p:cNvPr id="2" name="Title 1"/>
          <p:cNvSpPr>
            <a:spLocks noGrp="1"/>
          </p:cNvSpPr>
          <p:nvPr>
            <p:ph type="ctrTitle" hasCustomPrompt="1"/>
          </p:nvPr>
        </p:nvSpPr>
        <p:spPr>
          <a:xfrm>
            <a:off x="6324606" y="2504926"/>
            <a:ext cx="5206015" cy="2061531"/>
          </a:xfrm>
        </p:spPr>
        <p:txBody>
          <a:bodyPr anchor="b">
            <a:normAutofit/>
          </a:bodyPr>
          <a:lstStyle>
            <a:lvl1pPr algn="r">
              <a:defRPr sz="5400" b="0" i="0">
                <a:solidFill>
                  <a:schemeClr val="bg1"/>
                </a:solidFill>
                <a:latin typeface="Saira Condensed Condensed Light" pitchFamily="2" charset="77"/>
              </a:defRPr>
            </a:lvl1pPr>
          </a:lstStyle>
          <a:p>
            <a:r>
              <a:rPr lang="en-US" dirty="0"/>
              <a:t>CLICK TO EDIT TITLE</a:t>
            </a:r>
          </a:p>
        </p:txBody>
      </p:sp>
      <p:sp>
        <p:nvSpPr>
          <p:cNvPr id="3" name="Subtitle 2"/>
          <p:cNvSpPr>
            <a:spLocks noGrp="1"/>
          </p:cNvSpPr>
          <p:nvPr>
            <p:ph type="subTitle" idx="1" hasCustomPrompt="1"/>
          </p:nvPr>
        </p:nvSpPr>
        <p:spPr>
          <a:xfrm>
            <a:off x="6616701" y="4591375"/>
            <a:ext cx="4913915" cy="934635"/>
          </a:xfrm>
        </p:spPr>
        <p:txBody>
          <a:bodyPr>
            <a:normAutofit/>
          </a:bodyPr>
          <a:lstStyle>
            <a:lvl1pPr marL="0" indent="0" algn="r">
              <a:buNone/>
              <a:defRPr sz="2000" b="0" i="0">
                <a:solidFill>
                  <a:schemeClr val="bg1"/>
                </a:solidFill>
                <a:latin typeface="IBM Plex Sans" panose="020B0503050203000203" pitchFamily="34" charset="0"/>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dirty="0"/>
              <a:t>Click to edit subtitle</a:t>
            </a:r>
          </a:p>
        </p:txBody>
      </p:sp>
      <p:sp>
        <p:nvSpPr>
          <p:cNvPr id="12" name="Text Placeholder 16"/>
          <p:cNvSpPr>
            <a:spLocks noGrp="1"/>
          </p:cNvSpPr>
          <p:nvPr>
            <p:ph type="body" sz="quarter" idx="11" hasCustomPrompt="1"/>
          </p:nvPr>
        </p:nvSpPr>
        <p:spPr>
          <a:xfrm>
            <a:off x="6794501" y="5690091"/>
            <a:ext cx="4736115" cy="422507"/>
          </a:xfrm>
        </p:spPr>
        <p:txBody>
          <a:bodyPr>
            <a:normAutofit/>
          </a:bodyPr>
          <a:lstStyle>
            <a:lvl1pPr marL="0" indent="0" algn="r">
              <a:buNone/>
              <a:defRPr sz="1800" b="1" i="0">
                <a:solidFill>
                  <a:schemeClr val="bg1"/>
                </a:solidFill>
                <a:latin typeface="IBM Plex Sans SemiBold" panose="020B0503050203000203" pitchFamily="34" charset="0"/>
              </a:defRPr>
            </a:lvl1pPr>
            <a:lvl2pPr marL="457189" indent="0" algn="r">
              <a:buNone/>
              <a:defRPr/>
            </a:lvl2pPr>
            <a:lvl3pPr marL="914377" indent="0" algn="r">
              <a:buNone/>
              <a:defRPr/>
            </a:lvl3pPr>
            <a:lvl4pPr marL="1371566" indent="0" algn="r">
              <a:buNone/>
              <a:defRPr/>
            </a:lvl4pPr>
            <a:lvl5pPr marL="1828754" indent="0" algn="r">
              <a:buNone/>
              <a:defRPr/>
            </a:lvl5pPr>
          </a:lstStyle>
          <a:p>
            <a:pPr lvl="0"/>
            <a:r>
              <a:rPr lang="en-US" dirty="0"/>
              <a:t>PRESENTER’S NAME</a:t>
            </a:r>
          </a:p>
        </p:txBody>
      </p:sp>
      <p:sp>
        <p:nvSpPr>
          <p:cNvPr id="4" name="Date Placeholder 3"/>
          <p:cNvSpPr>
            <a:spLocks noGrp="1"/>
          </p:cNvSpPr>
          <p:nvPr>
            <p:ph type="dt" sz="half" idx="10"/>
          </p:nvPr>
        </p:nvSpPr>
        <p:spPr>
          <a:xfrm>
            <a:off x="10406273" y="6342039"/>
            <a:ext cx="1124345" cy="246221"/>
          </a:xfrm>
          <a:prstGeom prst="rect">
            <a:avLst/>
          </a:prstGeom>
          <a:solidFill>
            <a:schemeClr val="accent1"/>
          </a:solidFill>
        </p:spPr>
        <p:txBody>
          <a:bodyPr wrap="square">
            <a:spAutoFit/>
          </a:bodyPr>
          <a:lstStyle>
            <a:lvl1pPr algn="r">
              <a:defRPr sz="1000" b="1" i="0">
                <a:solidFill>
                  <a:schemeClr val="bg1"/>
                </a:solidFill>
                <a:latin typeface="IBM Plex Sans" panose="020B0503050203000203" pitchFamily="34" charset="0"/>
              </a:defRPr>
            </a:lvl1pPr>
          </a:lstStyle>
          <a:p>
            <a:r>
              <a:rPr lang="en-US" dirty="0"/>
              <a:t>Date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 Custom Image">
    <p:spTree>
      <p:nvGrpSpPr>
        <p:cNvPr id="1" name=""/>
        <p:cNvGrpSpPr/>
        <p:nvPr/>
      </p:nvGrpSpPr>
      <p:grpSpPr>
        <a:xfrm>
          <a:off x="0" y="0"/>
          <a:ext cx="0" cy="0"/>
          <a:chOff x="0" y="0"/>
          <a:chExt cx="0" cy="0"/>
        </a:xfrm>
      </p:grpSpPr>
      <p:pic>
        <p:nvPicPr>
          <p:cNvPr id="8" name="Picture 7"/>
          <p:cNvPicPr>
            <a:picLocks noChangeAspect="1"/>
          </p:cNvPicPr>
          <p:nvPr userDrawn="1"/>
        </p:nvPicPr>
        <p:blipFill rotWithShape="1">
          <a:blip r:embed="rId2"/>
          <a:srcRect l="103" r="14569"/>
          <a:stretch>
            <a:fillRect/>
          </a:stretch>
        </p:blipFill>
        <p:spPr>
          <a:xfrm>
            <a:off x="-2033456" y="0"/>
            <a:ext cx="10392405" cy="6858000"/>
          </a:xfrm>
          <a:prstGeom prst="rect">
            <a:avLst/>
          </a:prstGeom>
        </p:spPr>
      </p:pic>
      <p:pic>
        <p:nvPicPr>
          <p:cNvPr id="9" name="Picture 8" descr="A picture containing shape&#10;&#10;Description automatically generated"/>
          <p:cNvPicPr>
            <a:picLocks noChangeAspect="1"/>
          </p:cNvPicPr>
          <p:nvPr userDrawn="1"/>
        </p:nvPicPr>
        <p:blipFill>
          <a:blip r:embed="rId3"/>
          <a:stretch>
            <a:fillRect/>
          </a:stretch>
        </p:blipFill>
        <p:spPr>
          <a:xfrm>
            <a:off x="298453" y="0"/>
            <a:ext cx="11893551" cy="6858000"/>
          </a:xfrm>
          <a:prstGeom prst="rect">
            <a:avLst/>
          </a:prstGeom>
        </p:spPr>
      </p:pic>
      <p:sp>
        <p:nvSpPr>
          <p:cNvPr id="10" name="Title 1"/>
          <p:cNvSpPr>
            <a:spLocks noGrp="1"/>
          </p:cNvSpPr>
          <p:nvPr>
            <p:ph type="ctrTitle" hasCustomPrompt="1"/>
          </p:nvPr>
        </p:nvSpPr>
        <p:spPr>
          <a:xfrm>
            <a:off x="6324606" y="2504926"/>
            <a:ext cx="5206015" cy="2061531"/>
          </a:xfrm>
        </p:spPr>
        <p:txBody>
          <a:bodyPr anchor="b">
            <a:normAutofit/>
          </a:bodyPr>
          <a:lstStyle>
            <a:lvl1pPr algn="r">
              <a:defRPr sz="5400" b="0" i="0">
                <a:solidFill>
                  <a:schemeClr val="bg1"/>
                </a:solidFill>
                <a:latin typeface="Saira Condensed Condensed Light" pitchFamily="2" charset="77"/>
              </a:defRPr>
            </a:lvl1pPr>
          </a:lstStyle>
          <a:p>
            <a:r>
              <a:rPr lang="en-US" dirty="0"/>
              <a:t>CLICK TO EDIT TITLE</a:t>
            </a:r>
          </a:p>
        </p:txBody>
      </p:sp>
      <p:sp>
        <p:nvSpPr>
          <p:cNvPr id="11" name="Subtitle 2"/>
          <p:cNvSpPr>
            <a:spLocks noGrp="1"/>
          </p:cNvSpPr>
          <p:nvPr>
            <p:ph type="subTitle" idx="1" hasCustomPrompt="1"/>
          </p:nvPr>
        </p:nvSpPr>
        <p:spPr>
          <a:xfrm>
            <a:off x="6616701" y="4591375"/>
            <a:ext cx="4913915" cy="934635"/>
          </a:xfrm>
        </p:spPr>
        <p:txBody>
          <a:bodyPr>
            <a:normAutofit/>
          </a:bodyPr>
          <a:lstStyle>
            <a:lvl1pPr marL="0" indent="0" algn="r">
              <a:buNone/>
              <a:defRPr sz="2000" b="0" i="0">
                <a:solidFill>
                  <a:schemeClr val="bg1"/>
                </a:solidFill>
                <a:latin typeface="IBM Plex Sans" panose="020B0503050203000203" pitchFamily="34" charset="0"/>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dirty="0"/>
              <a:t>Click to edit subtitle</a:t>
            </a:r>
          </a:p>
        </p:txBody>
      </p:sp>
      <p:sp>
        <p:nvSpPr>
          <p:cNvPr id="13" name="Date Placeholder 3"/>
          <p:cNvSpPr>
            <a:spLocks noGrp="1"/>
          </p:cNvSpPr>
          <p:nvPr>
            <p:ph type="dt" sz="half" idx="10"/>
          </p:nvPr>
        </p:nvSpPr>
        <p:spPr>
          <a:xfrm>
            <a:off x="10446029" y="6362191"/>
            <a:ext cx="1084591" cy="246221"/>
          </a:xfrm>
          <a:prstGeom prst="rect">
            <a:avLst/>
          </a:prstGeom>
          <a:solidFill>
            <a:schemeClr val="accent1"/>
          </a:solidFill>
        </p:spPr>
        <p:txBody>
          <a:bodyPr wrap="square">
            <a:spAutoFit/>
          </a:bodyPr>
          <a:lstStyle>
            <a:lvl1pPr algn="r">
              <a:defRPr sz="1000" b="1" i="0">
                <a:solidFill>
                  <a:schemeClr val="bg1"/>
                </a:solidFill>
                <a:latin typeface="IBM Plex Sans" panose="020B0503050203000203" pitchFamily="34" charset="0"/>
              </a:defRPr>
            </a:lvl1pPr>
          </a:lstStyle>
          <a:p>
            <a:r>
              <a:rPr lang="en-US" dirty="0"/>
              <a:t> Date</a:t>
            </a:r>
          </a:p>
        </p:txBody>
      </p:sp>
      <p:sp>
        <p:nvSpPr>
          <p:cNvPr id="14" name="Text Placeholder 16"/>
          <p:cNvSpPr>
            <a:spLocks noGrp="1"/>
          </p:cNvSpPr>
          <p:nvPr>
            <p:ph type="body" sz="quarter" idx="11" hasCustomPrompt="1"/>
          </p:nvPr>
        </p:nvSpPr>
        <p:spPr>
          <a:xfrm>
            <a:off x="6794501" y="5690091"/>
            <a:ext cx="4736115" cy="422507"/>
          </a:xfrm>
        </p:spPr>
        <p:txBody>
          <a:bodyPr>
            <a:normAutofit/>
          </a:bodyPr>
          <a:lstStyle>
            <a:lvl1pPr marL="0" indent="0" algn="r">
              <a:buNone/>
              <a:defRPr sz="1800" b="1" i="0">
                <a:solidFill>
                  <a:schemeClr val="bg1"/>
                </a:solidFill>
                <a:latin typeface="IBM Plex Sans SemiBold" panose="020B0503050203000203" pitchFamily="34" charset="0"/>
              </a:defRPr>
            </a:lvl1pPr>
            <a:lvl2pPr marL="457189" indent="0" algn="r">
              <a:buNone/>
              <a:defRPr/>
            </a:lvl2pPr>
            <a:lvl3pPr marL="914377" indent="0" algn="r">
              <a:buNone/>
              <a:defRPr/>
            </a:lvl3pPr>
            <a:lvl4pPr marL="1371566" indent="0" algn="r">
              <a:buNone/>
              <a:defRPr/>
            </a:lvl4pPr>
            <a:lvl5pPr marL="1828754" indent="0" algn="r">
              <a:buNone/>
              <a:defRPr/>
            </a:lvl5pPr>
          </a:lstStyle>
          <a:p>
            <a:pPr lvl="0"/>
            <a:r>
              <a:rPr lang="en-US" dirty="0"/>
              <a:t>PRESENTER’S NAME</a:t>
            </a:r>
          </a:p>
        </p:txBody>
      </p:sp>
      <p:sp>
        <p:nvSpPr>
          <p:cNvPr id="15" name="TextBox 14"/>
          <p:cNvSpPr txBox="1"/>
          <p:nvPr userDrawn="1"/>
        </p:nvSpPr>
        <p:spPr>
          <a:xfrm>
            <a:off x="912816" y="1325695"/>
            <a:ext cx="4215776" cy="5135445"/>
          </a:xfrm>
          <a:prstGeom prst="rect">
            <a:avLst/>
          </a:prstGeom>
          <a:noFill/>
        </p:spPr>
        <p:txBody>
          <a:bodyPr wrap="square" rtlCol="0">
            <a:spAutoFit/>
          </a:bodyPr>
          <a:lstStyle/>
          <a:p>
            <a:r>
              <a:rPr lang="en-US" sz="1800" b="1" dirty="0">
                <a:latin typeface="IBM Plex Sans" panose="020B0503050203000203" pitchFamily="34" charset="0"/>
              </a:rPr>
              <a:t>INSTRUCTIONS TO REPLACE IMAGE:</a:t>
            </a:r>
          </a:p>
          <a:p>
            <a:endParaRPr lang="en-US" sz="1800" b="1" dirty="0">
              <a:latin typeface="IBM Plex Sans" panose="020B0503050203000203" pitchFamily="34" charset="0"/>
            </a:endParaRPr>
          </a:p>
          <a:p>
            <a:pPr marL="342891" indent="-342891">
              <a:lnSpc>
                <a:spcPct val="150000"/>
              </a:lnSpc>
              <a:buFont typeface="+mj-lt"/>
              <a:buAutoNum type="arabicPeriod"/>
            </a:pPr>
            <a:r>
              <a:rPr lang="en-US" sz="1400" b="0" dirty="0">
                <a:latin typeface="IBM Plex Sans" panose="020B0503050203000203" pitchFamily="34" charset="0"/>
              </a:rPr>
              <a:t>Go to View&gt;Slide Master</a:t>
            </a:r>
          </a:p>
          <a:p>
            <a:pPr marL="342891" indent="-342891">
              <a:lnSpc>
                <a:spcPct val="150000"/>
              </a:lnSpc>
              <a:buFont typeface="+mj-lt"/>
              <a:buAutoNum type="arabicPeriod"/>
            </a:pPr>
            <a:r>
              <a:rPr lang="en-US" sz="1400" b="0" dirty="0">
                <a:latin typeface="IBM Plex Sans" panose="020B0503050203000203" pitchFamily="34" charset="0"/>
              </a:rPr>
              <a:t>Locate this layout and duplicate it</a:t>
            </a:r>
          </a:p>
          <a:p>
            <a:pPr marL="342891" indent="-342891">
              <a:lnSpc>
                <a:spcPct val="150000"/>
              </a:lnSpc>
              <a:buFont typeface="+mj-lt"/>
              <a:buAutoNum type="arabicPeriod"/>
            </a:pPr>
            <a:r>
              <a:rPr lang="en-US" sz="1400" b="0" dirty="0">
                <a:latin typeface="IBM Plex Sans" panose="020B0503050203000203" pitchFamily="34" charset="0"/>
              </a:rPr>
              <a:t>Right-click the orange circle on the far-left side of this image</a:t>
            </a:r>
          </a:p>
          <a:p>
            <a:pPr marL="342891" indent="-342891">
              <a:lnSpc>
                <a:spcPct val="150000"/>
              </a:lnSpc>
              <a:buFont typeface="+mj-lt"/>
              <a:buAutoNum type="arabicPeriod"/>
            </a:pPr>
            <a:r>
              <a:rPr lang="en-US" sz="1400" b="0" dirty="0">
                <a:latin typeface="IBM Plex Sans" panose="020B0503050203000203" pitchFamily="34" charset="0"/>
              </a:rPr>
              <a:t>Scroll to “Change Picture”</a:t>
            </a:r>
          </a:p>
          <a:p>
            <a:pPr marL="342891" indent="-342891">
              <a:lnSpc>
                <a:spcPct val="150000"/>
              </a:lnSpc>
              <a:buFont typeface="+mj-lt"/>
              <a:buAutoNum type="arabicPeriod"/>
            </a:pPr>
            <a:r>
              <a:rPr lang="en-US" sz="1400" b="0" dirty="0">
                <a:latin typeface="IBM Plex Sans" panose="020B0503050203000203" pitchFamily="34" charset="0"/>
              </a:rPr>
              <a:t>Select “From File” (note that your version of PowerPoint may use different menu language)</a:t>
            </a:r>
          </a:p>
          <a:p>
            <a:pPr marL="342891" indent="-342891">
              <a:lnSpc>
                <a:spcPct val="150000"/>
              </a:lnSpc>
              <a:buFont typeface="+mj-lt"/>
              <a:buAutoNum type="arabicPeriod"/>
            </a:pPr>
            <a:r>
              <a:rPr lang="en-US" sz="1400" b="0" dirty="0">
                <a:latin typeface="IBM Plex Sans" panose="020B0503050203000203" pitchFamily="34" charset="0"/>
              </a:rPr>
              <a:t>Select desired image</a:t>
            </a:r>
          </a:p>
          <a:p>
            <a:pPr marL="342891" indent="-342891">
              <a:lnSpc>
                <a:spcPct val="150000"/>
              </a:lnSpc>
              <a:buFont typeface="+mj-lt"/>
              <a:buAutoNum type="arabicPeriod"/>
            </a:pPr>
            <a:r>
              <a:rPr lang="en-US" sz="1400" b="0" dirty="0">
                <a:latin typeface="IBM Plex Sans" panose="020B0503050203000203" pitchFamily="34" charset="0"/>
              </a:rPr>
              <a:t>Resize and crop image as necessary</a:t>
            </a:r>
          </a:p>
          <a:p>
            <a:pPr marL="342891" indent="-342891">
              <a:lnSpc>
                <a:spcPct val="150000"/>
              </a:lnSpc>
              <a:buFont typeface="+mj-lt"/>
              <a:buAutoNum type="arabicPeriod"/>
            </a:pPr>
            <a:r>
              <a:rPr lang="en-US" sz="1400" b="0" dirty="0">
                <a:latin typeface="IBM Plex Sans" panose="020B0503050203000203" pitchFamily="34" charset="0"/>
              </a:rPr>
              <a:t>Make sure image is sent to back (right click on image)</a:t>
            </a:r>
          </a:p>
          <a:p>
            <a:pPr marL="342891" indent="-342891">
              <a:lnSpc>
                <a:spcPct val="150000"/>
              </a:lnSpc>
              <a:buFont typeface="+mj-lt"/>
              <a:buAutoNum type="arabicPeriod"/>
            </a:pPr>
            <a:r>
              <a:rPr lang="en-US" sz="1400" b="0" dirty="0">
                <a:latin typeface="IBM Plex Sans" panose="020B0503050203000203" pitchFamily="34" charset="0"/>
              </a:rPr>
              <a:t>Close slide master and insert a new slide using the new, then delete this text box from your presentation slide.</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5" name="Picture 4" descr="A body of water with buildings along it&#10;&#10;Description automatically generated with medium confidence"/>
          <p:cNvPicPr>
            <a:picLocks noChangeAspect="1"/>
          </p:cNvPicPr>
          <p:nvPr userDrawn="1"/>
        </p:nvPicPr>
        <p:blipFill>
          <a:blip r:embed="rId2"/>
          <a:stretch>
            <a:fillRect/>
          </a:stretch>
        </p:blipFill>
        <p:spPr>
          <a:xfrm>
            <a:off x="0" y="0"/>
            <a:ext cx="12090400" cy="6858000"/>
          </a:xfrm>
          <a:prstGeom prst="rect">
            <a:avLst/>
          </a:prstGeom>
        </p:spPr>
      </p:pic>
      <p:pic>
        <p:nvPicPr>
          <p:cNvPr id="7" name="Picture 6" descr="A picture containing shape&#10;&#10;Description automatically generated"/>
          <p:cNvPicPr>
            <a:picLocks noChangeAspect="1"/>
          </p:cNvPicPr>
          <p:nvPr userDrawn="1"/>
        </p:nvPicPr>
        <p:blipFill>
          <a:blip r:embed="rId3"/>
          <a:stretch>
            <a:fillRect/>
          </a:stretch>
        </p:blipFill>
        <p:spPr>
          <a:xfrm>
            <a:off x="298455" y="0"/>
            <a:ext cx="11893551" cy="6858000"/>
          </a:xfrm>
          <a:prstGeom prst="rect">
            <a:avLst/>
          </a:prstGeom>
        </p:spPr>
      </p:pic>
      <p:sp>
        <p:nvSpPr>
          <p:cNvPr id="2" name="Title 1"/>
          <p:cNvSpPr>
            <a:spLocks noGrp="1"/>
          </p:cNvSpPr>
          <p:nvPr>
            <p:ph type="title" hasCustomPrompt="1"/>
          </p:nvPr>
        </p:nvSpPr>
        <p:spPr>
          <a:xfrm>
            <a:off x="6617373" y="974043"/>
            <a:ext cx="4913243" cy="4254363"/>
          </a:xfrm>
        </p:spPr>
        <p:txBody>
          <a:bodyPr anchor="b">
            <a:normAutofit/>
          </a:bodyPr>
          <a:lstStyle>
            <a:lvl1pPr algn="r">
              <a:defRPr sz="5400"/>
            </a:lvl1pPr>
          </a:lstStyle>
          <a:p>
            <a:r>
              <a:rPr lang="en-US" dirty="0"/>
              <a:t>CLICK TO EDIT TITLE</a:t>
            </a:r>
          </a:p>
        </p:txBody>
      </p:sp>
      <p:sp>
        <p:nvSpPr>
          <p:cNvPr id="3" name="Text Placeholder 2"/>
          <p:cNvSpPr>
            <a:spLocks noGrp="1"/>
          </p:cNvSpPr>
          <p:nvPr>
            <p:ph type="body" idx="1" hasCustomPrompt="1"/>
          </p:nvPr>
        </p:nvSpPr>
        <p:spPr>
          <a:xfrm>
            <a:off x="6858006" y="5394971"/>
            <a:ext cx="4672615" cy="931499"/>
          </a:xfrm>
        </p:spPr>
        <p:txBody>
          <a:bodyPr>
            <a:normAutofit/>
          </a:bodyPr>
          <a:lstStyle>
            <a:lvl1pPr marL="0" indent="0" algn="r">
              <a:buNone/>
              <a:defRPr sz="2000" b="0" i="0">
                <a:solidFill>
                  <a:schemeClr val="tx1"/>
                </a:solidFill>
                <a:latin typeface="IBM Plex Sans" panose="020B0503050203000203" pitchFamily="34" charset="0"/>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Click to edit text</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644769" y="365129"/>
            <a:ext cx="10710619" cy="1325563"/>
          </a:xfrm>
        </p:spPr>
        <p:txBody>
          <a:bodyPr/>
          <a:lstStyle/>
          <a:p>
            <a:r>
              <a:rPr lang="en-US" dirty="0"/>
              <a:t>CLICK TO EDIT TITLE</a:t>
            </a:r>
          </a:p>
        </p:txBody>
      </p:sp>
      <p:sp>
        <p:nvSpPr>
          <p:cNvPr id="3" name="Content Placeholder 2"/>
          <p:cNvSpPr>
            <a:spLocks noGrp="1"/>
          </p:cNvSpPr>
          <p:nvPr>
            <p:ph idx="1" hasCustomPrompt="1"/>
          </p:nvPr>
        </p:nvSpPr>
        <p:spPr/>
        <p:txBody>
          <a:bodyPr/>
          <a:lstStyle>
            <a:lvl1pPr marL="228594" indent="-228594">
              <a:defRPr/>
            </a:lvl1pPr>
            <a:lvl2pPr marL="502907" indent="-228594">
              <a:buSzPct val="100000"/>
              <a:buFont typeface="System Font Regular"/>
              <a:buChar char="-"/>
              <a:defRPr/>
            </a:lvl2pPr>
            <a:lvl3pPr marL="777221" indent="-228594">
              <a:buSzPct val="100000"/>
              <a:buFont typeface="System Font Regular"/>
              <a:buChar char="-"/>
              <a:defRPr/>
            </a:lvl3pPr>
            <a:lvl4pPr marL="1005815" indent="-228594">
              <a:buSzPct val="100000"/>
              <a:buFont typeface="System Font Regular"/>
              <a:buChar char="-"/>
              <a:defRPr/>
            </a:lvl4pPr>
            <a:lvl5pPr marL="1280128" indent="-228594">
              <a:buSzPct val="100000"/>
              <a:buFont typeface="System Font Regular"/>
              <a:buChar char="-"/>
              <a:defRPr/>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ubhead and Content">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646363" y="365133"/>
            <a:ext cx="10709031" cy="734621"/>
          </a:xfrm>
        </p:spPr>
        <p:txBody>
          <a:bodyPr/>
          <a:lstStyle/>
          <a:p>
            <a:r>
              <a:rPr lang="en-US" dirty="0"/>
              <a:t>CLICK TO EDIT TITLE</a:t>
            </a:r>
          </a:p>
        </p:txBody>
      </p:sp>
      <p:sp>
        <p:nvSpPr>
          <p:cNvPr id="4" name="Text Placeholder 3"/>
          <p:cNvSpPr>
            <a:spLocks noGrp="1"/>
          </p:cNvSpPr>
          <p:nvPr>
            <p:ph type="body" sz="quarter" idx="13" hasCustomPrompt="1"/>
          </p:nvPr>
        </p:nvSpPr>
        <p:spPr>
          <a:xfrm>
            <a:off x="644775" y="1345482"/>
            <a:ext cx="10709031" cy="734620"/>
          </a:xfrm>
        </p:spPr>
        <p:txBody>
          <a:bodyPr>
            <a:normAutofit/>
          </a:bodyPr>
          <a:lstStyle>
            <a:lvl1pPr marL="0" indent="0">
              <a:buNone/>
              <a:defRPr sz="2000" b="0" i="0">
                <a:solidFill>
                  <a:schemeClr val="accent1"/>
                </a:solidFill>
                <a:latin typeface="IBM Plex Sans Light" panose="020B0403050203000203" pitchFamily="34" charset="0"/>
              </a:defRPr>
            </a:lvl1pPr>
            <a:lvl2pPr marL="457189" indent="0">
              <a:buNone/>
              <a:defRPr b="0" i="0">
                <a:solidFill>
                  <a:schemeClr val="accent1"/>
                </a:solidFill>
                <a:latin typeface="IBM Plex Sans Light" panose="020B0403050203000203" pitchFamily="34" charset="0"/>
              </a:defRPr>
            </a:lvl2pPr>
            <a:lvl3pPr marL="914377" indent="0">
              <a:buNone/>
              <a:defRPr b="0" i="0">
                <a:solidFill>
                  <a:schemeClr val="accent1"/>
                </a:solidFill>
                <a:latin typeface="IBM Plex Sans Light" panose="020B0403050203000203" pitchFamily="34" charset="0"/>
              </a:defRPr>
            </a:lvl3pPr>
            <a:lvl4pPr marL="1371566" indent="0">
              <a:buNone/>
              <a:defRPr b="0" i="0">
                <a:solidFill>
                  <a:schemeClr val="accent1"/>
                </a:solidFill>
                <a:latin typeface="IBM Plex Sans Light" panose="020B0403050203000203" pitchFamily="34" charset="0"/>
              </a:defRPr>
            </a:lvl4pPr>
            <a:lvl5pPr marL="1828754" indent="0">
              <a:buNone/>
              <a:defRPr b="0" i="0">
                <a:solidFill>
                  <a:schemeClr val="accent1"/>
                </a:solidFill>
                <a:latin typeface="IBM Plex Sans Light" panose="020B0403050203000203" pitchFamily="34" charset="0"/>
              </a:defRPr>
            </a:lvl5pPr>
          </a:lstStyle>
          <a:p>
            <a:pPr lvl="0"/>
            <a:r>
              <a:rPr lang="en-US" dirty="0"/>
              <a:t>Make sure to use brand colors when creating tables and graphs. If graphs are placed from an outside source, please reformat to use the Stevens Theme Colors set in this template.</a:t>
            </a:r>
          </a:p>
        </p:txBody>
      </p:sp>
      <p:sp>
        <p:nvSpPr>
          <p:cNvPr id="3" name="Content Placeholder 2"/>
          <p:cNvSpPr>
            <a:spLocks noGrp="1"/>
          </p:cNvSpPr>
          <p:nvPr>
            <p:ph idx="1" hasCustomPrompt="1"/>
          </p:nvPr>
        </p:nvSpPr>
        <p:spPr>
          <a:xfrm>
            <a:off x="644775" y="2202880"/>
            <a:ext cx="10709031" cy="3879273"/>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644769" y="365129"/>
            <a:ext cx="10710619" cy="1325563"/>
          </a:xfrm>
        </p:spPr>
        <p:txBody>
          <a:bodyPr/>
          <a:lstStyle/>
          <a:p>
            <a:r>
              <a:rPr lang="en-US" dirty="0"/>
              <a:t>CLICK TO EDIT TITLE</a:t>
            </a:r>
          </a:p>
        </p:txBody>
      </p:sp>
      <p:sp>
        <p:nvSpPr>
          <p:cNvPr id="3" name="Content Placeholder 2"/>
          <p:cNvSpPr>
            <a:spLocks noGrp="1"/>
          </p:cNvSpPr>
          <p:nvPr>
            <p:ph sz="half" idx="1" hasCustomPrompt="1"/>
          </p:nvPr>
        </p:nvSpPr>
        <p:spPr>
          <a:xfrm>
            <a:off x="644769" y="1825625"/>
            <a:ext cx="5181600" cy="435133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6172200" y="1825625"/>
            <a:ext cx="5181600" cy="435133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644769" y="365129"/>
            <a:ext cx="10710619" cy="1325563"/>
          </a:xfrm>
        </p:spPr>
        <p:txBody>
          <a:bodyPr/>
          <a:lstStyle/>
          <a:p>
            <a:r>
              <a:rPr lang="en-US" dirty="0"/>
              <a:t>CLICK TO EDIT TITLE</a:t>
            </a:r>
          </a:p>
        </p:txBody>
      </p:sp>
      <p:sp>
        <p:nvSpPr>
          <p:cNvPr id="3" name="Content Placeholder 2"/>
          <p:cNvSpPr>
            <a:spLocks noGrp="1"/>
          </p:cNvSpPr>
          <p:nvPr>
            <p:ph sz="half" idx="1" hasCustomPrompt="1"/>
          </p:nvPr>
        </p:nvSpPr>
        <p:spPr>
          <a:xfrm>
            <a:off x="644777" y="1825625"/>
            <a:ext cx="3296919" cy="435133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3"/>
          <p:cNvSpPr>
            <a:spLocks noGrp="1"/>
          </p:cNvSpPr>
          <p:nvPr>
            <p:ph sz="half" idx="13" hasCustomPrompt="1"/>
          </p:nvPr>
        </p:nvSpPr>
        <p:spPr>
          <a:xfrm>
            <a:off x="4351626" y="1825625"/>
            <a:ext cx="3296919" cy="435133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8058475" y="1825625"/>
            <a:ext cx="3296919" cy="435133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hree Content and Subhead">
    <p:spTree>
      <p:nvGrpSpPr>
        <p:cNvPr id="1" name=""/>
        <p:cNvGrpSpPr/>
        <p:nvPr/>
      </p:nvGrpSpPr>
      <p:grpSpPr>
        <a:xfrm>
          <a:off x="0" y="0"/>
          <a:ext cx="0" cy="0"/>
          <a:chOff x="0" y="0"/>
          <a:chExt cx="0" cy="0"/>
        </a:xfrm>
      </p:grpSpPr>
      <p:sp>
        <p:nvSpPr>
          <p:cNvPr id="10" name="Title 1"/>
          <p:cNvSpPr>
            <a:spLocks noGrp="1"/>
          </p:cNvSpPr>
          <p:nvPr>
            <p:ph type="title" hasCustomPrompt="1"/>
          </p:nvPr>
        </p:nvSpPr>
        <p:spPr>
          <a:xfrm>
            <a:off x="646363" y="365133"/>
            <a:ext cx="10709031" cy="734621"/>
          </a:xfrm>
        </p:spPr>
        <p:txBody>
          <a:bodyPr/>
          <a:lstStyle/>
          <a:p>
            <a:r>
              <a:rPr lang="en-US" dirty="0"/>
              <a:t>CLICK TO EDIT TITLE</a:t>
            </a:r>
          </a:p>
        </p:txBody>
      </p:sp>
      <p:sp>
        <p:nvSpPr>
          <p:cNvPr id="11" name="Text Placeholder 3"/>
          <p:cNvSpPr>
            <a:spLocks noGrp="1"/>
          </p:cNvSpPr>
          <p:nvPr>
            <p:ph type="body" sz="quarter" idx="14"/>
          </p:nvPr>
        </p:nvSpPr>
        <p:spPr>
          <a:xfrm>
            <a:off x="644775" y="1345482"/>
            <a:ext cx="10709031" cy="734620"/>
          </a:xfrm>
        </p:spPr>
        <p:txBody>
          <a:bodyPr>
            <a:normAutofit/>
          </a:bodyPr>
          <a:lstStyle>
            <a:lvl1pPr marL="0" indent="0">
              <a:buNone/>
              <a:defRPr sz="2000" b="0" i="0">
                <a:solidFill>
                  <a:schemeClr val="accent1"/>
                </a:solidFill>
                <a:latin typeface="IBM Plex Sans Light" panose="020B0403050203000203" pitchFamily="34" charset="0"/>
              </a:defRPr>
            </a:lvl1pPr>
            <a:lvl2pPr marL="457189" indent="0">
              <a:buNone/>
              <a:defRPr b="0" i="0">
                <a:solidFill>
                  <a:schemeClr val="accent1"/>
                </a:solidFill>
                <a:latin typeface="IBM Plex Sans Light" panose="020B0403050203000203" pitchFamily="34" charset="0"/>
              </a:defRPr>
            </a:lvl2pPr>
            <a:lvl3pPr marL="914377" indent="0">
              <a:buNone/>
              <a:defRPr b="0" i="0">
                <a:solidFill>
                  <a:schemeClr val="accent1"/>
                </a:solidFill>
                <a:latin typeface="IBM Plex Sans Light" panose="020B0403050203000203" pitchFamily="34" charset="0"/>
              </a:defRPr>
            </a:lvl3pPr>
            <a:lvl4pPr marL="1371566" indent="0">
              <a:buNone/>
              <a:defRPr b="0" i="0">
                <a:solidFill>
                  <a:schemeClr val="accent1"/>
                </a:solidFill>
                <a:latin typeface="IBM Plex Sans Light" panose="020B0403050203000203" pitchFamily="34" charset="0"/>
              </a:defRPr>
            </a:lvl4pPr>
            <a:lvl5pPr marL="1828754" indent="0">
              <a:buNone/>
              <a:defRPr b="0" i="0">
                <a:solidFill>
                  <a:schemeClr val="accent1"/>
                </a:solidFill>
                <a:latin typeface="IBM Plex Sans Light" panose="020B0403050203000203" pitchFamily="34" charset="0"/>
              </a:defRPr>
            </a:lvl5pPr>
          </a:lstStyle>
          <a:p>
            <a:pPr lvl="0"/>
            <a:endParaRPr lang="en-US" dirty="0"/>
          </a:p>
        </p:txBody>
      </p:sp>
      <p:sp>
        <p:nvSpPr>
          <p:cNvPr id="3" name="Content Placeholder 2"/>
          <p:cNvSpPr>
            <a:spLocks noGrp="1"/>
          </p:cNvSpPr>
          <p:nvPr>
            <p:ph sz="half" idx="1" hasCustomPrompt="1"/>
          </p:nvPr>
        </p:nvSpPr>
        <p:spPr>
          <a:xfrm>
            <a:off x="644777" y="2325842"/>
            <a:ext cx="3296919" cy="385112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3"/>
          <p:cNvSpPr>
            <a:spLocks noGrp="1"/>
          </p:cNvSpPr>
          <p:nvPr>
            <p:ph sz="half" idx="13" hasCustomPrompt="1"/>
          </p:nvPr>
        </p:nvSpPr>
        <p:spPr>
          <a:xfrm>
            <a:off x="4351626" y="2325842"/>
            <a:ext cx="3296919" cy="385112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8058475" y="2325842"/>
            <a:ext cx="3296919" cy="385112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644769" y="365129"/>
            <a:ext cx="10710619" cy="1325563"/>
          </a:xfrm>
        </p:spPr>
        <p:txBody>
          <a:bodyPr/>
          <a:lstStyle/>
          <a:p>
            <a:r>
              <a:rPr lang="en-US" dirty="0"/>
              <a:t>CLICK TO EDIT TITLE</a:t>
            </a:r>
          </a:p>
        </p:txBody>
      </p:sp>
      <p:sp>
        <p:nvSpPr>
          <p:cNvPr id="5" name="Text Placeholder 4"/>
          <p:cNvSpPr>
            <a:spLocks noGrp="1"/>
          </p:cNvSpPr>
          <p:nvPr>
            <p:ph type="body" sz="quarter" idx="13" hasCustomPrompt="1"/>
          </p:nvPr>
        </p:nvSpPr>
        <p:spPr>
          <a:xfrm>
            <a:off x="644527" y="1962358"/>
            <a:ext cx="4954588" cy="1828165"/>
          </a:xfrm>
        </p:spPr>
        <p:txBody>
          <a:bodyPr>
            <a:noAutofit/>
          </a:bodyPr>
          <a:lstStyle>
            <a:lvl1pPr marL="0" indent="0" algn="ctr">
              <a:buNone/>
              <a:defRPr/>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a:t>Click to edit text</a:t>
            </a:r>
          </a:p>
        </p:txBody>
      </p:sp>
      <p:sp>
        <p:nvSpPr>
          <p:cNvPr id="9" name="Text Placeholder 4"/>
          <p:cNvSpPr>
            <a:spLocks noGrp="1"/>
          </p:cNvSpPr>
          <p:nvPr>
            <p:ph type="body" sz="quarter" idx="14" hasCustomPrompt="1"/>
          </p:nvPr>
        </p:nvSpPr>
        <p:spPr>
          <a:xfrm>
            <a:off x="6400803" y="1962358"/>
            <a:ext cx="4954588" cy="1828165"/>
          </a:xfrm>
        </p:spPr>
        <p:txBody>
          <a:bodyPr>
            <a:noAutofit/>
          </a:bodyPr>
          <a:lstStyle>
            <a:lvl1pPr marL="0" indent="0" algn="ctr">
              <a:buNone/>
              <a:defRPr/>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a:t>Click to edit text</a:t>
            </a:r>
          </a:p>
        </p:txBody>
      </p:sp>
      <p:sp>
        <p:nvSpPr>
          <p:cNvPr id="10" name="Text Placeholder 4"/>
          <p:cNvSpPr>
            <a:spLocks noGrp="1"/>
          </p:cNvSpPr>
          <p:nvPr>
            <p:ph type="body" sz="quarter" idx="15" hasCustomPrompt="1"/>
          </p:nvPr>
        </p:nvSpPr>
        <p:spPr>
          <a:xfrm>
            <a:off x="644527" y="4119686"/>
            <a:ext cx="4954588" cy="1828165"/>
          </a:xfrm>
        </p:spPr>
        <p:txBody>
          <a:bodyPr>
            <a:noAutofit/>
          </a:bodyPr>
          <a:lstStyle>
            <a:lvl1pPr marL="0" indent="0" algn="ctr">
              <a:buNone/>
              <a:defRPr/>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a:t>Click to edit text</a:t>
            </a:r>
          </a:p>
        </p:txBody>
      </p:sp>
      <p:sp>
        <p:nvSpPr>
          <p:cNvPr id="11" name="Text Placeholder 4"/>
          <p:cNvSpPr>
            <a:spLocks noGrp="1"/>
          </p:cNvSpPr>
          <p:nvPr>
            <p:ph type="body" sz="quarter" idx="16" hasCustomPrompt="1"/>
          </p:nvPr>
        </p:nvSpPr>
        <p:spPr>
          <a:xfrm>
            <a:off x="6400803" y="4119686"/>
            <a:ext cx="4954588" cy="1828165"/>
          </a:xfrm>
        </p:spPr>
        <p:txBody>
          <a:bodyPr>
            <a:noAutofit/>
          </a:bodyPr>
          <a:lstStyle>
            <a:lvl1pPr marL="0" indent="0" algn="ctr">
              <a:buNone/>
              <a:defRPr/>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a:t>Click to edit text</a:t>
            </a:r>
          </a:p>
        </p:txBody>
      </p:sp>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Four Content and subhead">
    <p:spTree>
      <p:nvGrpSpPr>
        <p:cNvPr id="1" name=""/>
        <p:cNvGrpSpPr/>
        <p:nvPr/>
      </p:nvGrpSpPr>
      <p:grpSpPr>
        <a:xfrm>
          <a:off x="0" y="0"/>
          <a:ext cx="0" cy="0"/>
          <a:chOff x="0" y="0"/>
          <a:chExt cx="0" cy="0"/>
        </a:xfrm>
      </p:grpSpPr>
      <p:sp>
        <p:nvSpPr>
          <p:cNvPr id="12" name="Title 1"/>
          <p:cNvSpPr>
            <a:spLocks noGrp="1"/>
          </p:cNvSpPr>
          <p:nvPr>
            <p:ph type="title" hasCustomPrompt="1"/>
          </p:nvPr>
        </p:nvSpPr>
        <p:spPr>
          <a:xfrm>
            <a:off x="646363" y="365133"/>
            <a:ext cx="10709031" cy="734621"/>
          </a:xfrm>
        </p:spPr>
        <p:txBody>
          <a:bodyPr/>
          <a:lstStyle/>
          <a:p>
            <a:r>
              <a:rPr lang="en-US" dirty="0"/>
              <a:t>CLICK TO EDIT TITLE</a:t>
            </a:r>
          </a:p>
        </p:txBody>
      </p:sp>
      <p:sp>
        <p:nvSpPr>
          <p:cNvPr id="13" name="Text Placeholder 3"/>
          <p:cNvSpPr>
            <a:spLocks noGrp="1"/>
          </p:cNvSpPr>
          <p:nvPr>
            <p:ph type="body" sz="quarter" idx="17" hasCustomPrompt="1"/>
          </p:nvPr>
        </p:nvSpPr>
        <p:spPr>
          <a:xfrm>
            <a:off x="644775" y="1345482"/>
            <a:ext cx="10709031" cy="734620"/>
          </a:xfrm>
        </p:spPr>
        <p:txBody>
          <a:bodyPr>
            <a:normAutofit/>
          </a:bodyPr>
          <a:lstStyle>
            <a:lvl1pPr marL="0" indent="0">
              <a:buNone/>
              <a:defRPr sz="2000" b="0" i="0">
                <a:solidFill>
                  <a:schemeClr val="accent1"/>
                </a:solidFill>
                <a:latin typeface="IBM Plex Sans Light" panose="020B0403050203000203" pitchFamily="34" charset="0"/>
              </a:defRPr>
            </a:lvl1pPr>
            <a:lvl2pPr marL="457189" indent="0">
              <a:buNone/>
              <a:defRPr b="0" i="0">
                <a:solidFill>
                  <a:schemeClr val="accent1"/>
                </a:solidFill>
                <a:latin typeface="IBM Plex Sans Light" panose="020B0403050203000203" pitchFamily="34" charset="0"/>
              </a:defRPr>
            </a:lvl2pPr>
            <a:lvl3pPr marL="914377" indent="0">
              <a:buNone/>
              <a:defRPr b="0" i="0">
                <a:solidFill>
                  <a:schemeClr val="accent1"/>
                </a:solidFill>
                <a:latin typeface="IBM Plex Sans Light" panose="020B0403050203000203" pitchFamily="34" charset="0"/>
              </a:defRPr>
            </a:lvl3pPr>
            <a:lvl4pPr marL="1371566" indent="0">
              <a:buNone/>
              <a:defRPr b="0" i="0">
                <a:solidFill>
                  <a:schemeClr val="accent1"/>
                </a:solidFill>
                <a:latin typeface="IBM Plex Sans Light" panose="020B0403050203000203" pitchFamily="34" charset="0"/>
              </a:defRPr>
            </a:lvl4pPr>
            <a:lvl5pPr marL="1828754" indent="0">
              <a:buNone/>
              <a:defRPr b="0" i="0">
                <a:solidFill>
                  <a:schemeClr val="accent1"/>
                </a:solidFill>
                <a:latin typeface="IBM Plex Sans Light" panose="020B0403050203000203" pitchFamily="34" charset="0"/>
              </a:defRPr>
            </a:lvl5pPr>
          </a:lstStyle>
          <a:p>
            <a:pPr lvl="0"/>
            <a:r>
              <a:rPr lang="en-US" dirty="0"/>
              <a:t>Click to edit subhead</a:t>
            </a:r>
          </a:p>
        </p:txBody>
      </p:sp>
      <p:sp>
        <p:nvSpPr>
          <p:cNvPr id="5" name="Text Placeholder 4"/>
          <p:cNvSpPr>
            <a:spLocks noGrp="1"/>
          </p:cNvSpPr>
          <p:nvPr>
            <p:ph type="body" sz="quarter" idx="13" hasCustomPrompt="1"/>
          </p:nvPr>
        </p:nvSpPr>
        <p:spPr>
          <a:xfrm>
            <a:off x="644527" y="2233241"/>
            <a:ext cx="4954588" cy="1651807"/>
          </a:xfrm>
        </p:spPr>
        <p:txBody>
          <a:bodyPr>
            <a:noAutofit/>
          </a:bodyPr>
          <a:lstStyle>
            <a:lvl1pPr marL="0" indent="0" algn="ctr">
              <a:buNone/>
              <a:defRPr/>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a:t>Click to edit text</a:t>
            </a:r>
          </a:p>
        </p:txBody>
      </p:sp>
      <p:sp>
        <p:nvSpPr>
          <p:cNvPr id="9" name="Text Placeholder 4"/>
          <p:cNvSpPr>
            <a:spLocks noGrp="1"/>
          </p:cNvSpPr>
          <p:nvPr>
            <p:ph type="body" sz="quarter" idx="14" hasCustomPrompt="1"/>
          </p:nvPr>
        </p:nvSpPr>
        <p:spPr>
          <a:xfrm>
            <a:off x="6400803" y="2233241"/>
            <a:ext cx="4954588" cy="1651807"/>
          </a:xfrm>
        </p:spPr>
        <p:txBody>
          <a:bodyPr>
            <a:noAutofit/>
          </a:bodyPr>
          <a:lstStyle>
            <a:lvl1pPr marL="0" indent="0" algn="ctr">
              <a:buNone/>
              <a:defRPr/>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a:t>Click to edit text</a:t>
            </a:r>
          </a:p>
        </p:txBody>
      </p:sp>
      <p:sp>
        <p:nvSpPr>
          <p:cNvPr id="10" name="Text Placeholder 4"/>
          <p:cNvSpPr>
            <a:spLocks noGrp="1"/>
          </p:cNvSpPr>
          <p:nvPr>
            <p:ph type="body" sz="quarter" idx="15" hasCustomPrompt="1"/>
          </p:nvPr>
        </p:nvSpPr>
        <p:spPr>
          <a:xfrm>
            <a:off x="644527" y="4448447"/>
            <a:ext cx="4954588" cy="1651807"/>
          </a:xfrm>
        </p:spPr>
        <p:txBody>
          <a:bodyPr>
            <a:noAutofit/>
          </a:bodyPr>
          <a:lstStyle>
            <a:lvl1pPr marL="0" indent="0" algn="ctr">
              <a:buNone/>
              <a:defRPr/>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a:t>Click to edit text</a:t>
            </a:r>
          </a:p>
        </p:txBody>
      </p:sp>
      <p:sp>
        <p:nvSpPr>
          <p:cNvPr id="11" name="Text Placeholder 4"/>
          <p:cNvSpPr>
            <a:spLocks noGrp="1"/>
          </p:cNvSpPr>
          <p:nvPr>
            <p:ph type="body" sz="quarter" idx="16" hasCustomPrompt="1"/>
          </p:nvPr>
        </p:nvSpPr>
        <p:spPr>
          <a:xfrm>
            <a:off x="6400803" y="4448447"/>
            <a:ext cx="4954588" cy="1651807"/>
          </a:xfrm>
        </p:spPr>
        <p:txBody>
          <a:bodyPr>
            <a:noAutofit/>
          </a:bodyPr>
          <a:lstStyle>
            <a:lvl1pPr marL="0" indent="0" algn="ctr">
              <a:buNone/>
              <a:defRPr/>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a:t>Click to edit text</a:t>
            </a:r>
          </a:p>
        </p:txBody>
      </p:sp>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ive Content">
    <p:spTree>
      <p:nvGrpSpPr>
        <p:cNvPr id="1" name=""/>
        <p:cNvGrpSpPr/>
        <p:nvPr/>
      </p:nvGrpSpPr>
      <p:grpSpPr>
        <a:xfrm>
          <a:off x="0" y="0"/>
          <a:ext cx="0" cy="0"/>
          <a:chOff x="0" y="0"/>
          <a:chExt cx="0" cy="0"/>
        </a:xfrm>
      </p:grpSpPr>
      <p:sp>
        <p:nvSpPr>
          <p:cNvPr id="14" name="Title 1"/>
          <p:cNvSpPr>
            <a:spLocks noGrp="1"/>
          </p:cNvSpPr>
          <p:nvPr>
            <p:ph type="title" hasCustomPrompt="1"/>
          </p:nvPr>
        </p:nvSpPr>
        <p:spPr>
          <a:xfrm>
            <a:off x="644769" y="365129"/>
            <a:ext cx="10710619" cy="1325563"/>
          </a:xfrm>
        </p:spPr>
        <p:txBody>
          <a:bodyPr/>
          <a:lstStyle/>
          <a:p>
            <a:r>
              <a:rPr lang="en-US" dirty="0"/>
              <a:t>CLICK TO EDIT TITLE</a:t>
            </a:r>
          </a:p>
        </p:txBody>
      </p:sp>
      <p:sp>
        <p:nvSpPr>
          <p:cNvPr id="15" name="Content Placeholder 2"/>
          <p:cNvSpPr>
            <a:spLocks noGrp="1"/>
          </p:cNvSpPr>
          <p:nvPr>
            <p:ph sz="half" idx="1" hasCustomPrompt="1"/>
          </p:nvPr>
        </p:nvSpPr>
        <p:spPr>
          <a:xfrm>
            <a:off x="644771" y="2210082"/>
            <a:ext cx="4572000" cy="3890163"/>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13" hasCustomPrompt="1"/>
          </p:nvPr>
        </p:nvSpPr>
        <p:spPr>
          <a:xfrm>
            <a:off x="5359999" y="2210091"/>
            <a:ext cx="2926080" cy="1651807"/>
          </a:xfrm>
        </p:spPr>
        <p:txBody>
          <a:bodyPr>
            <a:noAutofit/>
          </a:bodyPr>
          <a:lstStyle>
            <a:lvl1pPr marL="0" indent="0" algn="ctr">
              <a:buNone/>
              <a:defRPr/>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a:t>Click to edit text</a:t>
            </a:r>
          </a:p>
        </p:txBody>
      </p:sp>
      <p:sp>
        <p:nvSpPr>
          <p:cNvPr id="9" name="Text Placeholder 4"/>
          <p:cNvSpPr>
            <a:spLocks noGrp="1"/>
          </p:cNvSpPr>
          <p:nvPr>
            <p:ph type="body" sz="quarter" idx="14" hasCustomPrompt="1"/>
          </p:nvPr>
        </p:nvSpPr>
        <p:spPr>
          <a:xfrm>
            <a:off x="8429308" y="2210092"/>
            <a:ext cx="2926080" cy="1651807"/>
          </a:xfrm>
        </p:spPr>
        <p:txBody>
          <a:bodyPr>
            <a:noAutofit/>
          </a:bodyPr>
          <a:lstStyle>
            <a:lvl1pPr marL="0" indent="0" algn="ctr">
              <a:buNone/>
              <a:defRPr/>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a:t>Click to edit text</a:t>
            </a:r>
          </a:p>
        </p:txBody>
      </p:sp>
      <p:sp>
        <p:nvSpPr>
          <p:cNvPr id="10" name="Text Placeholder 4"/>
          <p:cNvSpPr>
            <a:spLocks noGrp="1"/>
          </p:cNvSpPr>
          <p:nvPr>
            <p:ph type="body" sz="quarter" idx="15" hasCustomPrompt="1"/>
          </p:nvPr>
        </p:nvSpPr>
        <p:spPr>
          <a:xfrm>
            <a:off x="5359999" y="4448445"/>
            <a:ext cx="2926080" cy="1651807"/>
          </a:xfrm>
        </p:spPr>
        <p:txBody>
          <a:bodyPr>
            <a:noAutofit/>
          </a:bodyPr>
          <a:lstStyle>
            <a:lvl1pPr marL="0" indent="0" algn="ctr">
              <a:buNone/>
              <a:defRPr/>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a:t>Click to edit text</a:t>
            </a:r>
          </a:p>
        </p:txBody>
      </p:sp>
      <p:sp>
        <p:nvSpPr>
          <p:cNvPr id="11" name="Text Placeholder 4"/>
          <p:cNvSpPr>
            <a:spLocks noGrp="1"/>
          </p:cNvSpPr>
          <p:nvPr>
            <p:ph type="body" sz="quarter" idx="16" hasCustomPrompt="1"/>
          </p:nvPr>
        </p:nvSpPr>
        <p:spPr>
          <a:xfrm>
            <a:off x="8429308" y="4448447"/>
            <a:ext cx="2926080" cy="1651807"/>
          </a:xfrm>
        </p:spPr>
        <p:txBody>
          <a:bodyPr>
            <a:noAutofit/>
          </a:bodyPr>
          <a:lstStyle>
            <a:lvl1pPr marL="0" indent="0" algn="ctr">
              <a:buNone/>
              <a:defRPr/>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a:t>Click to edit text</a:t>
            </a:r>
          </a:p>
        </p:txBody>
      </p:sp>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Five Content and subhead">
    <p:spTree>
      <p:nvGrpSpPr>
        <p:cNvPr id="1" name=""/>
        <p:cNvGrpSpPr/>
        <p:nvPr/>
      </p:nvGrpSpPr>
      <p:grpSpPr>
        <a:xfrm>
          <a:off x="0" y="0"/>
          <a:ext cx="0" cy="0"/>
          <a:chOff x="0" y="0"/>
          <a:chExt cx="0" cy="0"/>
        </a:xfrm>
      </p:grpSpPr>
      <p:sp>
        <p:nvSpPr>
          <p:cNvPr id="12" name="Title 1"/>
          <p:cNvSpPr>
            <a:spLocks noGrp="1"/>
          </p:cNvSpPr>
          <p:nvPr>
            <p:ph type="title" hasCustomPrompt="1"/>
          </p:nvPr>
        </p:nvSpPr>
        <p:spPr>
          <a:xfrm>
            <a:off x="646363" y="365133"/>
            <a:ext cx="10709031" cy="734621"/>
          </a:xfrm>
        </p:spPr>
        <p:txBody>
          <a:bodyPr/>
          <a:lstStyle/>
          <a:p>
            <a:r>
              <a:rPr lang="en-US" dirty="0"/>
              <a:t>CLICK TO EDIT TITLE</a:t>
            </a:r>
          </a:p>
        </p:txBody>
      </p:sp>
      <p:sp>
        <p:nvSpPr>
          <p:cNvPr id="13" name="Text Placeholder 3"/>
          <p:cNvSpPr>
            <a:spLocks noGrp="1"/>
          </p:cNvSpPr>
          <p:nvPr>
            <p:ph type="body" sz="quarter" idx="17" hasCustomPrompt="1"/>
          </p:nvPr>
        </p:nvSpPr>
        <p:spPr>
          <a:xfrm>
            <a:off x="644775" y="1345482"/>
            <a:ext cx="10709031" cy="734620"/>
          </a:xfrm>
        </p:spPr>
        <p:txBody>
          <a:bodyPr>
            <a:normAutofit/>
          </a:bodyPr>
          <a:lstStyle>
            <a:lvl1pPr marL="0" indent="0">
              <a:buNone/>
              <a:defRPr sz="2000" b="0" i="0">
                <a:solidFill>
                  <a:schemeClr val="accent1"/>
                </a:solidFill>
                <a:latin typeface="IBM Plex Sans Light" panose="020B0403050203000203" pitchFamily="34" charset="0"/>
              </a:defRPr>
            </a:lvl1pPr>
            <a:lvl2pPr marL="457189" indent="0">
              <a:buNone/>
              <a:defRPr b="0" i="0">
                <a:solidFill>
                  <a:schemeClr val="accent1"/>
                </a:solidFill>
                <a:latin typeface="IBM Plex Sans Light" panose="020B0403050203000203" pitchFamily="34" charset="0"/>
              </a:defRPr>
            </a:lvl2pPr>
            <a:lvl3pPr marL="914377" indent="0">
              <a:buNone/>
              <a:defRPr b="0" i="0">
                <a:solidFill>
                  <a:schemeClr val="accent1"/>
                </a:solidFill>
                <a:latin typeface="IBM Plex Sans Light" panose="020B0403050203000203" pitchFamily="34" charset="0"/>
              </a:defRPr>
            </a:lvl3pPr>
            <a:lvl4pPr marL="1371566" indent="0">
              <a:buNone/>
              <a:defRPr b="0" i="0">
                <a:solidFill>
                  <a:schemeClr val="accent1"/>
                </a:solidFill>
                <a:latin typeface="IBM Plex Sans Light" panose="020B0403050203000203" pitchFamily="34" charset="0"/>
              </a:defRPr>
            </a:lvl4pPr>
            <a:lvl5pPr marL="1828754" indent="0">
              <a:buNone/>
              <a:defRPr b="0" i="0">
                <a:solidFill>
                  <a:schemeClr val="accent1"/>
                </a:solidFill>
                <a:latin typeface="IBM Plex Sans Light" panose="020B0403050203000203" pitchFamily="34" charset="0"/>
              </a:defRPr>
            </a:lvl5pPr>
          </a:lstStyle>
          <a:p>
            <a:pPr lvl="0"/>
            <a:r>
              <a:rPr lang="en-US" dirty="0"/>
              <a:t>Click to edit subhead</a:t>
            </a:r>
          </a:p>
        </p:txBody>
      </p:sp>
      <p:sp>
        <p:nvSpPr>
          <p:cNvPr id="15" name="Content Placeholder 2"/>
          <p:cNvSpPr>
            <a:spLocks noGrp="1"/>
          </p:cNvSpPr>
          <p:nvPr>
            <p:ph sz="half" idx="1" hasCustomPrompt="1"/>
          </p:nvPr>
        </p:nvSpPr>
        <p:spPr>
          <a:xfrm>
            <a:off x="644771" y="2210082"/>
            <a:ext cx="4572000" cy="3890163"/>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13" hasCustomPrompt="1"/>
          </p:nvPr>
        </p:nvSpPr>
        <p:spPr>
          <a:xfrm>
            <a:off x="5359205" y="2210092"/>
            <a:ext cx="2926080" cy="1651807"/>
          </a:xfrm>
        </p:spPr>
        <p:txBody>
          <a:bodyPr>
            <a:noAutofit/>
          </a:bodyPr>
          <a:lstStyle>
            <a:lvl1pPr marL="0" indent="0" algn="ctr">
              <a:buNone/>
              <a:defRPr/>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a:t>Click to edit text</a:t>
            </a:r>
          </a:p>
        </p:txBody>
      </p:sp>
      <p:sp>
        <p:nvSpPr>
          <p:cNvPr id="9" name="Text Placeholder 4"/>
          <p:cNvSpPr>
            <a:spLocks noGrp="1"/>
          </p:cNvSpPr>
          <p:nvPr>
            <p:ph type="body" sz="quarter" idx="14" hasCustomPrompt="1"/>
          </p:nvPr>
        </p:nvSpPr>
        <p:spPr>
          <a:xfrm>
            <a:off x="8427720" y="2210092"/>
            <a:ext cx="2926080" cy="1651807"/>
          </a:xfrm>
        </p:spPr>
        <p:txBody>
          <a:bodyPr>
            <a:noAutofit/>
          </a:bodyPr>
          <a:lstStyle>
            <a:lvl1pPr marL="0" indent="0" algn="ctr">
              <a:buNone/>
              <a:defRPr/>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a:t>Click to edit text</a:t>
            </a:r>
          </a:p>
        </p:txBody>
      </p:sp>
      <p:sp>
        <p:nvSpPr>
          <p:cNvPr id="10" name="Text Placeholder 4"/>
          <p:cNvSpPr>
            <a:spLocks noGrp="1"/>
          </p:cNvSpPr>
          <p:nvPr>
            <p:ph type="body" sz="quarter" idx="15" hasCustomPrompt="1"/>
          </p:nvPr>
        </p:nvSpPr>
        <p:spPr>
          <a:xfrm>
            <a:off x="5359205" y="4448447"/>
            <a:ext cx="2926080" cy="1651807"/>
          </a:xfrm>
        </p:spPr>
        <p:txBody>
          <a:bodyPr>
            <a:noAutofit/>
          </a:bodyPr>
          <a:lstStyle>
            <a:lvl1pPr marL="0" indent="0" algn="ctr">
              <a:buNone/>
              <a:defRPr/>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a:t>Click to edit text</a:t>
            </a:r>
          </a:p>
        </p:txBody>
      </p:sp>
      <p:sp>
        <p:nvSpPr>
          <p:cNvPr id="11" name="Text Placeholder 4"/>
          <p:cNvSpPr>
            <a:spLocks noGrp="1"/>
          </p:cNvSpPr>
          <p:nvPr>
            <p:ph type="body" sz="quarter" idx="16" hasCustomPrompt="1"/>
          </p:nvPr>
        </p:nvSpPr>
        <p:spPr>
          <a:xfrm>
            <a:off x="8427720" y="4448447"/>
            <a:ext cx="2926080" cy="1651807"/>
          </a:xfrm>
        </p:spPr>
        <p:txBody>
          <a:bodyPr>
            <a:noAutofit/>
          </a:bodyPr>
          <a:lstStyle>
            <a:lvl1pPr marL="0" indent="0" algn="ctr">
              <a:buNone/>
              <a:defRPr/>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a:t>Click to edit text</a:t>
            </a:r>
          </a:p>
        </p:txBody>
      </p:sp>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ntent, Subhead">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646363" y="365133"/>
            <a:ext cx="10709031" cy="734621"/>
          </a:xfrm>
        </p:spPr>
        <p:txBody>
          <a:bodyPr/>
          <a:lstStyle/>
          <a:p>
            <a:r>
              <a:rPr lang="en-US" dirty="0"/>
              <a:t>CLICK TO EDIT TITLE</a:t>
            </a:r>
          </a:p>
        </p:txBody>
      </p:sp>
      <p:sp>
        <p:nvSpPr>
          <p:cNvPr id="9" name="Text Placeholder 3"/>
          <p:cNvSpPr>
            <a:spLocks noGrp="1"/>
          </p:cNvSpPr>
          <p:nvPr>
            <p:ph type="body" sz="quarter" idx="13" hasCustomPrompt="1"/>
          </p:nvPr>
        </p:nvSpPr>
        <p:spPr>
          <a:xfrm>
            <a:off x="644775" y="1345482"/>
            <a:ext cx="10709031" cy="734620"/>
          </a:xfrm>
        </p:spPr>
        <p:txBody>
          <a:bodyPr>
            <a:normAutofit/>
          </a:bodyPr>
          <a:lstStyle>
            <a:lvl1pPr marL="0" indent="0">
              <a:buNone/>
              <a:defRPr sz="2000" b="0" i="0">
                <a:solidFill>
                  <a:schemeClr val="accent1"/>
                </a:solidFill>
                <a:latin typeface="IBM Plex Sans Light" panose="020B0403050203000203" pitchFamily="34" charset="0"/>
              </a:defRPr>
            </a:lvl1pPr>
            <a:lvl2pPr marL="457189" indent="0">
              <a:buNone/>
              <a:defRPr b="0" i="0">
                <a:solidFill>
                  <a:schemeClr val="accent1"/>
                </a:solidFill>
                <a:latin typeface="IBM Plex Sans Light" panose="020B0403050203000203" pitchFamily="34" charset="0"/>
              </a:defRPr>
            </a:lvl2pPr>
            <a:lvl3pPr marL="914377" indent="0">
              <a:buNone/>
              <a:defRPr b="0" i="0">
                <a:solidFill>
                  <a:schemeClr val="accent1"/>
                </a:solidFill>
                <a:latin typeface="IBM Plex Sans Light" panose="020B0403050203000203" pitchFamily="34" charset="0"/>
              </a:defRPr>
            </a:lvl3pPr>
            <a:lvl4pPr marL="1371566" indent="0">
              <a:buNone/>
              <a:defRPr b="0" i="0">
                <a:solidFill>
                  <a:schemeClr val="accent1"/>
                </a:solidFill>
                <a:latin typeface="IBM Plex Sans Light" panose="020B0403050203000203" pitchFamily="34" charset="0"/>
              </a:defRPr>
            </a:lvl4pPr>
            <a:lvl5pPr marL="1828754" indent="0">
              <a:buNone/>
              <a:defRPr b="0" i="0">
                <a:solidFill>
                  <a:schemeClr val="accent1"/>
                </a:solidFill>
                <a:latin typeface="IBM Plex Sans Light" panose="020B0403050203000203" pitchFamily="34" charset="0"/>
              </a:defRPr>
            </a:lvl5pPr>
          </a:lstStyle>
          <a:p>
            <a:pPr lvl="0"/>
            <a:r>
              <a:rPr lang="en-US" dirty="0"/>
              <a:t>Click to edit subhead</a:t>
            </a:r>
          </a:p>
        </p:txBody>
      </p:sp>
      <p:sp>
        <p:nvSpPr>
          <p:cNvPr id="3" name="Content Placeholder 2"/>
          <p:cNvSpPr>
            <a:spLocks noGrp="1"/>
          </p:cNvSpPr>
          <p:nvPr>
            <p:ph sz="half" idx="1" hasCustomPrompt="1"/>
          </p:nvPr>
        </p:nvSpPr>
        <p:spPr>
          <a:xfrm>
            <a:off x="644769" y="2325842"/>
            <a:ext cx="5181600" cy="385112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6172200" y="2325842"/>
            <a:ext cx="5181600" cy="385112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44769" y="365129"/>
            <a:ext cx="10710619" cy="1325563"/>
          </a:xfrm>
        </p:spPr>
        <p:txBody>
          <a:bodyPr/>
          <a:lstStyle/>
          <a:p>
            <a:r>
              <a:rPr lang="en-US" dirty="0"/>
              <a:t>CLICK TO EDIT TITLE</a:t>
            </a:r>
          </a:p>
        </p:txBody>
      </p:sp>
      <p:sp>
        <p:nvSpPr>
          <p:cNvPr id="3" name="Text Placeholder 2"/>
          <p:cNvSpPr>
            <a:spLocks noGrp="1"/>
          </p:cNvSpPr>
          <p:nvPr>
            <p:ph type="body" idx="1" hasCustomPrompt="1"/>
          </p:nvPr>
        </p:nvSpPr>
        <p:spPr>
          <a:xfrm>
            <a:off x="644773" y="1681163"/>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text</a:t>
            </a:r>
          </a:p>
        </p:txBody>
      </p:sp>
      <p:sp>
        <p:nvSpPr>
          <p:cNvPr id="4" name="Content Placeholder 3"/>
          <p:cNvSpPr>
            <a:spLocks noGrp="1"/>
          </p:cNvSpPr>
          <p:nvPr>
            <p:ph sz="half" idx="2" hasCustomPrompt="1"/>
          </p:nvPr>
        </p:nvSpPr>
        <p:spPr>
          <a:xfrm>
            <a:off x="644773" y="2505075"/>
            <a:ext cx="5157787" cy="3684588"/>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hasCustomPrompt="1"/>
          </p:nvPr>
        </p:nvSpPr>
        <p:spPr>
          <a:xfrm>
            <a:off x="6172203" y="1681163"/>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text</a:t>
            </a:r>
          </a:p>
        </p:txBody>
      </p:sp>
      <p:sp>
        <p:nvSpPr>
          <p:cNvPr id="6" name="Content Placeholder 5"/>
          <p:cNvSpPr>
            <a:spLocks noGrp="1"/>
          </p:cNvSpPr>
          <p:nvPr>
            <p:ph sz="quarter" idx="4" hasCustomPrompt="1"/>
          </p:nvPr>
        </p:nvSpPr>
        <p:spPr>
          <a:xfrm>
            <a:off x="6172203" y="2505075"/>
            <a:ext cx="5183188" cy="3684588"/>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lide Number Placeholder 8"/>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TITLE</a:t>
            </a:r>
          </a:p>
        </p:txBody>
      </p:sp>
      <p:sp>
        <p:nvSpPr>
          <p:cNvPr id="5" name="Slide Number Placeholder 4"/>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Rectangle 1"/>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
        <p:nvSpPr>
          <p:cNvPr id="3" name="Content Placeholder 2"/>
          <p:cNvSpPr>
            <a:spLocks noGrp="1"/>
          </p:cNvSpPr>
          <p:nvPr>
            <p:ph idx="1" hasCustomPrompt="1"/>
          </p:nvPr>
        </p:nvSpPr>
        <p:spPr>
          <a:xfrm>
            <a:off x="5183188" y="987434"/>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hasCustomPrompt="1"/>
          </p:nvPr>
        </p:nvSpPr>
        <p:spPr>
          <a:xfrm>
            <a:off x="644777" y="2057402"/>
            <a:ext cx="4127255"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dirty="0"/>
              <a:t>Click to edit text</a:t>
            </a:r>
          </a:p>
        </p:txBody>
      </p:sp>
      <p:sp>
        <p:nvSpPr>
          <p:cNvPr id="2" name="Title 1"/>
          <p:cNvSpPr>
            <a:spLocks noGrp="1"/>
          </p:cNvSpPr>
          <p:nvPr>
            <p:ph type="title" hasCustomPrompt="1"/>
          </p:nvPr>
        </p:nvSpPr>
        <p:spPr>
          <a:xfrm>
            <a:off x="644777" y="457200"/>
            <a:ext cx="4127255" cy="1600200"/>
          </a:xfrm>
        </p:spPr>
        <p:txBody>
          <a:bodyPr anchor="b"/>
          <a:lstStyle>
            <a:lvl1pPr>
              <a:defRPr sz="3200"/>
            </a:lvl1pPr>
          </a:lstStyle>
          <a:p>
            <a:r>
              <a:rPr lang="en-US" dirty="0"/>
              <a:t>CLICK TO EDIT TITLE</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44777" y="457200"/>
            <a:ext cx="4127255" cy="1600200"/>
          </a:xfrm>
        </p:spPr>
        <p:txBody>
          <a:bodyPr anchor="b"/>
          <a:lstStyle>
            <a:lvl1pPr>
              <a:defRPr sz="3200"/>
            </a:lvl1pPr>
          </a:lstStyle>
          <a:p>
            <a:r>
              <a:rPr lang="en-US" dirty="0"/>
              <a:t>Click to edit title</a:t>
            </a:r>
          </a:p>
        </p:txBody>
      </p:sp>
      <p:sp>
        <p:nvSpPr>
          <p:cNvPr id="4" name="Text Placeholder 3"/>
          <p:cNvSpPr>
            <a:spLocks noGrp="1"/>
          </p:cNvSpPr>
          <p:nvPr>
            <p:ph type="body" sz="half" idx="2" hasCustomPrompt="1"/>
          </p:nvPr>
        </p:nvSpPr>
        <p:spPr>
          <a:xfrm>
            <a:off x="644777" y="2057402"/>
            <a:ext cx="4127255"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dirty="0"/>
              <a:t>Click to edit text</a:t>
            </a:r>
          </a:p>
        </p:txBody>
      </p:sp>
      <p:sp>
        <p:nvSpPr>
          <p:cNvPr id="3" name="Picture Placeholder 2"/>
          <p:cNvSpPr>
            <a:spLocks noGrp="1"/>
          </p:cNvSpPr>
          <p:nvPr>
            <p:ph type="pic" idx="1"/>
          </p:nvPr>
        </p:nvSpPr>
        <p:spPr>
          <a:xfrm>
            <a:off x="5183188" y="987434"/>
            <a:ext cx="6172200" cy="4873625"/>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dirty="0"/>
          </a:p>
        </p:txBody>
      </p:sp>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title</a:t>
            </a:r>
          </a:p>
        </p:txBody>
      </p:sp>
      <p:sp>
        <p:nvSpPr>
          <p:cNvPr id="3" name="Vertical Text Placeholder 2"/>
          <p:cNvSpPr>
            <a:spLocks noGrp="1"/>
          </p:cNvSpPr>
          <p:nvPr>
            <p:ph type="body" orient="vert" idx="1" hasCustomPrompt="1"/>
          </p:nvPr>
        </p:nvSpPr>
        <p:spPr/>
        <p:txBody>
          <a:bodyPr vert="eaVert"/>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2" y="365133"/>
            <a:ext cx="2628900" cy="5811839"/>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44769" y="365133"/>
            <a:ext cx="7927731" cy="581183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hank You Slide">
    <p:spTree>
      <p:nvGrpSpPr>
        <p:cNvPr id="1" name=""/>
        <p:cNvGrpSpPr/>
        <p:nvPr/>
      </p:nvGrpSpPr>
      <p:grpSpPr>
        <a:xfrm>
          <a:off x="0" y="0"/>
          <a:ext cx="0" cy="0"/>
          <a:chOff x="0" y="0"/>
          <a:chExt cx="0" cy="0"/>
        </a:xfrm>
      </p:grpSpPr>
      <p:pic>
        <p:nvPicPr>
          <p:cNvPr id="6" name="Picture 5" descr="A picture containing person, crowd, event, several&#10;&#10;Description automatically generated"/>
          <p:cNvPicPr>
            <a:picLocks noChangeAspect="1"/>
          </p:cNvPicPr>
          <p:nvPr userDrawn="1"/>
        </p:nvPicPr>
        <p:blipFill rotWithShape="1">
          <a:blip r:embed="rId2"/>
          <a:srcRect l="28985"/>
          <a:stretch>
            <a:fillRect/>
          </a:stretch>
        </p:blipFill>
        <p:spPr>
          <a:xfrm>
            <a:off x="3" y="0"/>
            <a:ext cx="7305260" cy="6858000"/>
          </a:xfrm>
          <a:prstGeom prst="rect">
            <a:avLst/>
          </a:prstGeom>
        </p:spPr>
      </p:pic>
      <p:pic>
        <p:nvPicPr>
          <p:cNvPr id="3" name="Picture 2" descr="A picture containing shape&#10;&#10;Description automatically generated"/>
          <p:cNvPicPr>
            <a:picLocks noChangeAspect="1"/>
          </p:cNvPicPr>
          <p:nvPr userDrawn="1"/>
        </p:nvPicPr>
        <p:blipFill>
          <a:blip r:embed="rId3"/>
          <a:stretch>
            <a:fillRect/>
          </a:stretch>
        </p:blipFill>
        <p:spPr>
          <a:xfrm>
            <a:off x="0" y="0"/>
            <a:ext cx="12192000" cy="6858000"/>
          </a:xfrm>
          <a:prstGeom prst="rect">
            <a:avLst/>
          </a:prstGeom>
        </p:spPr>
      </p:pic>
      <p:sp>
        <p:nvSpPr>
          <p:cNvPr id="5" name="TextBox 4"/>
          <p:cNvSpPr txBox="1"/>
          <p:nvPr userDrawn="1"/>
        </p:nvSpPr>
        <p:spPr>
          <a:xfrm>
            <a:off x="7284726" y="3144278"/>
            <a:ext cx="4245895" cy="923330"/>
          </a:xfrm>
          <a:prstGeom prst="rect">
            <a:avLst/>
          </a:prstGeom>
          <a:noFill/>
        </p:spPr>
        <p:txBody>
          <a:bodyPr wrap="square" rtlCol="0">
            <a:spAutoFit/>
          </a:bodyPr>
          <a:lstStyle/>
          <a:p>
            <a:pPr algn="r"/>
            <a:r>
              <a:rPr lang="en-US" sz="5400" b="0" i="0" dirty="0">
                <a:solidFill>
                  <a:schemeClr val="bg1"/>
                </a:solidFill>
                <a:latin typeface="Saira Condensed Condensed Light" pitchFamily="2" charset="77"/>
              </a:rPr>
              <a:t>THANK </a:t>
            </a:r>
            <a:r>
              <a:rPr lang="en-US" sz="5400" b="1" i="0" dirty="0">
                <a:solidFill>
                  <a:schemeClr val="bg1"/>
                </a:solidFill>
                <a:latin typeface="Saira Condensed Condensed Light" pitchFamily="2" charset="77"/>
              </a:rPr>
              <a:t>YOU</a:t>
            </a:r>
          </a:p>
        </p:txBody>
      </p:sp>
      <p:sp>
        <p:nvSpPr>
          <p:cNvPr id="9" name="TextBox 8"/>
          <p:cNvSpPr txBox="1"/>
          <p:nvPr userDrawn="1"/>
        </p:nvSpPr>
        <p:spPr>
          <a:xfrm>
            <a:off x="6096006" y="5170424"/>
            <a:ext cx="5434615" cy="584775"/>
          </a:xfrm>
          <a:prstGeom prst="rect">
            <a:avLst/>
          </a:prstGeom>
          <a:noFill/>
        </p:spPr>
        <p:txBody>
          <a:bodyPr wrap="square" rtlCol="0">
            <a:spAutoFit/>
          </a:bodyPr>
          <a:lstStyle/>
          <a:p>
            <a:pPr algn="r"/>
            <a:r>
              <a:rPr lang="en-US" sz="1600" b="1" kern="1200" dirty="0">
                <a:solidFill>
                  <a:schemeClr val="bg1"/>
                </a:solidFill>
                <a:effectLst/>
                <a:latin typeface="IBM Plex Sans" panose="020B0503050203000203" pitchFamily="34" charset="0"/>
                <a:ea typeface="+mn-ea"/>
                <a:cs typeface="+mn-cs"/>
              </a:rPr>
              <a:t>Stevens Institute of Technology</a:t>
            </a:r>
            <a:br>
              <a:rPr lang="en-US" sz="1600" b="1" kern="1200" dirty="0">
                <a:solidFill>
                  <a:schemeClr val="bg1"/>
                </a:solidFill>
                <a:effectLst/>
                <a:latin typeface="IBM Plex Sans" panose="020B0503050203000203" pitchFamily="34" charset="0"/>
                <a:ea typeface="+mn-ea"/>
                <a:cs typeface="+mn-cs"/>
              </a:rPr>
            </a:br>
            <a:r>
              <a:rPr lang="en-US" sz="1600" kern="1200" dirty="0">
                <a:solidFill>
                  <a:schemeClr val="bg1"/>
                </a:solidFill>
                <a:effectLst/>
                <a:latin typeface="IBM Plex Sans" panose="020B0503050203000203" pitchFamily="34" charset="0"/>
                <a:ea typeface="+mn-ea"/>
                <a:cs typeface="+mn-cs"/>
              </a:rPr>
              <a:t>1 Castle Point Terrace, Hoboken, NJ 07030</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Title with no Subhead">
    <p:spTree>
      <p:nvGrpSpPr>
        <p:cNvPr id="1" name=""/>
        <p:cNvGrpSpPr/>
        <p:nvPr/>
      </p:nvGrpSpPr>
      <p:grpSpPr>
        <a:xfrm>
          <a:off x="0" y="0"/>
          <a:ext cx="0" cy="0"/>
          <a:chOff x="0" y="0"/>
          <a:chExt cx="0" cy="0"/>
        </a:xfrm>
      </p:grpSpPr>
      <p:sp>
        <p:nvSpPr>
          <p:cNvPr id="3" name="Slide Number Placeholder 2"/>
          <p:cNvSpPr>
            <a:spLocks noGrp="1"/>
          </p:cNvSpPr>
          <p:nvPr>
            <p:ph type="sldNum" sz="quarter" idx="13"/>
          </p:nvPr>
        </p:nvSpPr>
        <p:spPr/>
        <p:txBody>
          <a:bodyPr/>
          <a:lstStyle/>
          <a:p>
            <a:fld id="{12342C3A-DD85-7843-B416-BD52AB030D59}" type="slidenum">
              <a:rPr lang="en-US" smtClean="0"/>
              <a:pPr/>
              <a:t>‹#›</a:t>
            </a:fld>
            <a:endParaRPr lang="en-US" dirty="0"/>
          </a:p>
        </p:txBody>
      </p:sp>
      <p:sp>
        <p:nvSpPr>
          <p:cNvPr id="6" name="Text Placeholder 2"/>
          <p:cNvSpPr>
            <a:spLocks noGrp="1"/>
          </p:cNvSpPr>
          <p:nvPr>
            <p:ph type="body" sz="quarter" idx="12" hasCustomPrompt="1"/>
          </p:nvPr>
        </p:nvSpPr>
        <p:spPr>
          <a:xfrm>
            <a:off x="302684" y="1112109"/>
            <a:ext cx="11588749" cy="4981786"/>
          </a:xfrm>
          <a:prstGeom prst="rect">
            <a:avLst/>
          </a:prstGeom>
        </p:spPr>
        <p:txBody>
          <a:bodyPr vert="horz"/>
          <a:lstStyle>
            <a:lvl1pPr marL="0" indent="0">
              <a:spcBef>
                <a:spcPts val="0"/>
              </a:spcBef>
              <a:spcAft>
                <a:spcPts val="1200"/>
              </a:spcAft>
              <a:buFontTx/>
              <a:buNone/>
              <a:defRPr sz="1600" b="0" i="0">
                <a:latin typeface="Arial"/>
                <a:cs typeface="Arial"/>
              </a:defRPr>
            </a:lvl1pPr>
            <a:lvl2pPr marL="457200" indent="0">
              <a:spcBef>
                <a:spcPts val="0"/>
              </a:spcBef>
              <a:spcAft>
                <a:spcPts val="1200"/>
              </a:spcAft>
              <a:buFontTx/>
              <a:buNone/>
              <a:defRPr sz="1600" b="0" i="0">
                <a:latin typeface="Arial"/>
                <a:cs typeface="Arial"/>
              </a:defRPr>
            </a:lvl2pPr>
            <a:lvl3pPr marL="914400" indent="0">
              <a:spcBef>
                <a:spcPts val="0"/>
              </a:spcBef>
              <a:spcAft>
                <a:spcPts val="1200"/>
              </a:spcAft>
              <a:buFontTx/>
              <a:buNone/>
              <a:defRPr sz="1400" b="0" i="0" baseline="0">
                <a:latin typeface="Arial"/>
                <a:cs typeface="Arial"/>
              </a:defRPr>
            </a:lvl3pPr>
            <a:lvl4pPr marL="1371600" indent="0">
              <a:spcBef>
                <a:spcPts val="0"/>
              </a:spcBef>
              <a:spcAft>
                <a:spcPts val="1200"/>
              </a:spcAft>
              <a:buFontTx/>
              <a:buNone/>
              <a:defRPr sz="1200" b="0" i="0" baseline="0">
                <a:latin typeface="Arial"/>
                <a:cs typeface="Arial"/>
              </a:defRPr>
            </a:lvl4pPr>
            <a:lvl5pPr marL="1828800" indent="0">
              <a:spcBef>
                <a:spcPts val="0"/>
              </a:spcBef>
              <a:spcAft>
                <a:spcPts val="1200"/>
              </a:spcAft>
              <a:buFontTx/>
              <a:buNone/>
              <a:defRPr sz="1000" b="0" i="0">
                <a:latin typeface="Arial"/>
                <a:cs typeface="Arial"/>
              </a:defRPr>
            </a:lvl5pPr>
          </a:lstStyle>
          <a:p>
            <a:pPr lvl="0"/>
            <a:r>
              <a:rPr lang="en-US" dirty="0"/>
              <a:t>Insert Text Here</a:t>
            </a:r>
          </a:p>
        </p:txBody>
      </p:sp>
      <p:sp>
        <p:nvSpPr>
          <p:cNvPr id="8" name="Title 1"/>
          <p:cNvSpPr>
            <a:spLocks noGrp="1"/>
          </p:cNvSpPr>
          <p:nvPr>
            <p:ph type="title" hasCustomPrompt="1"/>
          </p:nvPr>
        </p:nvSpPr>
        <p:spPr>
          <a:xfrm>
            <a:off x="302684" y="418354"/>
            <a:ext cx="9737787" cy="535863"/>
          </a:xfrm>
          <a:prstGeom prst="rect">
            <a:avLst/>
          </a:prstGeom>
        </p:spPr>
        <p:txBody>
          <a:bodyPr/>
          <a:lstStyle>
            <a:lvl1pPr>
              <a:defRPr sz="3000" b="1" i="0">
                <a:latin typeface="Arial"/>
                <a:cs typeface="Arial"/>
              </a:defRPr>
            </a:lvl1pPr>
          </a:lstStyle>
          <a:p>
            <a:r>
              <a:rPr lang="en-US" dirty="0"/>
              <a:t>Insert Slide Title</a:t>
            </a:r>
          </a:p>
        </p:txBody>
      </p:sp>
    </p:spTree>
    <p:extLst>
      <p:ext uri="{BB962C8B-B14F-4D97-AF65-F5344CB8AC3E}">
        <p14:creationId xmlns:p14="http://schemas.microsoft.com/office/powerpoint/2010/main" val="25152029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1.emf"/><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6"/>
          <a:stretch>
            <a:fillRect/>
          </a:stretch>
        </p:blipFill>
        <p:spPr>
          <a:xfrm>
            <a:off x="0" y="0"/>
            <a:ext cx="12192000" cy="6858000"/>
          </a:xfrm>
          <a:prstGeom prst="rect">
            <a:avLst/>
          </a:prstGeom>
        </p:spPr>
      </p:pic>
      <p:sp>
        <p:nvSpPr>
          <p:cNvPr id="2" name="Title Placeholder 1"/>
          <p:cNvSpPr>
            <a:spLocks noGrp="1"/>
          </p:cNvSpPr>
          <p:nvPr>
            <p:ph type="title"/>
          </p:nvPr>
        </p:nvSpPr>
        <p:spPr>
          <a:xfrm>
            <a:off x="644775" y="365129"/>
            <a:ext cx="10709031" cy="1325563"/>
          </a:xfrm>
          <a:prstGeom prst="rect">
            <a:avLst/>
          </a:prstGeom>
        </p:spPr>
        <p:txBody>
          <a:bodyPr vert="horz" lIns="91440" tIns="45720" rIns="91440" bIns="45720" rtlCol="0" anchor="t">
            <a:normAutofit/>
          </a:bodyPr>
          <a:lstStyle/>
          <a:p>
            <a:r>
              <a:rPr lang="en-US" dirty="0"/>
              <a:t>CLICK TO EDIT TITLE</a:t>
            </a:r>
          </a:p>
        </p:txBody>
      </p:sp>
      <p:sp>
        <p:nvSpPr>
          <p:cNvPr id="3" name="Text Placeholder 2"/>
          <p:cNvSpPr>
            <a:spLocks noGrp="1"/>
          </p:cNvSpPr>
          <p:nvPr>
            <p:ph type="body" idx="1"/>
          </p:nvPr>
        </p:nvSpPr>
        <p:spPr>
          <a:xfrm>
            <a:off x="644775" y="1825625"/>
            <a:ext cx="10709031" cy="4235176"/>
          </a:xfrm>
          <a:prstGeom prst="rect">
            <a:avLst/>
          </a:prstGeom>
        </p:spPr>
        <p:txBody>
          <a:bodyPr vert="horz" lIns="91440" tIns="45720" rIns="91440" bIns="45720" rtlCol="0">
            <a:normAutofit/>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4"/>
          </p:nvPr>
        </p:nvSpPr>
        <p:spPr>
          <a:xfrm>
            <a:off x="9375913" y="6276846"/>
            <a:ext cx="2743200" cy="365125"/>
          </a:xfrm>
          <a:prstGeom prst="rect">
            <a:avLst/>
          </a:prstGeom>
        </p:spPr>
        <p:txBody>
          <a:bodyPr vert="horz" lIns="91440" tIns="45720" rIns="91440" bIns="45720" rtlCol="0" anchor="ctr"/>
          <a:lstStyle>
            <a:lvl1pPr algn="r">
              <a:defRPr sz="1200" b="1" i="0">
                <a:solidFill>
                  <a:schemeClr val="accent1"/>
                </a:solidFill>
                <a:latin typeface="IBM Plex Sans" panose="020B0503050203000203" pitchFamily="34" charset="0"/>
              </a:defRPr>
            </a:lvl1pPr>
          </a:lstStyle>
          <a:p>
            <a:fld id="{4267CD5E-26CF-4249-8540-BB1D07FD4227}"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4" r:id="rId24"/>
  </p:sldLayoutIdLst>
  <p:hf hdr="0" ftr="0"/>
  <p:txStyles>
    <p:titleStyle>
      <a:lvl1pPr algn="l" defTabSz="913742" rtl="0" eaLnBrk="1" latinLnBrk="0" hangingPunct="1">
        <a:lnSpc>
          <a:spcPct val="90000"/>
        </a:lnSpc>
        <a:spcBef>
          <a:spcPct val="0"/>
        </a:spcBef>
        <a:buNone/>
        <a:defRPr sz="4000" b="1" i="0" kern="1200">
          <a:solidFill>
            <a:schemeClr val="tx1"/>
          </a:solidFill>
          <a:latin typeface="Saira Condensed Condensed SemiBold" pitchFamily="2" charset="77"/>
          <a:ea typeface="+mj-ea"/>
          <a:cs typeface="+mj-cs"/>
        </a:defRPr>
      </a:lvl1pPr>
    </p:titleStyle>
    <p:bodyStyle>
      <a:lvl1pPr marL="228594" indent="-228594" algn="l" defTabSz="913742" rtl="0" eaLnBrk="1" latinLnBrk="0" hangingPunct="1">
        <a:lnSpc>
          <a:spcPct val="90000"/>
        </a:lnSpc>
        <a:spcBef>
          <a:spcPts val="1000"/>
        </a:spcBef>
        <a:buClr>
          <a:schemeClr val="accent4"/>
        </a:buClr>
        <a:buFont typeface="Wingdings" panose="05000000000000000000" pitchFamily="2" charset="2"/>
        <a:buChar char="§"/>
        <a:defRPr sz="1800" b="0" i="0" kern="1200">
          <a:solidFill>
            <a:schemeClr val="tx1"/>
          </a:solidFill>
          <a:latin typeface="IBM Plex Sans" panose="020B0503050203000203" pitchFamily="34" charset="0"/>
          <a:ea typeface="+mn-ea"/>
          <a:cs typeface="+mn-cs"/>
        </a:defRPr>
      </a:lvl1pPr>
      <a:lvl2pPr marL="502907" indent="-228594" algn="l" defTabSz="913742" rtl="0" eaLnBrk="1" latinLnBrk="0" hangingPunct="1">
        <a:lnSpc>
          <a:spcPct val="90000"/>
        </a:lnSpc>
        <a:spcBef>
          <a:spcPts val="500"/>
        </a:spcBef>
        <a:buClr>
          <a:schemeClr val="accent4"/>
        </a:buClr>
        <a:buFont typeface="System Font Regular"/>
        <a:buChar char="-"/>
        <a:defRPr sz="1800" b="0" i="0" kern="1200">
          <a:solidFill>
            <a:schemeClr val="tx1"/>
          </a:solidFill>
          <a:latin typeface="IBM Plex Sans" panose="020B0503050203000203" pitchFamily="34" charset="0"/>
          <a:ea typeface="+mn-ea"/>
          <a:cs typeface="+mn-cs"/>
        </a:defRPr>
      </a:lvl2pPr>
      <a:lvl3pPr marL="777221" indent="-228594" algn="l" defTabSz="913742" rtl="0" eaLnBrk="1" latinLnBrk="0" hangingPunct="1">
        <a:lnSpc>
          <a:spcPct val="90000"/>
        </a:lnSpc>
        <a:spcBef>
          <a:spcPts val="500"/>
        </a:spcBef>
        <a:buClr>
          <a:schemeClr val="accent4"/>
        </a:buClr>
        <a:buFont typeface="System Font Regular"/>
        <a:buChar char="-"/>
        <a:defRPr sz="1600" b="0" i="0" kern="1200">
          <a:solidFill>
            <a:schemeClr val="tx1"/>
          </a:solidFill>
          <a:latin typeface="IBM Plex Sans" panose="020B0503050203000203" pitchFamily="34" charset="0"/>
          <a:ea typeface="+mn-ea"/>
          <a:cs typeface="+mn-cs"/>
        </a:defRPr>
      </a:lvl3pPr>
      <a:lvl4pPr marL="1005815" indent="-228594" algn="l" defTabSz="913742" rtl="0" eaLnBrk="1" latinLnBrk="0" hangingPunct="1">
        <a:lnSpc>
          <a:spcPct val="90000"/>
        </a:lnSpc>
        <a:spcBef>
          <a:spcPts val="500"/>
        </a:spcBef>
        <a:buClr>
          <a:schemeClr val="accent4"/>
        </a:buClr>
        <a:buFont typeface="System Font Regular"/>
        <a:buChar char="-"/>
        <a:defRPr sz="1600" b="0" i="0" kern="1200">
          <a:solidFill>
            <a:schemeClr val="tx1"/>
          </a:solidFill>
          <a:latin typeface="IBM Plex Sans" panose="020B0503050203000203" pitchFamily="34" charset="0"/>
          <a:ea typeface="+mn-ea"/>
          <a:cs typeface="+mn-cs"/>
        </a:defRPr>
      </a:lvl4pPr>
      <a:lvl5pPr marL="1280128" indent="-228594" algn="l" defTabSz="913742" rtl="0" eaLnBrk="1" latinLnBrk="0" hangingPunct="1">
        <a:lnSpc>
          <a:spcPct val="90000"/>
        </a:lnSpc>
        <a:spcBef>
          <a:spcPts val="500"/>
        </a:spcBef>
        <a:buClr>
          <a:schemeClr val="accent4"/>
        </a:buClr>
        <a:buFont typeface="System Font Regular"/>
        <a:buChar char="-"/>
        <a:defRPr sz="1400" b="0" i="0" kern="1200">
          <a:solidFill>
            <a:schemeClr val="tx1"/>
          </a:solidFill>
          <a:latin typeface="IBM Plex Sans" panose="020B0503050203000203" pitchFamily="34" charset="0"/>
          <a:ea typeface="+mn-ea"/>
          <a:cs typeface="+mn-cs"/>
        </a:defRPr>
      </a:lvl5pPr>
      <a:lvl6pPr marL="2514537" indent="-228594" algn="l" defTabSz="913742"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726" indent="-228594" algn="l" defTabSz="913742"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8914" indent="-228594" algn="l" defTabSz="913742"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103" indent="-228594" algn="l" defTabSz="913742"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3742" rtl="0" eaLnBrk="1" latinLnBrk="0" hangingPunct="1">
        <a:defRPr sz="1800" kern="1200">
          <a:solidFill>
            <a:schemeClr val="tx1"/>
          </a:solidFill>
          <a:latin typeface="+mn-lt"/>
          <a:ea typeface="+mn-ea"/>
          <a:cs typeface="+mn-cs"/>
        </a:defRPr>
      </a:lvl1pPr>
      <a:lvl2pPr marL="457189" algn="l" defTabSz="913742" rtl="0" eaLnBrk="1" latinLnBrk="0" hangingPunct="1">
        <a:defRPr sz="1800" kern="1200">
          <a:solidFill>
            <a:schemeClr val="tx1"/>
          </a:solidFill>
          <a:latin typeface="+mn-lt"/>
          <a:ea typeface="+mn-ea"/>
          <a:cs typeface="+mn-cs"/>
        </a:defRPr>
      </a:lvl2pPr>
      <a:lvl3pPr marL="914377" algn="l" defTabSz="913742" rtl="0" eaLnBrk="1" latinLnBrk="0" hangingPunct="1">
        <a:defRPr sz="1800" kern="1200">
          <a:solidFill>
            <a:schemeClr val="tx1"/>
          </a:solidFill>
          <a:latin typeface="+mn-lt"/>
          <a:ea typeface="+mn-ea"/>
          <a:cs typeface="+mn-cs"/>
        </a:defRPr>
      </a:lvl3pPr>
      <a:lvl4pPr marL="1371566" algn="l" defTabSz="913742" rtl="0" eaLnBrk="1" latinLnBrk="0" hangingPunct="1">
        <a:defRPr sz="1800" kern="1200">
          <a:solidFill>
            <a:schemeClr val="tx1"/>
          </a:solidFill>
          <a:latin typeface="+mn-lt"/>
          <a:ea typeface="+mn-ea"/>
          <a:cs typeface="+mn-cs"/>
        </a:defRPr>
      </a:lvl4pPr>
      <a:lvl5pPr marL="1828754" algn="l" defTabSz="913742" rtl="0" eaLnBrk="1" latinLnBrk="0" hangingPunct="1">
        <a:defRPr sz="1800" kern="1200">
          <a:solidFill>
            <a:schemeClr val="tx1"/>
          </a:solidFill>
          <a:latin typeface="+mn-lt"/>
          <a:ea typeface="+mn-ea"/>
          <a:cs typeface="+mn-cs"/>
        </a:defRPr>
      </a:lvl5pPr>
      <a:lvl6pPr marL="2285943" algn="l" defTabSz="913742" rtl="0" eaLnBrk="1" latinLnBrk="0" hangingPunct="1">
        <a:defRPr sz="1800" kern="1200">
          <a:solidFill>
            <a:schemeClr val="tx1"/>
          </a:solidFill>
          <a:latin typeface="+mn-lt"/>
          <a:ea typeface="+mn-ea"/>
          <a:cs typeface="+mn-cs"/>
        </a:defRPr>
      </a:lvl6pPr>
      <a:lvl7pPr marL="2743131" algn="l" defTabSz="913742" rtl="0" eaLnBrk="1" latinLnBrk="0" hangingPunct="1">
        <a:defRPr sz="1800" kern="1200">
          <a:solidFill>
            <a:schemeClr val="tx1"/>
          </a:solidFill>
          <a:latin typeface="+mn-lt"/>
          <a:ea typeface="+mn-ea"/>
          <a:cs typeface="+mn-cs"/>
        </a:defRPr>
      </a:lvl7pPr>
      <a:lvl8pPr marL="3200320" algn="l" defTabSz="913742" rtl="0" eaLnBrk="1" latinLnBrk="0" hangingPunct="1">
        <a:defRPr sz="1800" kern="1200">
          <a:solidFill>
            <a:schemeClr val="tx1"/>
          </a:solidFill>
          <a:latin typeface="+mn-lt"/>
          <a:ea typeface="+mn-ea"/>
          <a:cs typeface="+mn-cs"/>
        </a:defRPr>
      </a:lvl8pPr>
      <a:lvl9pPr marL="3657509" algn="l" defTabSz="913742"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39059" y="1111973"/>
            <a:ext cx="8726171" cy="2061211"/>
          </a:xfrm>
        </p:spPr>
        <p:txBody>
          <a:bodyPr>
            <a:normAutofit/>
          </a:bodyPr>
          <a:lstStyle/>
          <a:p>
            <a:pPr algn="l"/>
            <a:r>
              <a:rPr lang="en-US" sz="4400" b="1" dirty="0">
                <a:latin typeface="Arial" panose="020B0604020202090204"/>
                <a:sym typeface="+mn-ea"/>
              </a:rPr>
              <a:t>SSW-555: Agile Methods for Software Development</a:t>
            </a:r>
            <a:endParaRPr lang="en-US" sz="4400" dirty="0"/>
          </a:p>
        </p:txBody>
      </p:sp>
      <p:sp>
        <p:nvSpPr>
          <p:cNvPr id="3" name="Subtitle 2"/>
          <p:cNvSpPr>
            <a:spLocks noGrp="1"/>
          </p:cNvSpPr>
          <p:nvPr>
            <p:ph type="subTitle" idx="1"/>
          </p:nvPr>
        </p:nvSpPr>
        <p:spPr>
          <a:xfrm>
            <a:off x="779350" y="3564437"/>
            <a:ext cx="7041743" cy="934635"/>
          </a:xfrm>
        </p:spPr>
        <p:txBody>
          <a:bodyPr>
            <a:normAutofit/>
          </a:bodyPr>
          <a:lstStyle/>
          <a:p>
            <a:pPr algn="l"/>
            <a:r>
              <a:rPr lang="en-US" sz="3200" b="1" dirty="0">
                <a:latin typeface="Arial Bold" panose="020B0604020202090204" charset="0"/>
              </a:rPr>
              <a:t>Scenario-based questions 2</a:t>
            </a:r>
            <a:endParaRPr lang="en-US" sz="3200" b="1" dirty="0">
              <a:latin typeface="Arial Bold" panose="020B0604020202090204" charset="0"/>
              <a:cs typeface="Arial Bold" panose="020B0604020202090204" charset="0"/>
            </a:endParaRPr>
          </a:p>
        </p:txBody>
      </p:sp>
      <p:sp>
        <p:nvSpPr>
          <p:cNvPr id="5" name="Text Placeholder 4"/>
          <p:cNvSpPr>
            <a:spLocks noGrp="1"/>
          </p:cNvSpPr>
          <p:nvPr>
            <p:ph type="body" sz="quarter" idx="11"/>
          </p:nvPr>
        </p:nvSpPr>
        <p:spPr>
          <a:xfrm>
            <a:off x="873126" y="4726864"/>
            <a:ext cx="6854191" cy="903605"/>
          </a:xfrm>
        </p:spPr>
        <p:txBody>
          <a:bodyPr>
            <a:noAutofit/>
          </a:bodyPr>
          <a:lstStyle/>
          <a:p>
            <a:pPr algn="l"/>
            <a:r>
              <a:rPr lang="en-US" dirty="0">
                <a:latin typeface="Calibri"/>
                <a:sym typeface="+mn-ea"/>
              </a:rPr>
              <a:t>Instructor: Dr. Nafiseh Ghorbani </a:t>
            </a:r>
          </a:p>
          <a:p>
            <a:pPr algn="l"/>
            <a:r>
              <a:rPr lang="en-US" dirty="0">
                <a:latin typeface="Calibri"/>
                <a:sym typeface="+mn-ea"/>
              </a:rPr>
              <a:t>Department of Systems and Enterprises </a:t>
            </a:r>
          </a:p>
          <a:p>
            <a:pPr algn="l"/>
            <a:r>
              <a:rPr lang="en-US" dirty="0">
                <a:latin typeface="Calibri"/>
                <a:sym typeface="+mn-ea"/>
              </a:rPr>
              <a:t>Stevens Institute of Technology</a:t>
            </a:r>
            <a:endParaRPr lang="en-US" dirty="0">
              <a:latin typeface="Calibri"/>
            </a:endParaRPr>
          </a:p>
          <a:p>
            <a:pPr algn="l"/>
            <a:endParaRPr lang="en-US" dirty="0">
              <a:latin typeface="Calibri"/>
            </a:endParaRPr>
          </a:p>
        </p:txBody>
      </p:sp>
      <p:sp>
        <p:nvSpPr>
          <p:cNvPr id="4" name="Date Placeholder 3"/>
          <p:cNvSpPr>
            <a:spLocks noGrp="1"/>
          </p:cNvSpPr>
          <p:nvPr>
            <p:ph type="dt" sz="half" idx="10"/>
          </p:nvPr>
        </p:nvSpPr>
        <p:spPr>
          <a:xfrm>
            <a:off x="7914869" y="6474380"/>
            <a:ext cx="4131195" cy="230832"/>
          </a:xfrm>
        </p:spPr>
        <p:txBody>
          <a:bodyPr/>
          <a:lstStyle/>
          <a:p>
            <a:r>
              <a:rPr lang="en-US" sz="900" b="0" dirty="0"/>
              <a:t>This Lecture is based on material from Prof. Jim Rowland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F88A9A4-25EA-78A9-2A9C-E746AFFF2904}"/>
              </a:ext>
            </a:extLst>
          </p:cNvPr>
          <p:cNvSpPr>
            <a:spLocks noGrp="1"/>
          </p:cNvSpPr>
          <p:nvPr>
            <p:ph type="sldNum" sz="quarter" idx="13"/>
          </p:nvPr>
        </p:nvSpPr>
        <p:spPr/>
        <p:txBody>
          <a:bodyPr/>
          <a:lstStyle/>
          <a:p>
            <a:fld id="{12342C3A-DD85-7843-B416-BD52AB030D59}" type="slidenum">
              <a:rPr lang="en-US" smtClean="0"/>
              <a:pPr/>
              <a:t>2</a:t>
            </a:fld>
            <a:endParaRPr lang="en-US" dirty="0"/>
          </a:p>
        </p:txBody>
      </p:sp>
      <p:sp>
        <p:nvSpPr>
          <p:cNvPr id="3" name="Text Placeholder 2">
            <a:extLst>
              <a:ext uri="{FF2B5EF4-FFF2-40B4-BE49-F238E27FC236}">
                <a16:creationId xmlns:a16="http://schemas.microsoft.com/office/drawing/2014/main" id="{8973CC4F-820B-7586-B9BA-208F083DE618}"/>
              </a:ext>
            </a:extLst>
          </p:cNvPr>
          <p:cNvSpPr>
            <a:spLocks noGrp="1"/>
          </p:cNvSpPr>
          <p:nvPr>
            <p:ph type="body" sz="quarter" idx="12"/>
          </p:nvPr>
        </p:nvSpPr>
        <p:spPr/>
        <p:txBody>
          <a:bodyPr>
            <a:normAutofit/>
          </a:bodyPr>
          <a:lstStyle/>
          <a:p>
            <a:r>
              <a:rPr lang="en-US" sz="2000" b="1" dirty="0"/>
              <a:t>Agile Testing:</a:t>
            </a:r>
            <a:endParaRPr lang="en-US" sz="2000" dirty="0"/>
          </a:p>
          <a:p>
            <a:pPr marL="800100" lvl="1" indent="-342900">
              <a:buFont typeface="Arial" panose="020B0604020202020204" pitchFamily="34" charset="0"/>
              <a:buChar char="•"/>
            </a:pPr>
            <a:r>
              <a:rPr lang="en-US" sz="2000" dirty="0"/>
              <a:t>Testing occurs </a:t>
            </a:r>
            <a:r>
              <a:rPr lang="en-US" sz="2000" b="1" dirty="0"/>
              <a:t>continuously</a:t>
            </a:r>
            <a:r>
              <a:rPr lang="en-US" sz="2000" dirty="0"/>
              <a:t> throughout the development lifecycle.</a:t>
            </a:r>
          </a:p>
          <a:p>
            <a:pPr marL="800100" lvl="1" indent="-342900">
              <a:buFont typeface="Arial" panose="020B0604020202020204" pitchFamily="34" charset="0"/>
              <a:buChar char="•"/>
            </a:pPr>
            <a:r>
              <a:rPr lang="en-US" sz="2000" dirty="0"/>
              <a:t>There are multiple iterations or sprints, and testing is done after each sprint.</a:t>
            </a:r>
          </a:p>
          <a:p>
            <a:pPr marL="800100" lvl="1" indent="-342900">
              <a:buFont typeface="Arial" panose="020B0604020202020204" pitchFamily="34" charset="0"/>
              <a:buChar char="•"/>
            </a:pPr>
            <a:r>
              <a:rPr lang="en-US" sz="2000" dirty="0"/>
              <a:t>Testers and developers work </a:t>
            </a:r>
            <a:r>
              <a:rPr lang="en-US" sz="2000" b="1" dirty="0"/>
              <a:t>collaboratively</a:t>
            </a:r>
            <a:r>
              <a:rPr lang="en-US" sz="2000" dirty="0"/>
              <a:t> from the beginning.</a:t>
            </a:r>
          </a:p>
          <a:p>
            <a:pPr marL="800100" lvl="1" indent="-342900">
              <a:buFont typeface="Arial" panose="020B0604020202020204" pitchFamily="34" charset="0"/>
              <a:buChar char="•"/>
            </a:pPr>
            <a:r>
              <a:rPr lang="en-US" sz="2000" dirty="0"/>
              <a:t>Testing focuses on </a:t>
            </a:r>
            <a:r>
              <a:rPr lang="en-US" sz="2000" b="1" dirty="0"/>
              <a:t>small chunks</a:t>
            </a:r>
            <a:r>
              <a:rPr lang="en-US" sz="2000" dirty="0"/>
              <a:t> of functionality, making it possible to get fast feedback.</a:t>
            </a:r>
          </a:p>
          <a:p>
            <a:pPr marL="800100" lvl="1" indent="-342900">
              <a:buFont typeface="Arial" panose="020B0604020202020204" pitchFamily="34" charset="0"/>
              <a:buChar char="•"/>
            </a:pPr>
            <a:r>
              <a:rPr lang="en-US" sz="2000" dirty="0"/>
              <a:t>Testing is </a:t>
            </a:r>
            <a:r>
              <a:rPr lang="en-US" sz="2000" b="1" dirty="0"/>
              <a:t>integrated</a:t>
            </a:r>
            <a:r>
              <a:rPr lang="en-US" sz="2000" dirty="0"/>
              <a:t> into the development process; there is no distinct phase for it.</a:t>
            </a:r>
          </a:p>
          <a:p>
            <a:pPr marL="800100" lvl="1" indent="-342900">
              <a:buFont typeface="Arial" panose="020B0604020202020204" pitchFamily="34" charset="0"/>
              <a:buChar char="•"/>
            </a:pPr>
            <a:r>
              <a:rPr lang="en-US" sz="2000" dirty="0"/>
              <a:t>Agile embraces changes, so testing is flexible to accommodate evolving requirements.</a:t>
            </a:r>
          </a:p>
          <a:p>
            <a:endParaRPr lang="en-US" sz="2000" dirty="0"/>
          </a:p>
        </p:txBody>
      </p:sp>
      <p:sp>
        <p:nvSpPr>
          <p:cNvPr id="4" name="Title 3">
            <a:extLst>
              <a:ext uri="{FF2B5EF4-FFF2-40B4-BE49-F238E27FC236}">
                <a16:creationId xmlns:a16="http://schemas.microsoft.com/office/drawing/2014/main" id="{CD80AB5C-E24C-7B7F-F5B4-8B8C3C1D42D9}"/>
              </a:ext>
            </a:extLst>
          </p:cNvPr>
          <p:cNvSpPr>
            <a:spLocks noGrp="1"/>
          </p:cNvSpPr>
          <p:nvPr>
            <p:ph type="title"/>
          </p:nvPr>
        </p:nvSpPr>
        <p:spPr/>
        <p:txBody>
          <a:bodyPr/>
          <a:lstStyle/>
          <a:p>
            <a:r>
              <a:rPr lang="en-US" dirty="0"/>
              <a:t>How is Testing Different in Agile vs. Waterfall?</a:t>
            </a:r>
          </a:p>
        </p:txBody>
      </p:sp>
    </p:spTree>
    <p:extLst>
      <p:ext uri="{BB962C8B-B14F-4D97-AF65-F5344CB8AC3E}">
        <p14:creationId xmlns:p14="http://schemas.microsoft.com/office/powerpoint/2010/main" val="33218950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E26F0DA-4359-A774-77BE-34F8FF31E9F3}"/>
              </a:ext>
            </a:extLst>
          </p:cNvPr>
          <p:cNvSpPr>
            <a:spLocks noGrp="1"/>
          </p:cNvSpPr>
          <p:nvPr>
            <p:ph type="sldNum" sz="quarter" idx="13"/>
          </p:nvPr>
        </p:nvSpPr>
        <p:spPr/>
        <p:txBody>
          <a:bodyPr/>
          <a:lstStyle/>
          <a:p>
            <a:fld id="{12342C3A-DD85-7843-B416-BD52AB030D59}" type="slidenum">
              <a:rPr lang="en-US" smtClean="0"/>
              <a:pPr/>
              <a:t>3</a:t>
            </a:fld>
            <a:endParaRPr lang="en-US" dirty="0"/>
          </a:p>
        </p:txBody>
      </p:sp>
      <p:sp>
        <p:nvSpPr>
          <p:cNvPr id="3" name="Text Placeholder 2">
            <a:extLst>
              <a:ext uri="{FF2B5EF4-FFF2-40B4-BE49-F238E27FC236}">
                <a16:creationId xmlns:a16="http://schemas.microsoft.com/office/drawing/2014/main" id="{83438767-38AA-F4C2-F80D-E399A6F9E777}"/>
              </a:ext>
            </a:extLst>
          </p:cNvPr>
          <p:cNvSpPr>
            <a:spLocks noGrp="1"/>
          </p:cNvSpPr>
          <p:nvPr>
            <p:ph type="body" sz="quarter" idx="12"/>
          </p:nvPr>
        </p:nvSpPr>
        <p:spPr/>
        <p:txBody>
          <a:bodyPr>
            <a:normAutofit/>
          </a:bodyPr>
          <a:lstStyle/>
          <a:p>
            <a:r>
              <a:rPr lang="en-US" sz="2000" b="1" dirty="0"/>
              <a:t>Waterfall Testing:</a:t>
            </a:r>
            <a:endParaRPr lang="en-US" sz="2000" dirty="0"/>
          </a:p>
          <a:p>
            <a:pPr marL="800100" lvl="1" indent="-342900">
              <a:buFont typeface="Arial" panose="020B0604020202020204" pitchFamily="34" charset="0"/>
              <a:buChar char="•"/>
            </a:pPr>
            <a:r>
              <a:rPr lang="en-US" sz="2000" dirty="0"/>
              <a:t>Testing occurs only </a:t>
            </a:r>
            <a:r>
              <a:rPr lang="en-US" sz="2000" b="1" dirty="0"/>
              <a:t>after</a:t>
            </a:r>
            <a:r>
              <a:rPr lang="en-US" sz="2000" dirty="0"/>
              <a:t> the entire development phase is complete.</a:t>
            </a:r>
          </a:p>
          <a:p>
            <a:pPr marL="800100" lvl="1" indent="-342900">
              <a:buFont typeface="Arial" panose="020B0604020202020204" pitchFamily="34" charset="0"/>
              <a:buChar char="•"/>
            </a:pPr>
            <a:r>
              <a:rPr lang="en-US" sz="2000" dirty="0"/>
              <a:t>The testing phase is a </a:t>
            </a:r>
            <a:r>
              <a:rPr lang="en-US" sz="2000" b="1" dirty="0"/>
              <a:t>separate step</a:t>
            </a:r>
            <a:r>
              <a:rPr lang="en-US" sz="2000" dirty="0"/>
              <a:t> after the design and coding phases.</a:t>
            </a:r>
          </a:p>
          <a:p>
            <a:pPr marL="800100" lvl="1" indent="-342900">
              <a:buFont typeface="Arial" panose="020B0604020202020204" pitchFamily="34" charset="0"/>
              <a:buChar char="•"/>
            </a:pPr>
            <a:r>
              <a:rPr lang="en-US" sz="2000" dirty="0"/>
              <a:t>Testers typically work in isolation after development is done.</a:t>
            </a:r>
          </a:p>
          <a:p>
            <a:pPr marL="800100" lvl="1" indent="-342900">
              <a:buFont typeface="Arial" panose="020B0604020202020204" pitchFamily="34" charset="0"/>
              <a:buChar char="•"/>
            </a:pPr>
            <a:r>
              <a:rPr lang="en-US" sz="2000" dirty="0"/>
              <a:t>Testing is based on a </a:t>
            </a:r>
            <a:r>
              <a:rPr lang="en-US" sz="2000" b="1" dirty="0"/>
              <a:t>fixed set of requirements</a:t>
            </a:r>
            <a:r>
              <a:rPr lang="en-US" sz="2000" dirty="0"/>
              <a:t> defined upfront.</a:t>
            </a:r>
          </a:p>
          <a:p>
            <a:pPr marL="800100" lvl="1" indent="-342900">
              <a:buFont typeface="Arial" panose="020B0604020202020204" pitchFamily="34" charset="0"/>
              <a:buChar char="•"/>
            </a:pPr>
            <a:r>
              <a:rPr lang="en-US" sz="2000" dirty="0"/>
              <a:t>Waterfall testing follows a linear approach, meaning that if there is an issue found after the testing phase, it’s costly and time-consuming to go back and fix it.</a:t>
            </a:r>
          </a:p>
          <a:p>
            <a:endParaRPr lang="en-US" sz="2000" dirty="0"/>
          </a:p>
        </p:txBody>
      </p:sp>
      <p:sp>
        <p:nvSpPr>
          <p:cNvPr id="4" name="Title 3">
            <a:extLst>
              <a:ext uri="{FF2B5EF4-FFF2-40B4-BE49-F238E27FC236}">
                <a16:creationId xmlns:a16="http://schemas.microsoft.com/office/drawing/2014/main" id="{CFFCC1D6-DFA6-EB8D-2E98-D6C755A747B9}"/>
              </a:ext>
            </a:extLst>
          </p:cNvPr>
          <p:cNvSpPr>
            <a:spLocks noGrp="1"/>
          </p:cNvSpPr>
          <p:nvPr>
            <p:ph type="title"/>
          </p:nvPr>
        </p:nvSpPr>
        <p:spPr/>
        <p:txBody>
          <a:bodyPr/>
          <a:lstStyle/>
          <a:p>
            <a:r>
              <a:rPr lang="en-US" dirty="0"/>
              <a:t>How is Testing Different in Agile vs. Waterfall?</a:t>
            </a:r>
          </a:p>
        </p:txBody>
      </p:sp>
    </p:spTree>
    <p:extLst>
      <p:ext uri="{BB962C8B-B14F-4D97-AF65-F5344CB8AC3E}">
        <p14:creationId xmlns:p14="http://schemas.microsoft.com/office/powerpoint/2010/main" val="18597304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1014580-BF8E-CB7D-B70D-A2B3F46A3465}"/>
              </a:ext>
            </a:extLst>
          </p:cNvPr>
          <p:cNvSpPr>
            <a:spLocks noGrp="1"/>
          </p:cNvSpPr>
          <p:nvPr>
            <p:ph type="sldNum" sz="quarter" idx="13"/>
          </p:nvPr>
        </p:nvSpPr>
        <p:spPr/>
        <p:txBody>
          <a:bodyPr/>
          <a:lstStyle/>
          <a:p>
            <a:fld id="{12342C3A-DD85-7843-B416-BD52AB030D59}" type="slidenum">
              <a:rPr lang="en-US" smtClean="0"/>
              <a:pPr/>
              <a:t>4</a:t>
            </a:fld>
            <a:endParaRPr lang="en-US" dirty="0"/>
          </a:p>
        </p:txBody>
      </p:sp>
      <p:sp>
        <p:nvSpPr>
          <p:cNvPr id="3" name="Text Placeholder 2">
            <a:extLst>
              <a:ext uri="{FF2B5EF4-FFF2-40B4-BE49-F238E27FC236}">
                <a16:creationId xmlns:a16="http://schemas.microsoft.com/office/drawing/2014/main" id="{631F56EC-2395-1627-D588-484D834582D8}"/>
              </a:ext>
            </a:extLst>
          </p:cNvPr>
          <p:cNvSpPr>
            <a:spLocks noGrp="1"/>
          </p:cNvSpPr>
          <p:nvPr>
            <p:ph type="body" sz="quarter" idx="12"/>
          </p:nvPr>
        </p:nvSpPr>
        <p:spPr/>
        <p:txBody>
          <a:bodyPr>
            <a:normAutofit/>
          </a:bodyPr>
          <a:lstStyle/>
          <a:p>
            <a:r>
              <a:rPr lang="en-US" sz="2000" b="1" dirty="0"/>
              <a:t>Agile Testing:</a:t>
            </a:r>
            <a:endParaRPr lang="en-US" sz="2000" dirty="0"/>
          </a:p>
          <a:p>
            <a:pPr marL="800100" lvl="1" indent="-342900">
              <a:buFont typeface="Arial" panose="020B0604020202020204" pitchFamily="34" charset="0"/>
              <a:buChar char="•"/>
            </a:pPr>
            <a:r>
              <a:rPr lang="en-US" sz="2000" dirty="0"/>
              <a:t>Testing is an </a:t>
            </a:r>
            <a:r>
              <a:rPr lang="en-US" sz="2000" b="1" dirty="0"/>
              <a:t>integral part</a:t>
            </a:r>
            <a:r>
              <a:rPr lang="en-US" sz="2000" dirty="0"/>
              <a:t> of every team member’s responsibilities, not just the QA team.</a:t>
            </a:r>
          </a:p>
          <a:p>
            <a:pPr marL="800100" lvl="1" indent="-342900">
              <a:buFont typeface="Arial" panose="020B0604020202020204" pitchFamily="34" charset="0"/>
              <a:buChar char="•"/>
            </a:pPr>
            <a:r>
              <a:rPr lang="en-US" sz="2000" b="1" dirty="0"/>
              <a:t>Test-driven development (TDD)</a:t>
            </a:r>
            <a:r>
              <a:rPr lang="en-US" sz="2000" dirty="0"/>
              <a:t> and </a:t>
            </a:r>
            <a:r>
              <a:rPr lang="en-US" sz="2000" b="1" dirty="0"/>
              <a:t>Behavior-driven development (BDD)</a:t>
            </a:r>
            <a:r>
              <a:rPr lang="en-US" sz="2000" dirty="0"/>
              <a:t> are often used, which involve writing tests before code.</a:t>
            </a:r>
          </a:p>
          <a:p>
            <a:pPr marL="800100" lvl="1" indent="-342900">
              <a:buFont typeface="Arial" panose="020B0604020202020204" pitchFamily="34" charset="0"/>
              <a:buChar char="•"/>
            </a:pPr>
            <a:r>
              <a:rPr lang="en-US" sz="2000" dirty="0"/>
              <a:t>Testers, developers, and business stakeholders collaborate in defining user stories and acceptance criteria.</a:t>
            </a:r>
          </a:p>
          <a:p>
            <a:pPr marL="800100" lvl="1" indent="-342900">
              <a:buFont typeface="Arial" panose="020B0604020202020204" pitchFamily="34" charset="0"/>
              <a:buChar char="•"/>
            </a:pPr>
            <a:r>
              <a:rPr lang="en-US" sz="2000" dirty="0"/>
              <a:t>The focus is on </a:t>
            </a:r>
            <a:r>
              <a:rPr lang="en-US" sz="2000" b="1" dirty="0"/>
              <a:t>frequent feedback</a:t>
            </a:r>
            <a:r>
              <a:rPr lang="en-US" sz="2000" dirty="0"/>
              <a:t>, and tests are continually updated and executed.</a:t>
            </a:r>
          </a:p>
          <a:p>
            <a:endParaRPr lang="en-US" sz="2000" dirty="0"/>
          </a:p>
        </p:txBody>
      </p:sp>
      <p:sp>
        <p:nvSpPr>
          <p:cNvPr id="4" name="Title 3">
            <a:extLst>
              <a:ext uri="{FF2B5EF4-FFF2-40B4-BE49-F238E27FC236}">
                <a16:creationId xmlns:a16="http://schemas.microsoft.com/office/drawing/2014/main" id="{3A59BCD0-D1F8-72B3-007F-00A75067E886}"/>
              </a:ext>
            </a:extLst>
          </p:cNvPr>
          <p:cNvSpPr>
            <a:spLocks noGrp="1"/>
          </p:cNvSpPr>
          <p:nvPr>
            <p:ph type="title"/>
          </p:nvPr>
        </p:nvSpPr>
        <p:spPr/>
        <p:txBody>
          <a:bodyPr>
            <a:noAutofit/>
          </a:bodyPr>
          <a:lstStyle/>
          <a:p>
            <a:r>
              <a:rPr lang="en-US" sz="2400" dirty="0"/>
              <a:t>How Does the Role of Testing Differ Between Agile and Waterfall?</a:t>
            </a:r>
          </a:p>
        </p:txBody>
      </p:sp>
    </p:spTree>
    <p:extLst>
      <p:ext uri="{BB962C8B-B14F-4D97-AF65-F5344CB8AC3E}">
        <p14:creationId xmlns:p14="http://schemas.microsoft.com/office/powerpoint/2010/main" val="31448117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6E8BE03-1C4E-5978-53F4-B9FA9C938CB1}"/>
              </a:ext>
            </a:extLst>
          </p:cNvPr>
          <p:cNvSpPr>
            <a:spLocks noGrp="1"/>
          </p:cNvSpPr>
          <p:nvPr>
            <p:ph type="sldNum" sz="quarter" idx="13"/>
          </p:nvPr>
        </p:nvSpPr>
        <p:spPr/>
        <p:txBody>
          <a:bodyPr/>
          <a:lstStyle/>
          <a:p>
            <a:fld id="{12342C3A-DD85-7843-B416-BD52AB030D59}" type="slidenum">
              <a:rPr lang="en-US" smtClean="0"/>
              <a:pPr/>
              <a:t>5</a:t>
            </a:fld>
            <a:endParaRPr lang="en-US" dirty="0"/>
          </a:p>
        </p:txBody>
      </p:sp>
      <p:sp>
        <p:nvSpPr>
          <p:cNvPr id="3" name="Text Placeholder 2">
            <a:extLst>
              <a:ext uri="{FF2B5EF4-FFF2-40B4-BE49-F238E27FC236}">
                <a16:creationId xmlns:a16="http://schemas.microsoft.com/office/drawing/2014/main" id="{77FDCC26-DA5F-6F74-277E-0E514D9B6DA9}"/>
              </a:ext>
            </a:extLst>
          </p:cNvPr>
          <p:cNvSpPr>
            <a:spLocks noGrp="1"/>
          </p:cNvSpPr>
          <p:nvPr>
            <p:ph type="body" sz="quarter" idx="12"/>
          </p:nvPr>
        </p:nvSpPr>
        <p:spPr/>
        <p:txBody>
          <a:bodyPr>
            <a:normAutofit/>
          </a:bodyPr>
          <a:lstStyle/>
          <a:p>
            <a:r>
              <a:rPr lang="en-US" sz="2000" b="1" dirty="0"/>
              <a:t>Waterfall Testing:</a:t>
            </a:r>
            <a:endParaRPr lang="en-US" sz="2000" dirty="0"/>
          </a:p>
          <a:p>
            <a:pPr marL="800100" lvl="1" indent="-342900">
              <a:buFont typeface="Arial" panose="020B0604020202020204" pitchFamily="34" charset="0"/>
              <a:buChar char="•"/>
            </a:pPr>
            <a:r>
              <a:rPr lang="en-US" sz="2000" dirty="0"/>
              <a:t>Testing is performed by a </a:t>
            </a:r>
            <a:r>
              <a:rPr lang="en-US" sz="2000" b="1" dirty="0"/>
              <a:t>dedicated QA team</a:t>
            </a:r>
            <a:r>
              <a:rPr lang="en-US" sz="2000" dirty="0"/>
              <a:t> after the entire development process is complete.</a:t>
            </a:r>
          </a:p>
          <a:p>
            <a:pPr marL="800100" lvl="1" indent="-342900">
              <a:buFont typeface="Arial" panose="020B0604020202020204" pitchFamily="34" charset="0"/>
              <a:buChar char="•"/>
            </a:pPr>
            <a:r>
              <a:rPr lang="en-US" sz="2000" dirty="0"/>
              <a:t>The testers rely on </a:t>
            </a:r>
            <a:r>
              <a:rPr lang="en-US" sz="2000" b="1" dirty="0"/>
              <a:t>complete documentation</a:t>
            </a:r>
            <a:r>
              <a:rPr lang="en-US" sz="2000" dirty="0"/>
              <a:t> such as requirements and design documents to develop test cases.</a:t>
            </a:r>
          </a:p>
          <a:p>
            <a:pPr marL="800100" lvl="1" indent="-342900">
              <a:buFont typeface="Arial" panose="020B0604020202020204" pitchFamily="34" charset="0"/>
              <a:buChar char="•"/>
            </a:pPr>
            <a:r>
              <a:rPr lang="en-US" sz="2000" dirty="0"/>
              <a:t>Testing is typically </a:t>
            </a:r>
            <a:r>
              <a:rPr lang="en-US" sz="2000" b="1" dirty="0"/>
              <a:t>less flexible</a:t>
            </a:r>
            <a:r>
              <a:rPr lang="en-US" sz="2000" dirty="0"/>
              <a:t>—once test cases are written, they are not easily adjusted.</a:t>
            </a:r>
          </a:p>
          <a:p>
            <a:pPr marL="800100" lvl="1" indent="-342900">
              <a:buFont typeface="Arial" panose="020B0604020202020204" pitchFamily="34" charset="0"/>
              <a:buChar char="•"/>
            </a:pPr>
            <a:r>
              <a:rPr lang="en-US" sz="2000" dirty="0"/>
              <a:t>Waterfall testing occurs after the product has been developed and the development team is largely hands-off from the testing phase.</a:t>
            </a:r>
          </a:p>
          <a:p>
            <a:endParaRPr lang="en-US" sz="2000" dirty="0"/>
          </a:p>
        </p:txBody>
      </p:sp>
      <p:sp>
        <p:nvSpPr>
          <p:cNvPr id="4" name="Title 3">
            <a:extLst>
              <a:ext uri="{FF2B5EF4-FFF2-40B4-BE49-F238E27FC236}">
                <a16:creationId xmlns:a16="http://schemas.microsoft.com/office/drawing/2014/main" id="{869C084F-7768-8307-FA6E-5C495C9F048E}"/>
              </a:ext>
            </a:extLst>
          </p:cNvPr>
          <p:cNvSpPr>
            <a:spLocks noGrp="1"/>
          </p:cNvSpPr>
          <p:nvPr>
            <p:ph type="title"/>
          </p:nvPr>
        </p:nvSpPr>
        <p:spPr/>
        <p:txBody>
          <a:bodyPr>
            <a:noAutofit/>
          </a:bodyPr>
          <a:lstStyle/>
          <a:p>
            <a:r>
              <a:rPr lang="en-US" sz="2400" dirty="0"/>
              <a:t>How Does the Role of Testing Differ Between Agile and Waterfall?</a:t>
            </a:r>
            <a:endParaRPr lang="en-US" sz="2000" dirty="0"/>
          </a:p>
        </p:txBody>
      </p:sp>
    </p:spTree>
    <p:extLst>
      <p:ext uri="{BB962C8B-B14F-4D97-AF65-F5344CB8AC3E}">
        <p14:creationId xmlns:p14="http://schemas.microsoft.com/office/powerpoint/2010/main" val="2292044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5AC31E4-AE58-D881-B750-51123F7BBB1C}"/>
              </a:ext>
            </a:extLst>
          </p:cNvPr>
          <p:cNvSpPr>
            <a:spLocks noGrp="1"/>
          </p:cNvSpPr>
          <p:nvPr>
            <p:ph type="sldNum" sz="quarter" idx="13"/>
          </p:nvPr>
        </p:nvSpPr>
        <p:spPr/>
        <p:txBody>
          <a:bodyPr/>
          <a:lstStyle/>
          <a:p>
            <a:fld id="{12342C3A-DD85-7843-B416-BD52AB030D59}" type="slidenum">
              <a:rPr lang="en-US" smtClean="0"/>
              <a:pPr/>
              <a:t>6</a:t>
            </a:fld>
            <a:endParaRPr lang="en-US" dirty="0"/>
          </a:p>
        </p:txBody>
      </p:sp>
      <p:sp>
        <p:nvSpPr>
          <p:cNvPr id="3" name="Text Placeholder 2">
            <a:extLst>
              <a:ext uri="{FF2B5EF4-FFF2-40B4-BE49-F238E27FC236}">
                <a16:creationId xmlns:a16="http://schemas.microsoft.com/office/drawing/2014/main" id="{9C394600-6CF3-07AC-19FC-3CEB85D79E1B}"/>
              </a:ext>
            </a:extLst>
          </p:cNvPr>
          <p:cNvSpPr>
            <a:spLocks noGrp="1"/>
          </p:cNvSpPr>
          <p:nvPr>
            <p:ph type="body" sz="quarter" idx="12"/>
          </p:nvPr>
        </p:nvSpPr>
        <p:spPr/>
        <p:txBody>
          <a:bodyPr>
            <a:normAutofit/>
          </a:bodyPr>
          <a:lstStyle/>
          <a:p>
            <a:endParaRPr lang="en-US" sz="2000" b="1" dirty="0"/>
          </a:p>
          <a:p>
            <a:r>
              <a:rPr lang="en-US" sz="2000" b="1" dirty="0"/>
              <a:t>Agile:</a:t>
            </a:r>
            <a:endParaRPr lang="en-US" sz="2000" dirty="0"/>
          </a:p>
          <a:p>
            <a:pPr marL="800100" lvl="1" indent="-342900">
              <a:buFont typeface="Arial" panose="020B0604020202020204" pitchFamily="34" charset="0"/>
              <a:buChar char="•"/>
            </a:pPr>
            <a:r>
              <a:rPr lang="en-US" sz="2000" dirty="0"/>
              <a:t>Changes in requirements are expected and embraced. The team adapts quickly to changes during the development process.</a:t>
            </a:r>
          </a:p>
          <a:p>
            <a:pPr marL="800100" lvl="1" indent="-342900">
              <a:buFont typeface="Arial" panose="020B0604020202020204" pitchFamily="34" charset="0"/>
              <a:buChar char="•"/>
            </a:pPr>
            <a:r>
              <a:rPr lang="en-US" sz="2000" b="1" dirty="0"/>
              <a:t>Continuous testing</a:t>
            </a:r>
            <a:r>
              <a:rPr lang="en-US" sz="2000" dirty="0"/>
              <a:t> ensures that any changes are validated as soon as possible, making it easier to adjust test cases and re-test functionalities.</a:t>
            </a:r>
          </a:p>
          <a:p>
            <a:pPr marL="800100" lvl="1" indent="-342900">
              <a:buFont typeface="Arial" panose="020B0604020202020204" pitchFamily="34" charset="0"/>
              <a:buChar char="•"/>
            </a:pPr>
            <a:r>
              <a:rPr lang="en-US" sz="2000" dirty="0"/>
              <a:t>Feedback loops (from business stakeholders, customers, and team members) help ensure the product meets evolving needs.</a:t>
            </a:r>
          </a:p>
          <a:p>
            <a:endParaRPr lang="en-US" sz="2000" dirty="0"/>
          </a:p>
        </p:txBody>
      </p:sp>
      <p:sp>
        <p:nvSpPr>
          <p:cNvPr id="4" name="Title 3">
            <a:extLst>
              <a:ext uri="{FF2B5EF4-FFF2-40B4-BE49-F238E27FC236}">
                <a16:creationId xmlns:a16="http://schemas.microsoft.com/office/drawing/2014/main" id="{89F958E4-5E78-4B35-4210-22433800BF19}"/>
              </a:ext>
            </a:extLst>
          </p:cNvPr>
          <p:cNvSpPr>
            <a:spLocks noGrp="1"/>
          </p:cNvSpPr>
          <p:nvPr>
            <p:ph type="title"/>
          </p:nvPr>
        </p:nvSpPr>
        <p:spPr/>
        <p:txBody>
          <a:bodyPr>
            <a:noAutofit/>
          </a:bodyPr>
          <a:lstStyle/>
          <a:p>
            <a:r>
              <a:rPr lang="en-US" sz="2400" dirty="0"/>
              <a:t>How Do You Handle Changes in Requirements During the Testing Phase in Agile vs. Waterfall?</a:t>
            </a:r>
          </a:p>
        </p:txBody>
      </p:sp>
    </p:spTree>
    <p:extLst>
      <p:ext uri="{BB962C8B-B14F-4D97-AF65-F5344CB8AC3E}">
        <p14:creationId xmlns:p14="http://schemas.microsoft.com/office/powerpoint/2010/main" val="16962014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9ED4D86-3CEA-A8E4-0D7D-8018599E2225}"/>
              </a:ext>
            </a:extLst>
          </p:cNvPr>
          <p:cNvSpPr>
            <a:spLocks noGrp="1"/>
          </p:cNvSpPr>
          <p:nvPr>
            <p:ph type="sldNum" sz="quarter" idx="13"/>
          </p:nvPr>
        </p:nvSpPr>
        <p:spPr/>
        <p:txBody>
          <a:bodyPr/>
          <a:lstStyle/>
          <a:p>
            <a:fld id="{12342C3A-DD85-7843-B416-BD52AB030D59}" type="slidenum">
              <a:rPr lang="en-US" smtClean="0"/>
              <a:pPr/>
              <a:t>7</a:t>
            </a:fld>
            <a:endParaRPr lang="en-US" dirty="0"/>
          </a:p>
        </p:txBody>
      </p:sp>
      <p:sp>
        <p:nvSpPr>
          <p:cNvPr id="3" name="Text Placeholder 2">
            <a:extLst>
              <a:ext uri="{FF2B5EF4-FFF2-40B4-BE49-F238E27FC236}">
                <a16:creationId xmlns:a16="http://schemas.microsoft.com/office/drawing/2014/main" id="{31BAA1E2-521D-CC52-7884-5D592CCC1685}"/>
              </a:ext>
            </a:extLst>
          </p:cNvPr>
          <p:cNvSpPr>
            <a:spLocks noGrp="1"/>
          </p:cNvSpPr>
          <p:nvPr>
            <p:ph type="body" sz="quarter" idx="12"/>
          </p:nvPr>
        </p:nvSpPr>
        <p:spPr/>
        <p:txBody>
          <a:bodyPr>
            <a:normAutofit/>
          </a:bodyPr>
          <a:lstStyle/>
          <a:p>
            <a:endParaRPr lang="en-US" sz="2000" b="1" dirty="0"/>
          </a:p>
          <a:p>
            <a:r>
              <a:rPr lang="en-US" sz="2000" b="1" dirty="0"/>
              <a:t>Waterfall:</a:t>
            </a:r>
            <a:endParaRPr lang="en-US" sz="2000" dirty="0"/>
          </a:p>
          <a:p>
            <a:pPr marL="800100" lvl="1" indent="-342900">
              <a:buFont typeface="Arial" panose="020B0604020202020204" pitchFamily="34" charset="0"/>
              <a:buChar char="•"/>
            </a:pPr>
            <a:r>
              <a:rPr lang="en-US" sz="2000" dirty="0"/>
              <a:t>Changes in requirements are often </a:t>
            </a:r>
            <a:r>
              <a:rPr lang="en-US" sz="2000" b="1" dirty="0"/>
              <a:t>difficult to incorporate</a:t>
            </a:r>
            <a:r>
              <a:rPr lang="en-US" sz="2000" dirty="0"/>
              <a:t> once the development phase has started.</a:t>
            </a:r>
          </a:p>
          <a:p>
            <a:pPr marL="800100" lvl="1" indent="-342900">
              <a:buFont typeface="Arial" panose="020B0604020202020204" pitchFamily="34" charset="0"/>
              <a:buChar char="•"/>
            </a:pPr>
            <a:r>
              <a:rPr lang="en-US" sz="2000" dirty="0"/>
              <a:t>If changes are necessary during the testing phase, they can lead to </a:t>
            </a:r>
            <a:r>
              <a:rPr lang="en-US" sz="2000" b="1" dirty="0"/>
              <a:t>rework</a:t>
            </a:r>
            <a:r>
              <a:rPr lang="en-US" sz="2000" dirty="0"/>
              <a:t> and delays since the product is already in a defined state.</a:t>
            </a:r>
          </a:p>
          <a:p>
            <a:pPr marL="800100" lvl="1" indent="-342900">
              <a:buFont typeface="Arial" panose="020B0604020202020204" pitchFamily="34" charset="0"/>
              <a:buChar char="•"/>
            </a:pPr>
            <a:r>
              <a:rPr lang="en-US" sz="2000" dirty="0"/>
              <a:t>Changes can </a:t>
            </a:r>
            <a:r>
              <a:rPr lang="en-US" sz="2000" b="1" dirty="0"/>
              <a:t>disrupt</a:t>
            </a:r>
            <a:r>
              <a:rPr lang="en-US" sz="2000" dirty="0"/>
              <a:t> the testing schedule and require modifications to previously written test cases, often resulting in higher costs.</a:t>
            </a:r>
          </a:p>
          <a:p>
            <a:endParaRPr lang="en-US" sz="2000" dirty="0"/>
          </a:p>
        </p:txBody>
      </p:sp>
      <p:sp>
        <p:nvSpPr>
          <p:cNvPr id="4" name="Title 3">
            <a:extLst>
              <a:ext uri="{FF2B5EF4-FFF2-40B4-BE49-F238E27FC236}">
                <a16:creationId xmlns:a16="http://schemas.microsoft.com/office/drawing/2014/main" id="{30D5472E-5C56-10B5-4575-59EAAA4766CF}"/>
              </a:ext>
            </a:extLst>
          </p:cNvPr>
          <p:cNvSpPr>
            <a:spLocks noGrp="1"/>
          </p:cNvSpPr>
          <p:nvPr>
            <p:ph type="title"/>
          </p:nvPr>
        </p:nvSpPr>
        <p:spPr/>
        <p:txBody>
          <a:bodyPr>
            <a:noAutofit/>
          </a:bodyPr>
          <a:lstStyle/>
          <a:p>
            <a:r>
              <a:rPr lang="en-US" sz="2400" dirty="0"/>
              <a:t>How Do You Handle Changes in Requirements During the Testing Phase in Agile vs. Waterfall?</a:t>
            </a:r>
            <a:endParaRPr lang="en-US" sz="2000" dirty="0"/>
          </a:p>
        </p:txBody>
      </p:sp>
    </p:spTree>
    <p:extLst>
      <p:ext uri="{BB962C8B-B14F-4D97-AF65-F5344CB8AC3E}">
        <p14:creationId xmlns:p14="http://schemas.microsoft.com/office/powerpoint/2010/main" val="32069972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97E3A16-FC64-9750-F933-2204939B6056}"/>
              </a:ext>
            </a:extLst>
          </p:cNvPr>
          <p:cNvSpPr>
            <a:spLocks noGrp="1"/>
          </p:cNvSpPr>
          <p:nvPr>
            <p:ph type="sldNum" sz="quarter" idx="13"/>
          </p:nvPr>
        </p:nvSpPr>
        <p:spPr/>
        <p:txBody>
          <a:bodyPr/>
          <a:lstStyle/>
          <a:p>
            <a:fld id="{12342C3A-DD85-7843-B416-BD52AB030D59}" type="slidenum">
              <a:rPr lang="en-US" smtClean="0"/>
              <a:pPr/>
              <a:t>8</a:t>
            </a:fld>
            <a:endParaRPr lang="en-US" dirty="0"/>
          </a:p>
        </p:txBody>
      </p:sp>
      <p:sp>
        <p:nvSpPr>
          <p:cNvPr id="3" name="Text Placeholder 2">
            <a:extLst>
              <a:ext uri="{FF2B5EF4-FFF2-40B4-BE49-F238E27FC236}">
                <a16:creationId xmlns:a16="http://schemas.microsoft.com/office/drawing/2014/main" id="{4273EAD3-6FAA-888B-3817-502CAB6E0BF5}"/>
              </a:ext>
            </a:extLst>
          </p:cNvPr>
          <p:cNvSpPr>
            <a:spLocks noGrp="1"/>
          </p:cNvSpPr>
          <p:nvPr>
            <p:ph type="body" sz="quarter" idx="12"/>
          </p:nvPr>
        </p:nvSpPr>
        <p:spPr/>
        <p:txBody>
          <a:bodyPr>
            <a:normAutofit/>
          </a:bodyPr>
          <a:lstStyle/>
          <a:p>
            <a:endParaRPr lang="en-US" sz="2000" b="1" dirty="0"/>
          </a:p>
          <a:p>
            <a:r>
              <a:rPr lang="en-US" sz="2000" b="1" dirty="0"/>
              <a:t>Agile Testing:</a:t>
            </a:r>
            <a:endParaRPr lang="en-US" sz="2000" dirty="0"/>
          </a:p>
          <a:p>
            <a:pPr marL="800100" lvl="1" indent="-342900">
              <a:buFont typeface="Arial" panose="020B0604020202020204" pitchFamily="34" charset="0"/>
              <a:buChar char="•"/>
            </a:pPr>
            <a:r>
              <a:rPr lang="en-US" sz="2000" dirty="0"/>
              <a:t>Testing is part of the </a:t>
            </a:r>
            <a:r>
              <a:rPr lang="en-US" sz="2000" b="1" dirty="0"/>
              <a:t>iteration process</a:t>
            </a:r>
            <a:r>
              <a:rPr lang="en-US" sz="2000" dirty="0"/>
              <a:t>, and each sprint (typically 2-4 weeks) includes development and testing. This leads to </a:t>
            </a:r>
            <a:r>
              <a:rPr lang="en-US" sz="2000" b="1" dirty="0"/>
              <a:t>frequent releases</a:t>
            </a:r>
            <a:r>
              <a:rPr lang="en-US" sz="2000" dirty="0"/>
              <a:t> with functional software delivered after each sprint.</a:t>
            </a:r>
          </a:p>
          <a:p>
            <a:pPr marL="800100" lvl="1" indent="-342900">
              <a:buFont typeface="Arial" panose="020B0604020202020204" pitchFamily="34" charset="0"/>
              <a:buChar char="•"/>
            </a:pPr>
            <a:r>
              <a:rPr lang="en-US" sz="2000" dirty="0"/>
              <a:t>The development timeline is </a:t>
            </a:r>
            <a:r>
              <a:rPr lang="en-US" sz="2000" b="1" dirty="0"/>
              <a:t>flexible</a:t>
            </a:r>
            <a:r>
              <a:rPr lang="en-US" sz="2000" dirty="0"/>
              <a:t>; if issues are found during testing, they can be prioritized and fixed in subsequent sprints without impacting the entire schedule.</a:t>
            </a:r>
          </a:p>
          <a:p>
            <a:endParaRPr lang="en-US" sz="2000" dirty="0"/>
          </a:p>
        </p:txBody>
      </p:sp>
      <p:sp>
        <p:nvSpPr>
          <p:cNvPr id="4" name="Title 3">
            <a:extLst>
              <a:ext uri="{FF2B5EF4-FFF2-40B4-BE49-F238E27FC236}">
                <a16:creationId xmlns:a16="http://schemas.microsoft.com/office/drawing/2014/main" id="{8D57D4EE-5802-7C77-C11D-BC792581525F}"/>
              </a:ext>
            </a:extLst>
          </p:cNvPr>
          <p:cNvSpPr>
            <a:spLocks noGrp="1"/>
          </p:cNvSpPr>
          <p:nvPr>
            <p:ph type="title"/>
          </p:nvPr>
        </p:nvSpPr>
        <p:spPr/>
        <p:txBody>
          <a:bodyPr>
            <a:noAutofit/>
          </a:bodyPr>
          <a:lstStyle/>
          <a:p>
            <a:r>
              <a:rPr lang="en-US" sz="2400" dirty="0"/>
              <a:t>How Does the Testing Process Impact the Development Timeline in Agile vs. Waterfall?</a:t>
            </a:r>
          </a:p>
        </p:txBody>
      </p:sp>
    </p:spTree>
    <p:extLst>
      <p:ext uri="{BB962C8B-B14F-4D97-AF65-F5344CB8AC3E}">
        <p14:creationId xmlns:p14="http://schemas.microsoft.com/office/powerpoint/2010/main" val="6574892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7DBC6F9-B498-E34B-90A5-5C42A276C1FE}"/>
              </a:ext>
            </a:extLst>
          </p:cNvPr>
          <p:cNvSpPr>
            <a:spLocks noGrp="1"/>
          </p:cNvSpPr>
          <p:nvPr>
            <p:ph type="sldNum" sz="quarter" idx="13"/>
          </p:nvPr>
        </p:nvSpPr>
        <p:spPr/>
        <p:txBody>
          <a:bodyPr/>
          <a:lstStyle/>
          <a:p>
            <a:fld id="{12342C3A-DD85-7843-B416-BD52AB030D59}" type="slidenum">
              <a:rPr lang="en-US" smtClean="0"/>
              <a:pPr/>
              <a:t>9</a:t>
            </a:fld>
            <a:endParaRPr lang="en-US" dirty="0"/>
          </a:p>
        </p:txBody>
      </p:sp>
      <p:sp>
        <p:nvSpPr>
          <p:cNvPr id="3" name="Text Placeholder 2">
            <a:extLst>
              <a:ext uri="{FF2B5EF4-FFF2-40B4-BE49-F238E27FC236}">
                <a16:creationId xmlns:a16="http://schemas.microsoft.com/office/drawing/2014/main" id="{651023C1-7425-D38F-0F3B-7C7757058BC6}"/>
              </a:ext>
            </a:extLst>
          </p:cNvPr>
          <p:cNvSpPr>
            <a:spLocks noGrp="1"/>
          </p:cNvSpPr>
          <p:nvPr>
            <p:ph type="body" sz="quarter" idx="12"/>
          </p:nvPr>
        </p:nvSpPr>
        <p:spPr/>
        <p:txBody>
          <a:bodyPr>
            <a:normAutofit/>
          </a:bodyPr>
          <a:lstStyle/>
          <a:p>
            <a:endParaRPr lang="en-US" sz="2000" b="1" dirty="0"/>
          </a:p>
          <a:p>
            <a:r>
              <a:rPr lang="en-US" sz="2000" b="1" dirty="0"/>
              <a:t>Waterfall Testing:</a:t>
            </a:r>
            <a:endParaRPr lang="en-US" sz="2000" dirty="0"/>
          </a:p>
          <a:p>
            <a:pPr marL="800100" lvl="1" indent="-342900">
              <a:buFont typeface="Arial" panose="020B0604020202020204" pitchFamily="34" charset="0"/>
              <a:buChar char="•"/>
            </a:pPr>
            <a:r>
              <a:rPr lang="en-US" sz="2000" dirty="0"/>
              <a:t>Testing occurs </a:t>
            </a:r>
            <a:r>
              <a:rPr lang="en-US" sz="2000" b="1" dirty="0"/>
              <a:t>only after development</a:t>
            </a:r>
            <a:r>
              <a:rPr lang="en-US" sz="2000" dirty="0"/>
              <a:t> is complete, meaning that if issues are found late in the process, they can delay the project significantly.</a:t>
            </a:r>
          </a:p>
          <a:p>
            <a:pPr marL="800100" lvl="1" indent="-342900">
              <a:buFont typeface="Arial" panose="020B0604020202020204" pitchFamily="34" charset="0"/>
              <a:buChar char="•"/>
            </a:pPr>
            <a:r>
              <a:rPr lang="en-US" sz="2000" dirty="0"/>
              <a:t>The timeline is </a:t>
            </a:r>
            <a:r>
              <a:rPr lang="en-US" sz="2000" b="1" dirty="0"/>
              <a:t>linear</a:t>
            </a:r>
            <a:r>
              <a:rPr lang="en-US" sz="2000" dirty="0"/>
              <a:t>, and if significant bugs or issues arise during the testing phase, they can push back the entire schedule, as the testing phase is a distinct and final step.</a:t>
            </a:r>
          </a:p>
          <a:p>
            <a:pPr marL="800100" lvl="1" indent="-342900">
              <a:buFont typeface="Arial" panose="020B0604020202020204" pitchFamily="34" charset="0"/>
              <a:buChar char="•"/>
            </a:pPr>
            <a:r>
              <a:rPr lang="en-US" sz="2000" dirty="0"/>
              <a:t>Testing impacts the development timeline because it is often an isolated phase with fixed milestones.</a:t>
            </a:r>
          </a:p>
          <a:p>
            <a:endParaRPr lang="en-US" sz="2000" dirty="0"/>
          </a:p>
        </p:txBody>
      </p:sp>
      <p:sp>
        <p:nvSpPr>
          <p:cNvPr id="4" name="Title 3">
            <a:extLst>
              <a:ext uri="{FF2B5EF4-FFF2-40B4-BE49-F238E27FC236}">
                <a16:creationId xmlns:a16="http://schemas.microsoft.com/office/drawing/2014/main" id="{D4E79963-AC35-9F29-BFB4-93DF26CACAF9}"/>
              </a:ext>
            </a:extLst>
          </p:cNvPr>
          <p:cNvSpPr>
            <a:spLocks noGrp="1"/>
          </p:cNvSpPr>
          <p:nvPr>
            <p:ph type="title"/>
          </p:nvPr>
        </p:nvSpPr>
        <p:spPr/>
        <p:txBody>
          <a:bodyPr>
            <a:noAutofit/>
          </a:bodyPr>
          <a:lstStyle/>
          <a:p>
            <a:r>
              <a:rPr lang="en-US" sz="2400" dirty="0"/>
              <a:t>How Does the Testing Process Impact the Development Timeline in Agile vs. Waterfall?</a:t>
            </a:r>
            <a:endParaRPr lang="en-US" sz="2000" dirty="0"/>
          </a:p>
        </p:txBody>
      </p:sp>
    </p:spTree>
    <p:extLst>
      <p:ext uri="{BB962C8B-B14F-4D97-AF65-F5344CB8AC3E}">
        <p14:creationId xmlns:p14="http://schemas.microsoft.com/office/powerpoint/2010/main" val="7322693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E4E4560-1E9B-A7BB-5BD7-E571B35160E7}"/>
              </a:ext>
            </a:extLst>
          </p:cNvPr>
          <p:cNvSpPr>
            <a:spLocks noGrp="1"/>
          </p:cNvSpPr>
          <p:nvPr>
            <p:ph type="sldNum" sz="quarter" idx="13"/>
          </p:nvPr>
        </p:nvSpPr>
        <p:spPr/>
        <p:txBody>
          <a:bodyPr/>
          <a:lstStyle/>
          <a:p>
            <a:fld id="{12342C3A-DD85-7843-B416-BD52AB030D59}" type="slidenum">
              <a:rPr lang="en-US" smtClean="0"/>
              <a:pPr/>
              <a:t>10</a:t>
            </a:fld>
            <a:endParaRPr lang="en-US" dirty="0"/>
          </a:p>
        </p:txBody>
      </p:sp>
      <p:sp>
        <p:nvSpPr>
          <p:cNvPr id="3" name="Text Placeholder 2">
            <a:extLst>
              <a:ext uri="{FF2B5EF4-FFF2-40B4-BE49-F238E27FC236}">
                <a16:creationId xmlns:a16="http://schemas.microsoft.com/office/drawing/2014/main" id="{082A95C3-4EAF-3B09-A242-21861D8A9689}"/>
              </a:ext>
            </a:extLst>
          </p:cNvPr>
          <p:cNvSpPr>
            <a:spLocks noGrp="1"/>
          </p:cNvSpPr>
          <p:nvPr>
            <p:ph type="body" sz="quarter" idx="12"/>
          </p:nvPr>
        </p:nvSpPr>
        <p:spPr/>
        <p:txBody>
          <a:bodyPr>
            <a:normAutofit/>
          </a:bodyPr>
          <a:lstStyle/>
          <a:p>
            <a:r>
              <a:rPr lang="en-US" sz="2000" b="1" dirty="0"/>
              <a:t>Agile:</a:t>
            </a:r>
            <a:endParaRPr lang="en-US" sz="2000" dirty="0"/>
          </a:p>
          <a:p>
            <a:pPr marL="800100" lvl="1" indent="-342900">
              <a:buFont typeface="Arial" panose="020B0604020202020204" pitchFamily="34" charset="0"/>
              <a:buChar char="•"/>
            </a:pPr>
            <a:r>
              <a:rPr lang="en-US" sz="2000" dirty="0"/>
              <a:t>Quality is ensured through </a:t>
            </a:r>
            <a:r>
              <a:rPr lang="en-US" sz="2000" b="1" dirty="0"/>
              <a:t>continuous testing</a:t>
            </a:r>
            <a:r>
              <a:rPr lang="en-US" sz="2000" dirty="0"/>
              <a:t> at each sprint or iteration, meaning that bugs are found early and often.</a:t>
            </a:r>
          </a:p>
          <a:p>
            <a:pPr marL="800100" lvl="1" indent="-342900">
              <a:buFont typeface="Arial" panose="020B0604020202020204" pitchFamily="34" charset="0"/>
              <a:buChar char="•"/>
            </a:pPr>
            <a:r>
              <a:rPr lang="en-US" sz="2000" b="1" dirty="0"/>
              <a:t>Automated tests</a:t>
            </a:r>
            <a:r>
              <a:rPr lang="en-US" sz="2000" dirty="0"/>
              <a:t> are used alongside manual tests, enabling faster feedback loops and more reliable quality checks.</a:t>
            </a:r>
          </a:p>
          <a:p>
            <a:pPr marL="800100" lvl="1" indent="-342900">
              <a:buFont typeface="Arial" panose="020B0604020202020204" pitchFamily="34" charset="0"/>
              <a:buChar char="•"/>
            </a:pPr>
            <a:r>
              <a:rPr lang="en-US" sz="2000" b="1" dirty="0"/>
              <a:t>Collaboration between developers, testers, and stakeholders</a:t>
            </a:r>
            <a:r>
              <a:rPr lang="en-US" sz="2000" dirty="0"/>
              <a:t> throughout the development ensures that the product meets expectations.</a:t>
            </a:r>
          </a:p>
          <a:p>
            <a:pPr marL="800100" lvl="1" indent="-342900">
              <a:buFont typeface="Arial" panose="020B0604020202020204" pitchFamily="34" charset="0"/>
              <a:buChar char="•"/>
            </a:pPr>
            <a:r>
              <a:rPr lang="en-US" sz="2000" dirty="0"/>
              <a:t>Agile uses </a:t>
            </a:r>
            <a:r>
              <a:rPr lang="en-US" sz="2000" b="1" dirty="0"/>
              <a:t>peer reviews</a:t>
            </a:r>
            <a:r>
              <a:rPr lang="en-US" sz="2000" dirty="0"/>
              <a:t> and </a:t>
            </a:r>
            <a:r>
              <a:rPr lang="en-US" sz="2000" b="1" dirty="0"/>
              <a:t>pair programming</a:t>
            </a:r>
            <a:r>
              <a:rPr lang="en-US" sz="2000" dirty="0"/>
              <a:t> to improve code quality continuously.</a:t>
            </a:r>
          </a:p>
          <a:p>
            <a:pPr marL="800100" lvl="1" indent="-342900">
              <a:buFont typeface="Arial" panose="020B0604020202020204" pitchFamily="34" charset="0"/>
              <a:buChar char="•"/>
            </a:pPr>
            <a:r>
              <a:rPr lang="en-US" sz="2000" dirty="0"/>
              <a:t>Frequent </a:t>
            </a:r>
            <a:r>
              <a:rPr lang="en-US" sz="2000" b="1" dirty="0"/>
              <a:t>user feedback</a:t>
            </a:r>
            <a:r>
              <a:rPr lang="en-US" sz="2000" dirty="0"/>
              <a:t> and iterative releases help identify quality issues early.</a:t>
            </a:r>
          </a:p>
          <a:p>
            <a:endParaRPr lang="en-US" sz="2000" dirty="0"/>
          </a:p>
        </p:txBody>
      </p:sp>
      <p:sp>
        <p:nvSpPr>
          <p:cNvPr id="4" name="Title 3">
            <a:extLst>
              <a:ext uri="{FF2B5EF4-FFF2-40B4-BE49-F238E27FC236}">
                <a16:creationId xmlns:a16="http://schemas.microsoft.com/office/drawing/2014/main" id="{59D989E5-0E0A-6338-367A-DEBC52CE6000}"/>
              </a:ext>
            </a:extLst>
          </p:cNvPr>
          <p:cNvSpPr>
            <a:spLocks noGrp="1"/>
          </p:cNvSpPr>
          <p:nvPr>
            <p:ph type="title"/>
          </p:nvPr>
        </p:nvSpPr>
        <p:spPr/>
        <p:txBody>
          <a:bodyPr/>
          <a:lstStyle/>
          <a:p>
            <a:r>
              <a:rPr lang="en-US" dirty="0"/>
              <a:t>How Do You Ensure Quality in Agile vs. Waterfall?</a:t>
            </a:r>
          </a:p>
        </p:txBody>
      </p:sp>
    </p:spTree>
    <p:extLst>
      <p:ext uri="{BB962C8B-B14F-4D97-AF65-F5344CB8AC3E}">
        <p14:creationId xmlns:p14="http://schemas.microsoft.com/office/powerpoint/2010/main" val="40290543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4EE0E1D-8595-08D9-E799-41069504800F}"/>
              </a:ext>
            </a:extLst>
          </p:cNvPr>
          <p:cNvSpPr>
            <a:spLocks noGrp="1"/>
          </p:cNvSpPr>
          <p:nvPr>
            <p:ph type="sldNum" sz="quarter" idx="13"/>
          </p:nvPr>
        </p:nvSpPr>
        <p:spPr/>
        <p:txBody>
          <a:bodyPr/>
          <a:lstStyle/>
          <a:p>
            <a:fld id="{12342C3A-DD85-7843-B416-BD52AB030D59}" type="slidenum">
              <a:rPr lang="en-US" smtClean="0"/>
              <a:pPr/>
              <a:t>11</a:t>
            </a:fld>
            <a:endParaRPr lang="en-US" dirty="0"/>
          </a:p>
        </p:txBody>
      </p:sp>
      <p:sp>
        <p:nvSpPr>
          <p:cNvPr id="3" name="Text Placeholder 2">
            <a:extLst>
              <a:ext uri="{FF2B5EF4-FFF2-40B4-BE49-F238E27FC236}">
                <a16:creationId xmlns:a16="http://schemas.microsoft.com/office/drawing/2014/main" id="{38914F18-1451-E123-ED24-B0BFC2F657DA}"/>
              </a:ext>
            </a:extLst>
          </p:cNvPr>
          <p:cNvSpPr>
            <a:spLocks noGrp="1"/>
          </p:cNvSpPr>
          <p:nvPr>
            <p:ph type="body" sz="quarter" idx="12"/>
          </p:nvPr>
        </p:nvSpPr>
        <p:spPr/>
        <p:txBody>
          <a:bodyPr>
            <a:normAutofit/>
          </a:bodyPr>
          <a:lstStyle/>
          <a:p>
            <a:r>
              <a:rPr lang="en-US" sz="2000" b="1" dirty="0"/>
              <a:t>Waterfall:</a:t>
            </a:r>
            <a:endParaRPr lang="en-US" sz="2000" dirty="0"/>
          </a:p>
          <a:p>
            <a:pPr marL="800100" lvl="1" indent="-342900">
              <a:buFont typeface="Arial" panose="020B0604020202020204" pitchFamily="34" charset="0"/>
              <a:buChar char="•"/>
            </a:pPr>
            <a:r>
              <a:rPr lang="en-US" sz="2000" dirty="0"/>
              <a:t>Quality assurance is typically done in a </a:t>
            </a:r>
            <a:r>
              <a:rPr lang="en-US" sz="2000" b="1" dirty="0"/>
              <a:t>separate phase</a:t>
            </a:r>
            <a:r>
              <a:rPr lang="en-US" sz="2000" dirty="0"/>
              <a:t> after the entire system is developed, which means issues may not be discovered until late in the process.</a:t>
            </a:r>
          </a:p>
          <a:p>
            <a:pPr marL="800100" lvl="1" indent="-342900">
              <a:buFont typeface="Arial" panose="020B0604020202020204" pitchFamily="34" charset="0"/>
              <a:buChar char="•"/>
            </a:pPr>
            <a:r>
              <a:rPr lang="en-US" sz="2000" dirty="0"/>
              <a:t>The product is tested after all code is written, and changes to the system can be costly and time-consuming.</a:t>
            </a:r>
          </a:p>
          <a:p>
            <a:pPr marL="800100" lvl="1" indent="-342900">
              <a:buFont typeface="Arial" panose="020B0604020202020204" pitchFamily="34" charset="0"/>
              <a:buChar char="•"/>
            </a:pPr>
            <a:r>
              <a:rPr lang="en-US" sz="2000" dirty="0"/>
              <a:t>Testing in Waterfall often involves </a:t>
            </a:r>
            <a:r>
              <a:rPr lang="en-US" sz="2000" b="1" dirty="0"/>
              <a:t>extensive documentation</a:t>
            </a:r>
            <a:r>
              <a:rPr lang="en-US" sz="2000" dirty="0"/>
              <a:t> (test plans, test cases) and is </a:t>
            </a:r>
            <a:r>
              <a:rPr lang="en-US" sz="2000" b="1" dirty="0"/>
              <a:t>less adaptive</a:t>
            </a:r>
            <a:r>
              <a:rPr lang="en-US" sz="2000" dirty="0"/>
              <a:t> to changes.</a:t>
            </a:r>
          </a:p>
          <a:p>
            <a:pPr marL="800100" lvl="1" indent="-342900">
              <a:buFont typeface="Arial" panose="020B0604020202020204" pitchFamily="34" charset="0"/>
              <a:buChar char="•"/>
            </a:pPr>
            <a:r>
              <a:rPr lang="en-US" sz="2000" dirty="0"/>
              <a:t>Quality checks are performed mainly by the </a:t>
            </a:r>
            <a:r>
              <a:rPr lang="en-US" sz="2000" b="1" dirty="0"/>
              <a:t>QA team</a:t>
            </a:r>
            <a:r>
              <a:rPr lang="en-US" sz="2000" dirty="0"/>
              <a:t>, and developers are not usually involved in the testing phase.</a:t>
            </a:r>
          </a:p>
          <a:p>
            <a:endParaRPr lang="en-US" sz="2000" dirty="0"/>
          </a:p>
        </p:txBody>
      </p:sp>
      <p:sp>
        <p:nvSpPr>
          <p:cNvPr id="4" name="Title 3">
            <a:extLst>
              <a:ext uri="{FF2B5EF4-FFF2-40B4-BE49-F238E27FC236}">
                <a16:creationId xmlns:a16="http://schemas.microsoft.com/office/drawing/2014/main" id="{B2A6825C-ABC4-B79D-CF1D-52D9BB1EECE9}"/>
              </a:ext>
            </a:extLst>
          </p:cNvPr>
          <p:cNvSpPr>
            <a:spLocks noGrp="1"/>
          </p:cNvSpPr>
          <p:nvPr>
            <p:ph type="title"/>
          </p:nvPr>
        </p:nvSpPr>
        <p:spPr/>
        <p:txBody>
          <a:bodyPr/>
          <a:lstStyle/>
          <a:p>
            <a:r>
              <a:rPr lang="en-US" dirty="0"/>
              <a:t>How Do You Ensure Quality in Agile vs. Waterfall?</a:t>
            </a:r>
          </a:p>
        </p:txBody>
      </p:sp>
    </p:spTree>
    <p:extLst>
      <p:ext uri="{BB962C8B-B14F-4D97-AF65-F5344CB8AC3E}">
        <p14:creationId xmlns:p14="http://schemas.microsoft.com/office/powerpoint/2010/main" val="35696025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3FC96BC-2BBC-E7CE-A490-FEB99C104C3C}"/>
              </a:ext>
            </a:extLst>
          </p:cNvPr>
          <p:cNvSpPr>
            <a:spLocks noGrp="1"/>
          </p:cNvSpPr>
          <p:nvPr>
            <p:ph type="sldNum" sz="quarter" idx="13"/>
          </p:nvPr>
        </p:nvSpPr>
        <p:spPr/>
        <p:txBody>
          <a:bodyPr/>
          <a:lstStyle/>
          <a:p>
            <a:fld id="{12342C3A-DD85-7843-B416-BD52AB030D59}" type="slidenum">
              <a:rPr lang="en-US" smtClean="0"/>
              <a:pPr/>
              <a:t>12</a:t>
            </a:fld>
            <a:endParaRPr lang="en-US" dirty="0"/>
          </a:p>
        </p:txBody>
      </p:sp>
      <p:sp>
        <p:nvSpPr>
          <p:cNvPr id="3" name="Text Placeholder 2">
            <a:extLst>
              <a:ext uri="{FF2B5EF4-FFF2-40B4-BE49-F238E27FC236}">
                <a16:creationId xmlns:a16="http://schemas.microsoft.com/office/drawing/2014/main" id="{6C375BE9-B86D-FBD7-C799-3C5F0FC133E6}"/>
              </a:ext>
            </a:extLst>
          </p:cNvPr>
          <p:cNvSpPr>
            <a:spLocks noGrp="1"/>
          </p:cNvSpPr>
          <p:nvPr>
            <p:ph type="body" sz="quarter" idx="12"/>
          </p:nvPr>
        </p:nvSpPr>
        <p:spPr/>
        <p:txBody>
          <a:bodyPr>
            <a:normAutofit/>
          </a:bodyPr>
          <a:lstStyle/>
          <a:p>
            <a:endParaRPr lang="en-US" sz="2000" b="1" dirty="0"/>
          </a:p>
          <a:p>
            <a:r>
              <a:rPr lang="en-US" sz="2000" b="1" dirty="0"/>
              <a:t>Agile:</a:t>
            </a:r>
            <a:endParaRPr lang="en-US" sz="2000" dirty="0"/>
          </a:p>
          <a:p>
            <a:pPr marL="800100" lvl="1" indent="-342900">
              <a:buFont typeface="Arial" panose="020B0604020202020204" pitchFamily="34" charset="0"/>
              <a:buChar char="•"/>
            </a:pPr>
            <a:r>
              <a:rPr lang="en-US" sz="2000" b="1" dirty="0"/>
              <a:t>Test automation</a:t>
            </a:r>
            <a:r>
              <a:rPr lang="en-US" sz="2000" dirty="0"/>
              <a:t> is highly prioritized and integrated into the development cycle, especially for regression testing and continuous integration (CI).</a:t>
            </a:r>
          </a:p>
          <a:p>
            <a:pPr marL="800100" lvl="1" indent="-342900">
              <a:buFont typeface="Arial" panose="020B0604020202020204" pitchFamily="34" charset="0"/>
              <a:buChar char="•"/>
            </a:pPr>
            <a:r>
              <a:rPr lang="en-US" sz="2000" dirty="0"/>
              <a:t>Test cases are automated early in the development process and are run after each code change or integration to catch issues early.</a:t>
            </a:r>
          </a:p>
          <a:p>
            <a:pPr marL="800100" lvl="1" indent="-342900">
              <a:buFont typeface="Arial" panose="020B0604020202020204" pitchFamily="34" charset="0"/>
              <a:buChar char="•"/>
            </a:pPr>
            <a:r>
              <a:rPr lang="en-US" sz="2000" dirty="0"/>
              <a:t>Test automation helps the team deliver </a:t>
            </a:r>
            <a:r>
              <a:rPr lang="en-US" sz="2000" b="1" dirty="0"/>
              <a:t>continuous value</a:t>
            </a:r>
            <a:r>
              <a:rPr lang="en-US" sz="2000" dirty="0"/>
              <a:t> by ensuring that new functionality doesn’t break existing code.</a:t>
            </a:r>
          </a:p>
          <a:p>
            <a:pPr marL="800100" lvl="1" indent="-342900">
              <a:buFont typeface="Arial" panose="020B0604020202020204" pitchFamily="34" charset="0"/>
              <a:buChar char="•"/>
            </a:pPr>
            <a:r>
              <a:rPr lang="en-US" sz="2000" b="1" dirty="0"/>
              <a:t>Behavior-driven development (BDD)</a:t>
            </a:r>
            <a:r>
              <a:rPr lang="en-US" sz="2000" dirty="0"/>
              <a:t> tools like </a:t>
            </a:r>
            <a:r>
              <a:rPr lang="en-US" sz="2000" b="1" dirty="0"/>
              <a:t>Cucumber</a:t>
            </a:r>
            <a:r>
              <a:rPr lang="en-US" sz="2000" dirty="0"/>
              <a:t> are commonly used in Agile to automate acceptance tests and ensure the system meets the user stories’ criteria.</a:t>
            </a:r>
          </a:p>
          <a:p>
            <a:endParaRPr lang="en-US" sz="2000" dirty="0"/>
          </a:p>
        </p:txBody>
      </p:sp>
      <p:sp>
        <p:nvSpPr>
          <p:cNvPr id="4" name="Title 3">
            <a:extLst>
              <a:ext uri="{FF2B5EF4-FFF2-40B4-BE49-F238E27FC236}">
                <a16:creationId xmlns:a16="http://schemas.microsoft.com/office/drawing/2014/main" id="{9EC34410-92EA-5AF1-6E10-B5DA24FD52CC}"/>
              </a:ext>
            </a:extLst>
          </p:cNvPr>
          <p:cNvSpPr>
            <a:spLocks noGrp="1"/>
          </p:cNvSpPr>
          <p:nvPr>
            <p:ph type="title"/>
          </p:nvPr>
        </p:nvSpPr>
        <p:spPr/>
        <p:txBody>
          <a:bodyPr>
            <a:normAutofit fontScale="90000"/>
          </a:bodyPr>
          <a:lstStyle/>
          <a:p>
            <a:r>
              <a:rPr lang="en-US" dirty="0"/>
              <a:t>How Does Test Automation Differ Between Agile and Waterfall?</a:t>
            </a:r>
          </a:p>
        </p:txBody>
      </p:sp>
    </p:spTree>
    <p:extLst>
      <p:ext uri="{BB962C8B-B14F-4D97-AF65-F5344CB8AC3E}">
        <p14:creationId xmlns:p14="http://schemas.microsoft.com/office/powerpoint/2010/main" val="13061191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D4EF62D-15F6-4D38-3DD3-EFC810F88976}"/>
              </a:ext>
            </a:extLst>
          </p:cNvPr>
          <p:cNvSpPr>
            <a:spLocks noGrp="1"/>
          </p:cNvSpPr>
          <p:nvPr>
            <p:ph type="sldNum" sz="quarter" idx="13"/>
          </p:nvPr>
        </p:nvSpPr>
        <p:spPr/>
        <p:txBody>
          <a:bodyPr/>
          <a:lstStyle/>
          <a:p>
            <a:fld id="{12342C3A-DD85-7843-B416-BD52AB030D59}" type="slidenum">
              <a:rPr lang="en-US" smtClean="0"/>
              <a:pPr/>
              <a:t>13</a:t>
            </a:fld>
            <a:endParaRPr lang="en-US" dirty="0"/>
          </a:p>
        </p:txBody>
      </p:sp>
      <p:sp>
        <p:nvSpPr>
          <p:cNvPr id="3" name="Text Placeholder 2">
            <a:extLst>
              <a:ext uri="{FF2B5EF4-FFF2-40B4-BE49-F238E27FC236}">
                <a16:creationId xmlns:a16="http://schemas.microsoft.com/office/drawing/2014/main" id="{E2529517-6CE8-A0B4-6ED5-947EDAEF4C5D}"/>
              </a:ext>
            </a:extLst>
          </p:cNvPr>
          <p:cNvSpPr>
            <a:spLocks noGrp="1"/>
          </p:cNvSpPr>
          <p:nvPr>
            <p:ph type="body" sz="quarter" idx="12"/>
          </p:nvPr>
        </p:nvSpPr>
        <p:spPr/>
        <p:txBody>
          <a:bodyPr>
            <a:normAutofit/>
          </a:bodyPr>
          <a:lstStyle/>
          <a:p>
            <a:endParaRPr lang="en-US" sz="2000" b="1" dirty="0"/>
          </a:p>
          <a:p>
            <a:r>
              <a:rPr lang="en-US" sz="2000" b="1" dirty="0"/>
              <a:t>Waterfall:</a:t>
            </a:r>
            <a:endParaRPr lang="en-US" sz="2000" dirty="0"/>
          </a:p>
          <a:p>
            <a:pPr marL="800100" lvl="1" indent="-342900">
              <a:buFont typeface="Arial" panose="020B0604020202020204" pitchFamily="34" charset="0"/>
              <a:buChar char="•"/>
            </a:pPr>
            <a:r>
              <a:rPr lang="en-US" sz="2000" b="1" dirty="0"/>
              <a:t>Test automation</a:t>
            </a:r>
            <a:r>
              <a:rPr lang="en-US" sz="2000" dirty="0"/>
              <a:t> may not be prioritized until the testing phase, and it often comes at a higher cost.</a:t>
            </a:r>
          </a:p>
          <a:p>
            <a:pPr marL="800100" lvl="1" indent="-342900">
              <a:buFont typeface="Arial" panose="020B0604020202020204" pitchFamily="34" charset="0"/>
              <a:buChar char="•"/>
            </a:pPr>
            <a:r>
              <a:rPr lang="en-US" sz="2000" dirty="0"/>
              <a:t>Automation in Waterfall is used more for </a:t>
            </a:r>
            <a:r>
              <a:rPr lang="en-US" sz="2000" b="1" dirty="0"/>
              <a:t>regression testing</a:t>
            </a:r>
            <a:r>
              <a:rPr lang="en-US" sz="2000" dirty="0"/>
              <a:t> once the system is built and less for continuous integration.</a:t>
            </a:r>
          </a:p>
          <a:p>
            <a:pPr marL="800100" lvl="1" indent="-342900">
              <a:buFont typeface="Arial" panose="020B0604020202020204" pitchFamily="34" charset="0"/>
              <a:buChar char="•"/>
            </a:pPr>
            <a:r>
              <a:rPr lang="en-US" sz="2000" dirty="0"/>
              <a:t>Waterfall teams tend to use </a:t>
            </a:r>
            <a:r>
              <a:rPr lang="en-US" sz="2000" b="1" dirty="0"/>
              <a:t>manual testing</a:t>
            </a:r>
            <a:r>
              <a:rPr lang="en-US" sz="2000" dirty="0"/>
              <a:t> more frequently during the initial phases of the project, with limited focus on automation.</a:t>
            </a:r>
          </a:p>
          <a:p>
            <a:endParaRPr lang="en-US" sz="2000" dirty="0"/>
          </a:p>
        </p:txBody>
      </p:sp>
      <p:sp>
        <p:nvSpPr>
          <p:cNvPr id="4" name="Title 3">
            <a:extLst>
              <a:ext uri="{FF2B5EF4-FFF2-40B4-BE49-F238E27FC236}">
                <a16:creationId xmlns:a16="http://schemas.microsoft.com/office/drawing/2014/main" id="{CBB3D501-D4D2-C09F-68F7-17C18E25214D}"/>
              </a:ext>
            </a:extLst>
          </p:cNvPr>
          <p:cNvSpPr>
            <a:spLocks noGrp="1"/>
          </p:cNvSpPr>
          <p:nvPr>
            <p:ph type="title"/>
          </p:nvPr>
        </p:nvSpPr>
        <p:spPr/>
        <p:txBody>
          <a:bodyPr>
            <a:normAutofit fontScale="90000"/>
          </a:bodyPr>
          <a:lstStyle/>
          <a:p>
            <a:r>
              <a:rPr lang="en-US" dirty="0"/>
              <a:t>How Does Test Automation Differ Between Agile and Waterfall?</a:t>
            </a:r>
          </a:p>
        </p:txBody>
      </p:sp>
    </p:spTree>
    <p:extLst>
      <p:ext uri="{BB962C8B-B14F-4D97-AF65-F5344CB8AC3E}">
        <p14:creationId xmlns:p14="http://schemas.microsoft.com/office/powerpoint/2010/main" val="35964813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BA6482-CAD5-A74C-A81E-908D3C9BCF3E}"/>
              </a:ext>
            </a:extLst>
          </p:cNvPr>
          <p:cNvSpPr>
            <a:spLocks noGrp="1"/>
          </p:cNvSpPr>
          <p:nvPr>
            <p:ph type="sldNum" sz="quarter" idx="13"/>
          </p:nvPr>
        </p:nvSpPr>
        <p:spPr/>
        <p:txBody>
          <a:bodyPr/>
          <a:lstStyle/>
          <a:p>
            <a:fld id="{12342C3A-DD85-7843-B416-BD52AB030D59}" type="slidenum">
              <a:rPr lang="en-US" smtClean="0"/>
              <a:pPr/>
              <a:t>14</a:t>
            </a:fld>
            <a:endParaRPr lang="en-US" dirty="0"/>
          </a:p>
        </p:txBody>
      </p:sp>
      <p:sp>
        <p:nvSpPr>
          <p:cNvPr id="3" name="Text Placeholder 2">
            <a:extLst>
              <a:ext uri="{FF2B5EF4-FFF2-40B4-BE49-F238E27FC236}">
                <a16:creationId xmlns:a16="http://schemas.microsoft.com/office/drawing/2014/main" id="{C15FFBEA-E5F3-045F-E74D-51AF62A1752D}"/>
              </a:ext>
            </a:extLst>
          </p:cNvPr>
          <p:cNvSpPr>
            <a:spLocks noGrp="1"/>
          </p:cNvSpPr>
          <p:nvPr>
            <p:ph type="body" sz="quarter" idx="12"/>
          </p:nvPr>
        </p:nvSpPr>
        <p:spPr/>
        <p:txBody>
          <a:bodyPr>
            <a:normAutofit/>
          </a:bodyPr>
          <a:lstStyle/>
          <a:p>
            <a:endParaRPr lang="en-US" sz="2000" dirty="0"/>
          </a:p>
          <a:p>
            <a:r>
              <a:rPr lang="en-US" sz="2000" b="1" dirty="0"/>
              <a:t>Agile Testing:</a:t>
            </a:r>
            <a:endParaRPr lang="en-US" sz="2000" dirty="0"/>
          </a:p>
          <a:p>
            <a:pPr marL="800100" lvl="1" indent="-342900">
              <a:buFont typeface="Arial" panose="020B0604020202020204" pitchFamily="34" charset="0"/>
              <a:buChar char="•"/>
            </a:pPr>
            <a:r>
              <a:rPr lang="en-US" sz="2000" dirty="0"/>
              <a:t>Testing is </a:t>
            </a:r>
            <a:r>
              <a:rPr lang="en-US" sz="2000" b="1" dirty="0"/>
              <a:t>fully integrated</a:t>
            </a:r>
            <a:r>
              <a:rPr lang="en-US" sz="2000" dirty="0"/>
              <a:t> into the team’s workflow. Developers and testers work </a:t>
            </a:r>
            <a:r>
              <a:rPr lang="en-US" sz="2000" b="1" dirty="0"/>
              <a:t>side-by-side</a:t>
            </a:r>
            <a:r>
              <a:rPr lang="en-US" sz="2000" dirty="0"/>
              <a:t> throughout the sprint to test features as they are being developed.</a:t>
            </a:r>
          </a:p>
          <a:p>
            <a:pPr marL="800100" lvl="1" indent="-342900">
              <a:buFont typeface="Arial" panose="020B0604020202020204" pitchFamily="34" charset="0"/>
              <a:buChar char="•"/>
            </a:pPr>
            <a:r>
              <a:rPr lang="en-US" sz="2000" dirty="0"/>
              <a:t>Testers help in creating </a:t>
            </a:r>
            <a:r>
              <a:rPr lang="en-US" sz="2000" b="1" dirty="0"/>
              <a:t>user stories</a:t>
            </a:r>
            <a:r>
              <a:rPr lang="en-US" sz="2000" dirty="0"/>
              <a:t> and defining </a:t>
            </a:r>
            <a:r>
              <a:rPr lang="en-US" sz="2000" b="1" dirty="0"/>
              <a:t>acceptance criteria</a:t>
            </a:r>
            <a:r>
              <a:rPr lang="en-US" sz="2000" dirty="0"/>
              <a:t>, ensuring that features are built with quality in mind.</a:t>
            </a:r>
          </a:p>
          <a:p>
            <a:pPr marL="800100" lvl="1" indent="-342900">
              <a:buFont typeface="Arial" panose="020B0604020202020204" pitchFamily="34" charset="0"/>
              <a:buChar char="•"/>
            </a:pPr>
            <a:r>
              <a:rPr lang="en-US" sz="2000" dirty="0"/>
              <a:t>Testing is continuous and runs alongside development, leading to frequent, small releases with early feedback from stakeholders.</a:t>
            </a:r>
          </a:p>
          <a:p>
            <a:endParaRPr lang="en-US" sz="2000" dirty="0"/>
          </a:p>
        </p:txBody>
      </p:sp>
      <p:sp>
        <p:nvSpPr>
          <p:cNvPr id="4" name="Title 3">
            <a:extLst>
              <a:ext uri="{FF2B5EF4-FFF2-40B4-BE49-F238E27FC236}">
                <a16:creationId xmlns:a16="http://schemas.microsoft.com/office/drawing/2014/main" id="{0B4E253D-FCEF-049C-EA92-01E6F5B29A9F}"/>
              </a:ext>
            </a:extLst>
          </p:cNvPr>
          <p:cNvSpPr>
            <a:spLocks noGrp="1"/>
          </p:cNvSpPr>
          <p:nvPr>
            <p:ph type="title"/>
          </p:nvPr>
        </p:nvSpPr>
        <p:spPr/>
        <p:txBody>
          <a:bodyPr>
            <a:normAutofit fontScale="90000"/>
          </a:bodyPr>
          <a:lstStyle/>
          <a:p>
            <a:r>
              <a:rPr lang="en-US" dirty="0"/>
              <a:t>How is Testing Integrated into the Team Workflow in Agile vs. Waterfall?</a:t>
            </a:r>
          </a:p>
        </p:txBody>
      </p:sp>
    </p:spTree>
    <p:extLst>
      <p:ext uri="{BB962C8B-B14F-4D97-AF65-F5344CB8AC3E}">
        <p14:creationId xmlns:p14="http://schemas.microsoft.com/office/powerpoint/2010/main" val="23576432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9B361-6537-FD9D-575F-81A5683EFC22}"/>
              </a:ext>
            </a:extLst>
          </p:cNvPr>
          <p:cNvSpPr>
            <a:spLocks noGrp="1"/>
          </p:cNvSpPr>
          <p:nvPr>
            <p:ph type="sldNum" sz="quarter" idx="13"/>
          </p:nvPr>
        </p:nvSpPr>
        <p:spPr/>
        <p:txBody>
          <a:bodyPr/>
          <a:lstStyle/>
          <a:p>
            <a:fld id="{12342C3A-DD85-7843-B416-BD52AB030D59}" type="slidenum">
              <a:rPr lang="en-US" smtClean="0"/>
              <a:pPr/>
              <a:t>15</a:t>
            </a:fld>
            <a:endParaRPr lang="en-US" dirty="0"/>
          </a:p>
        </p:txBody>
      </p:sp>
      <p:sp>
        <p:nvSpPr>
          <p:cNvPr id="3" name="Text Placeholder 2">
            <a:extLst>
              <a:ext uri="{FF2B5EF4-FFF2-40B4-BE49-F238E27FC236}">
                <a16:creationId xmlns:a16="http://schemas.microsoft.com/office/drawing/2014/main" id="{280CEBB9-DE82-7E52-443C-D7EF09E43040}"/>
              </a:ext>
            </a:extLst>
          </p:cNvPr>
          <p:cNvSpPr>
            <a:spLocks noGrp="1"/>
          </p:cNvSpPr>
          <p:nvPr>
            <p:ph type="body" sz="quarter" idx="12"/>
          </p:nvPr>
        </p:nvSpPr>
        <p:spPr/>
        <p:txBody>
          <a:bodyPr>
            <a:normAutofit/>
          </a:bodyPr>
          <a:lstStyle/>
          <a:p>
            <a:endParaRPr lang="en-US" sz="2000" b="1" dirty="0"/>
          </a:p>
          <a:p>
            <a:r>
              <a:rPr lang="en-US" sz="2000" b="1" dirty="0"/>
              <a:t>Waterfall Testing:</a:t>
            </a:r>
            <a:endParaRPr lang="en-US" sz="2000" dirty="0"/>
          </a:p>
          <a:p>
            <a:pPr marL="800100" lvl="1" indent="-342900">
              <a:buFont typeface="Arial" panose="020B0604020202020204" pitchFamily="34" charset="0"/>
              <a:buChar char="•"/>
            </a:pPr>
            <a:r>
              <a:rPr lang="en-US" sz="2000" dirty="0"/>
              <a:t>Testing is performed by a </a:t>
            </a:r>
            <a:r>
              <a:rPr lang="en-US" sz="2000" b="1" dirty="0"/>
              <a:t>separate team</a:t>
            </a:r>
            <a:r>
              <a:rPr lang="en-US" sz="2000" dirty="0"/>
              <a:t> after development is completed. Developers and testers do not typically interact until the testing phase.</a:t>
            </a:r>
          </a:p>
          <a:p>
            <a:pPr marL="800100" lvl="1" indent="-342900">
              <a:buFont typeface="Arial" panose="020B0604020202020204" pitchFamily="34" charset="0"/>
              <a:buChar char="•"/>
            </a:pPr>
            <a:r>
              <a:rPr lang="en-US" sz="2000" dirty="0"/>
              <a:t>Testing follows a </a:t>
            </a:r>
            <a:r>
              <a:rPr lang="en-US" sz="2000" b="1" dirty="0"/>
              <a:t>fixed schedule</a:t>
            </a:r>
            <a:r>
              <a:rPr lang="en-US" sz="2000" dirty="0"/>
              <a:t>, with a distinct phase following the design and development stages.</a:t>
            </a:r>
          </a:p>
          <a:p>
            <a:pPr marL="800100" lvl="1" indent="-342900">
              <a:buFont typeface="Arial" panose="020B0604020202020204" pitchFamily="34" charset="0"/>
              <a:buChar char="•"/>
            </a:pPr>
            <a:r>
              <a:rPr lang="en-US" sz="2000" dirty="0"/>
              <a:t>There is </a:t>
            </a:r>
            <a:r>
              <a:rPr lang="en-US" sz="2000" b="1" dirty="0"/>
              <a:t>less collaboration</a:t>
            </a:r>
            <a:r>
              <a:rPr lang="en-US" sz="2000" dirty="0"/>
              <a:t> between developers and testers, which may result in a misalignment between what was built and what is tested.</a:t>
            </a:r>
          </a:p>
          <a:p>
            <a:endParaRPr lang="en-US" sz="2000" dirty="0"/>
          </a:p>
        </p:txBody>
      </p:sp>
      <p:sp>
        <p:nvSpPr>
          <p:cNvPr id="4" name="Title 3">
            <a:extLst>
              <a:ext uri="{FF2B5EF4-FFF2-40B4-BE49-F238E27FC236}">
                <a16:creationId xmlns:a16="http://schemas.microsoft.com/office/drawing/2014/main" id="{9153319D-6E8E-38C8-001C-5B4972DA23DF}"/>
              </a:ext>
            </a:extLst>
          </p:cNvPr>
          <p:cNvSpPr>
            <a:spLocks noGrp="1"/>
          </p:cNvSpPr>
          <p:nvPr>
            <p:ph type="title"/>
          </p:nvPr>
        </p:nvSpPr>
        <p:spPr/>
        <p:txBody>
          <a:bodyPr>
            <a:normAutofit fontScale="90000"/>
          </a:bodyPr>
          <a:lstStyle/>
          <a:p>
            <a:r>
              <a:rPr lang="en-US" dirty="0"/>
              <a:t>How is Testing Integrated into the Team Workflow in Agile vs. Waterfall?</a:t>
            </a:r>
          </a:p>
        </p:txBody>
      </p:sp>
    </p:spTree>
    <p:extLst>
      <p:ext uri="{BB962C8B-B14F-4D97-AF65-F5344CB8AC3E}">
        <p14:creationId xmlns:p14="http://schemas.microsoft.com/office/powerpoint/2010/main" val="42376592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359B8E8-69EF-097E-DD8F-24D20A3AFF27}"/>
              </a:ext>
            </a:extLst>
          </p:cNvPr>
          <p:cNvSpPr>
            <a:spLocks noGrp="1"/>
          </p:cNvSpPr>
          <p:nvPr>
            <p:ph type="sldNum" sz="quarter" idx="13"/>
          </p:nvPr>
        </p:nvSpPr>
        <p:spPr/>
        <p:txBody>
          <a:bodyPr/>
          <a:lstStyle/>
          <a:p>
            <a:fld id="{12342C3A-DD85-7843-B416-BD52AB030D59}" type="slidenum">
              <a:rPr lang="en-US" smtClean="0"/>
              <a:pPr/>
              <a:t>16</a:t>
            </a:fld>
            <a:endParaRPr lang="en-US" dirty="0"/>
          </a:p>
        </p:txBody>
      </p:sp>
      <p:sp>
        <p:nvSpPr>
          <p:cNvPr id="3" name="Text Placeholder 2">
            <a:extLst>
              <a:ext uri="{FF2B5EF4-FFF2-40B4-BE49-F238E27FC236}">
                <a16:creationId xmlns:a16="http://schemas.microsoft.com/office/drawing/2014/main" id="{1787C272-E5D7-3E94-B90F-90873FAFEC82}"/>
              </a:ext>
            </a:extLst>
          </p:cNvPr>
          <p:cNvSpPr>
            <a:spLocks noGrp="1"/>
          </p:cNvSpPr>
          <p:nvPr>
            <p:ph type="body" sz="quarter" idx="12"/>
          </p:nvPr>
        </p:nvSpPr>
        <p:spPr/>
        <p:txBody>
          <a:bodyPr>
            <a:normAutofit/>
          </a:bodyPr>
          <a:lstStyle/>
          <a:p>
            <a:endParaRPr lang="en-US" sz="2000" dirty="0"/>
          </a:p>
          <a:p>
            <a:r>
              <a:rPr lang="en-US" sz="2000" b="1" dirty="0"/>
              <a:t>Agile:</a:t>
            </a:r>
            <a:endParaRPr lang="en-US" sz="2000" dirty="0"/>
          </a:p>
          <a:p>
            <a:pPr marL="800100" lvl="1" indent="-342900">
              <a:buFont typeface="Arial" panose="020B0604020202020204" pitchFamily="34" charset="0"/>
              <a:buChar char="•"/>
            </a:pPr>
            <a:r>
              <a:rPr lang="en-US" sz="2000" dirty="0"/>
              <a:t>Bugs found during testing are reported </a:t>
            </a:r>
            <a:r>
              <a:rPr lang="en-US" sz="2000" b="1" dirty="0"/>
              <a:t>immediately</a:t>
            </a:r>
            <a:r>
              <a:rPr lang="en-US" sz="2000" dirty="0"/>
              <a:t>, and they are </a:t>
            </a:r>
            <a:r>
              <a:rPr lang="en-US" sz="2000" b="1" dirty="0"/>
              <a:t>fixed in the next sprint</a:t>
            </a:r>
            <a:r>
              <a:rPr lang="en-US" sz="2000" dirty="0"/>
              <a:t> or iteration.</a:t>
            </a:r>
          </a:p>
          <a:p>
            <a:pPr marL="800100" lvl="1" indent="-342900">
              <a:buFont typeface="Arial" panose="020B0604020202020204" pitchFamily="34" charset="0"/>
              <a:buChar char="•"/>
            </a:pPr>
            <a:r>
              <a:rPr lang="en-US" sz="2000" dirty="0"/>
              <a:t>Bugs are often prioritized in the </a:t>
            </a:r>
            <a:r>
              <a:rPr lang="en-US" sz="2000" b="1" dirty="0"/>
              <a:t>backlog</a:t>
            </a:r>
            <a:r>
              <a:rPr lang="en-US" sz="2000" dirty="0"/>
              <a:t> and worked on in the upcoming sprint based on severity.</a:t>
            </a:r>
          </a:p>
          <a:p>
            <a:pPr marL="800100" lvl="1" indent="-342900">
              <a:buFont typeface="Arial" panose="020B0604020202020204" pitchFamily="34" charset="0"/>
              <a:buChar char="•"/>
            </a:pPr>
            <a:r>
              <a:rPr lang="en-US" sz="2000" dirty="0"/>
              <a:t>Since testing happens continuously, bugs are generally easier to manage and fix because they are caught early.</a:t>
            </a:r>
          </a:p>
          <a:p>
            <a:endParaRPr lang="en-US" sz="2000" dirty="0"/>
          </a:p>
        </p:txBody>
      </p:sp>
      <p:sp>
        <p:nvSpPr>
          <p:cNvPr id="4" name="Title 3">
            <a:extLst>
              <a:ext uri="{FF2B5EF4-FFF2-40B4-BE49-F238E27FC236}">
                <a16:creationId xmlns:a16="http://schemas.microsoft.com/office/drawing/2014/main" id="{67B45C0F-FB2C-2EDD-FC4C-0AB751DCB35D}"/>
              </a:ext>
            </a:extLst>
          </p:cNvPr>
          <p:cNvSpPr>
            <a:spLocks noGrp="1"/>
          </p:cNvSpPr>
          <p:nvPr>
            <p:ph type="title"/>
          </p:nvPr>
        </p:nvSpPr>
        <p:spPr/>
        <p:txBody>
          <a:bodyPr>
            <a:normAutofit fontScale="90000"/>
          </a:bodyPr>
          <a:lstStyle/>
          <a:p>
            <a:r>
              <a:rPr lang="en-US" dirty="0"/>
              <a:t>What Happens When Bugs Are Found in Testing in Agile vs. Waterfall?</a:t>
            </a:r>
          </a:p>
        </p:txBody>
      </p:sp>
    </p:spTree>
    <p:extLst>
      <p:ext uri="{BB962C8B-B14F-4D97-AF65-F5344CB8AC3E}">
        <p14:creationId xmlns:p14="http://schemas.microsoft.com/office/powerpoint/2010/main" val="37969526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ACD1470-5FFD-6A9B-C38F-CAF33FA782CF}"/>
              </a:ext>
            </a:extLst>
          </p:cNvPr>
          <p:cNvSpPr>
            <a:spLocks noGrp="1"/>
          </p:cNvSpPr>
          <p:nvPr>
            <p:ph type="sldNum" sz="quarter" idx="13"/>
          </p:nvPr>
        </p:nvSpPr>
        <p:spPr/>
        <p:txBody>
          <a:bodyPr/>
          <a:lstStyle/>
          <a:p>
            <a:fld id="{12342C3A-DD85-7843-B416-BD52AB030D59}" type="slidenum">
              <a:rPr lang="en-US" smtClean="0"/>
              <a:pPr/>
              <a:t>17</a:t>
            </a:fld>
            <a:endParaRPr lang="en-US" dirty="0"/>
          </a:p>
        </p:txBody>
      </p:sp>
      <p:sp>
        <p:nvSpPr>
          <p:cNvPr id="3" name="Text Placeholder 2">
            <a:extLst>
              <a:ext uri="{FF2B5EF4-FFF2-40B4-BE49-F238E27FC236}">
                <a16:creationId xmlns:a16="http://schemas.microsoft.com/office/drawing/2014/main" id="{DA4C4639-3229-A550-9E05-DEAE5D608521}"/>
              </a:ext>
            </a:extLst>
          </p:cNvPr>
          <p:cNvSpPr>
            <a:spLocks noGrp="1"/>
          </p:cNvSpPr>
          <p:nvPr>
            <p:ph type="body" sz="quarter" idx="12"/>
          </p:nvPr>
        </p:nvSpPr>
        <p:spPr/>
        <p:txBody>
          <a:bodyPr>
            <a:normAutofit/>
          </a:bodyPr>
          <a:lstStyle/>
          <a:p>
            <a:endParaRPr lang="en-US" sz="2000" dirty="0"/>
          </a:p>
          <a:p>
            <a:r>
              <a:rPr lang="en-US" sz="2000" b="1" dirty="0"/>
              <a:t>Waterfall:</a:t>
            </a:r>
            <a:endParaRPr lang="en-US" sz="2000" dirty="0"/>
          </a:p>
          <a:p>
            <a:pPr marL="800100" lvl="1" indent="-342900">
              <a:buFont typeface="Arial" panose="020B0604020202020204" pitchFamily="34" charset="0"/>
              <a:buChar char="•"/>
            </a:pPr>
            <a:r>
              <a:rPr lang="en-US" sz="2000" dirty="0"/>
              <a:t>Bugs found during testing may require the team to </a:t>
            </a:r>
            <a:r>
              <a:rPr lang="en-US" sz="2000" b="1" dirty="0"/>
              <a:t>revisit the development phase</a:t>
            </a:r>
            <a:r>
              <a:rPr lang="en-US" sz="2000" dirty="0"/>
              <a:t>, which can lead to significant delays.</a:t>
            </a:r>
          </a:p>
          <a:p>
            <a:pPr marL="800100" lvl="1" indent="-342900">
              <a:buFont typeface="Arial" panose="020B0604020202020204" pitchFamily="34" charset="0"/>
              <a:buChar char="•"/>
            </a:pPr>
            <a:r>
              <a:rPr lang="en-US" sz="2000" dirty="0"/>
              <a:t>If a major bug is found late in the process, it can require substantial rework and impact the overall project timeline.</a:t>
            </a:r>
          </a:p>
          <a:p>
            <a:pPr marL="800100" lvl="1" indent="-342900">
              <a:buFont typeface="Arial" panose="020B0604020202020204" pitchFamily="34" charset="0"/>
              <a:buChar char="•"/>
            </a:pPr>
            <a:r>
              <a:rPr lang="en-US" sz="2000" dirty="0"/>
              <a:t>The process is less flexible, as the testing phase is separated from development, and changes can be costly and time-consuming.</a:t>
            </a:r>
          </a:p>
          <a:p>
            <a:endParaRPr lang="en-US" sz="2000" dirty="0"/>
          </a:p>
        </p:txBody>
      </p:sp>
      <p:sp>
        <p:nvSpPr>
          <p:cNvPr id="4" name="Title 3">
            <a:extLst>
              <a:ext uri="{FF2B5EF4-FFF2-40B4-BE49-F238E27FC236}">
                <a16:creationId xmlns:a16="http://schemas.microsoft.com/office/drawing/2014/main" id="{5CD16CF6-B87A-A5C7-E710-8390840B1F2B}"/>
              </a:ext>
            </a:extLst>
          </p:cNvPr>
          <p:cNvSpPr>
            <a:spLocks noGrp="1"/>
          </p:cNvSpPr>
          <p:nvPr>
            <p:ph type="title"/>
          </p:nvPr>
        </p:nvSpPr>
        <p:spPr/>
        <p:txBody>
          <a:bodyPr>
            <a:normAutofit fontScale="90000"/>
          </a:bodyPr>
          <a:lstStyle/>
          <a:p>
            <a:r>
              <a:rPr lang="en-US" dirty="0"/>
              <a:t>What Happens When Bugs Are Found in Testing in Agile vs. Waterfall?</a:t>
            </a:r>
          </a:p>
        </p:txBody>
      </p:sp>
    </p:spTree>
    <p:extLst>
      <p:ext uri="{BB962C8B-B14F-4D97-AF65-F5344CB8AC3E}">
        <p14:creationId xmlns:p14="http://schemas.microsoft.com/office/powerpoint/2010/main" val="29308063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62FA6A8-CBBD-6B05-3C2B-BF3AAC9A367A}"/>
              </a:ext>
            </a:extLst>
          </p:cNvPr>
          <p:cNvSpPr>
            <a:spLocks noGrp="1"/>
          </p:cNvSpPr>
          <p:nvPr>
            <p:ph type="sldNum" sz="quarter" idx="13"/>
          </p:nvPr>
        </p:nvSpPr>
        <p:spPr/>
        <p:txBody>
          <a:bodyPr/>
          <a:lstStyle/>
          <a:p>
            <a:fld id="{12342C3A-DD85-7843-B416-BD52AB030D59}" type="slidenum">
              <a:rPr lang="en-US" smtClean="0"/>
              <a:pPr/>
              <a:t>18</a:t>
            </a:fld>
            <a:endParaRPr lang="en-US" dirty="0"/>
          </a:p>
        </p:txBody>
      </p:sp>
      <p:sp>
        <p:nvSpPr>
          <p:cNvPr id="3" name="Text Placeholder 2">
            <a:extLst>
              <a:ext uri="{FF2B5EF4-FFF2-40B4-BE49-F238E27FC236}">
                <a16:creationId xmlns:a16="http://schemas.microsoft.com/office/drawing/2014/main" id="{1747FD27-0C44-C8C4-680F-7B9A186847F3}"/>
              </a:ext>
            </a:extLst>
          </p:cNvPr>
          <p:cNvSpPr>
            <a:spLocks noGrp="1"/>
          </p:cNvSpPr>
          <p:nvPr>
            <p:ph type="body" sz="quarter" idx="12"/>
          </p:nvPr>
        </p:nvSpPr>
        <p:spPr/>
        <p:txBody>
          <a:bodyPr>
            <a:normAutofit/>
          </a:bodyPr>
          <a:lstStyle/>
          <a:p>
            <a:r>
              <a:rPr lang="en-US" sz="2000" dirty="0"/>
              <a:t>Write a manual test case for testing the login functionality of a website. The website requires a username and password to authenticate users.</a:t>
            </a:r>
          </a:p>
          <a:p>
            <a:pPr marL="342900" indent="-342900">
              <a:buFont typeface="Arial" panose="020B0604020202020204" pitchFamily="34" charset="0"/>
              <a:buChar char="•"/>
            </a:pPr>
            <a:r>
              <a:rPr lang="en-US" sz="1800" b="1" dirty="0"/>
              <a:t>Test Case ID:</a:t>
            </a:r>
            <a:r>
              <a:rPr lang="en-US" sz="1800" dirty="0"/>
              <a:t> TC_001</a:t>
            </a:r>
          </a:p>
          <a:p>
            <a:pPr marL="342900" indent="-342900">
              <a:buFont typeface="Arial" panose="020B0604020202020204" pitchFamily="34" charset="0"/>
              <a:buChar char="•"/>
            </a:pPr>
            <a:r>
              <a:rPr lang="en-US" sz="1800" b="1" dirty="0"/>
              <a:t>Test Case Title:</a:t>
            </a:r>
            <a:r>
              <a:rPr lang="en-US" sz="1800" dirty="0"/>
              <a:t> Verify login functionality with valid credentials</a:t>
            </a:r>
          </a:p>
          <a:p>
            <a:pPr marL="342900" indent="-342900">
              <a:buFont typeface="Arial" panose="020B0604020202020204" pitchFamily="34" charset="0"/>
              <a:buChar char="•"/>
            </a:pPr>
            <a:r>
              <a:rPr lang="en-US" sz="1800" b="1" dirty="0"/>
              <a:t>Test Description:</a:t>
            </a:r>
            <a:r>
              <a:rPr lang="en-US" sz="1800" dirty="0"/>
              <a:t> Ensure that the user is able to log in using valid credentials.</a:t>
            </a:r>
          </a:p>
          <a:p>
            <a:pPr marL="342900" indent="-342900">
              <a:buFont typeface="Arial" panose="020B0604020202020204" pitchFamily="34" charset="0"/>
              <a:buChar char="•"/>
            </a:pPr>
            <a:r>
              <a:rPr lang="en-US" sz="1800" b="1" dirty="0"/>
              <a:t>Preconditions:</a:t>
            </a:r>
            <a:r>
              <a:rPr lang="en-US" sz="1800" dirty="0"/>
              <a:t> User has a registered account with valid credentials (username and password).</a:t>
            </a:r>
          </a:p>
          <a:p>
            <a:pPr marL="342900" indent="-342900">
              <a:buFont typeface="Arial" panose="020B0604020202020204" pitchFamily="34" charset="0"/>
              <a:buChar char="•"/>
            </a:pPr>
            <a:r>
              <a:rPr lang="en-US" sz="1800" b="1" dirty="0"/>
              <a:t>Test Steps:</a:t>
            </a:r>
          </a:p>
          <a:p>
            <a:pPr marL="800100" lvl="1" indent="-342900">
              <a:buFont typeface="+mj-lt"/>
              <a:buAutoNum type="arabicPeriod"/>
            </a:pPr>
            <a:r>
              <a:rPr lang="en-US" sz="1800" dirty="0"/>
              <a:t>Open the website’s login page.</a:t>
            </a:r>
          </a:p>
          <a:p>
            <a:pPr marL="800100" lvl="1" indent="-342900">
              <a:buFont typeface="+mj-lt"/>
              <a:buAutoNum type="arabicPeriod"/>
            </a:pPr>
            <a:r>
              <a:rPr lang="en-US" sz="1800" dirty="0"/>
              <a:t>Enter a valid username in the username field.</a:t>
            </a:r>
          </a:p>
          <a:p>
            <a:pPr marL="800100" lvl="1" indent="-342900">
              <a:buFont typeface="+mj-lt"/>
              <a:buAutoNum type="arabicPeriod"/>
            </a:pPr>
            <a:r>
              <a:rPr lang="en-US" sz="1800" dirty="0"/>
              <a:t>Enter a valid password in the password field.</a:t>
            </a:r>
          </a:p>
          <a:p>
            <a:pPr marL="800100" lvl="1" indent="-342900">
              <a:buFont typeface="+mj-lt"/>
              <a:buAutoNum type="arabicPeriod"/>
            </a:pPr>
            <a:r>
              <a:rPr lang="en-US" sz="1800" dirty="0"/>
              <a:t>Click on the “Login” button.</a:t>
            </a:r>
          </a:p>
          <a:p>
            <a:pPr marL="342900" indent="-342900">
              <a:buFont typeface="Arial" panose="020B0604020202020204" pitchFamily="34" charset="0"/>
              <a:buChar char="•"/>
            </a:pPr>
            <a:r>
              <a:rPr lang="en-US" sz="1800" b="1" dirty="0"/>
              <a:t>Expected Result:</a:t>
            </a:r>
            <a:r>
              <a:rPr lang="en-US" sz="1800" dirty="0"/>
              <a:t> The user should be redirected to the dashboard or home page after a successful login.</a:t>
            </a:r>
            <a:endParaRPr lang="en-US" dirty="0"/>
          </a:p>
        </p:txBody>
      </p:sp>
      <p:sp>
        <p:nvSpPr>
          <p:cNvPr id="4" name="Title 3">
            <a:extLst>
              <a:ext uri="{FF2B5EF4-FFF2-40B4-BE49-F238E27FC236}">
                <a16:creationId xmlns:a16="http://schemas.microsoft.com/office/drawing/2014/main" id="{ED256CA4-5110-42DB-08A7-C4482BBCDB2F}"/>
              </a:ext>
            </a:extLst>
          </p:cNvPr>
          <p:cNvSpPr>
            <a:spLocks noGrp="1"/>
          </p:cNvSpPr>
          <p:nvPr>
            <p:ph type="title"/>
          </p:nvPr>
        </p:nvSpPr>
        <p:spPr/>
        <p:txBody>
          <a:bodyPr/>
          <a:lstStyle/>
          <a:p>
            <a:r>
              <a:rPr lang="en-US" dirty="0"/>
              <a:t>Write a Manual Test Case for a Login Page</a:t>
            </a:r>
          </a:p>
        </p:txBody>
      </p:sp>
    </p:spTree>
    <p:extLst>
      <p:ext uri="{BB962C8B-B14F-4D97-AF65-F5344CB8AC3E}">
        <p14:creationId xmlns:p14="http://schemas.microsoft.com/office/powerpoint/2010/main" val="31889225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A28870B-8552-4A54-3B55-088D09D8A714}"/>
              </a:ext>
            </a:extLst>
          </p:cNvPr>
          <p:cNvSpPr>
            <a:spLocks noGrp="1"/>
          </p:cNvSpPr>
          <p:nvPr>
            <p:ph type="sldNum" sz="quarter" idx="13"/>
          </p:nvPr>
        </p:nvSpPr>
        <p:spPr/>
        <p:txBody>
          <a:bodyPr/>
          <a:lstStyle/>
          <a:p>
            <a:fld id="{12342C3A-DD85-7843-B416-BD52AB030D59}" type="slidenum">
              <a:rPr lang="en-US" smtClean="0"/>
              <a:pPr/>
              <a:t>19</a:t>
            </a:fld>
            <a:endParaRPr lang="en-US" dirty="0"/>
          </a:p>
        </p:txBody>
      </p:sp>
      <p:sp>
        <p:nvSpPr>
          <p:cNvPr id="3" name="Text Placeholder 2">
            <a:extLst>
              <a:ext uri="{FF2B5EF4-FFF2-40B4-BE49-F238E27FC236}">
                <a16:creationId xmlns:a16="http://schemas.microsoft.com/office/drawing/2014/main" id="{4B9C9659-FF2C-28EA-A5DF-48238FCEE2CB}"/>
              </a:ext>
            </a:extLst>
          </p:cNvPr>
          <p:cNvSpPr>
            <a:spLocks noGrp="1"/>
          </p:cNvSpPr>
          <p:nvPr>
            <p:ph type="body" sz="quarter" idx="12"/>
          </p:nvPr>
        </p:nvSpPr>
        <p:spPr/>
        <p:txBody>
          <a:bodyPr>
            <a:normAutofit/>
          </a:bodyPr>
          <a:lstStyle/>
          <a:p>
            <a:r>
              <a:rPr lang="en-US" sz="2000" dirty="0"/>
              <a:t>Write a manual test case for testing the password reset functionality on a website. The user should be able to reset their password by providing the registered email.</a:t>
            </a:r>
          </a:p>
          <a:p>
            <a:pPr marL="342900" indent="-342900">
              <a:buFont typeface="Arial" panose="020B0604020202020204" pitchFamily="34" charset="0"/>
              <a:buChar char="•"/>
            </a:pPr>
            <a:r>
              <a:rPr lang="en-US" sz="2000" b="1" dirty="0"/>
              <a:t>Test Case ID:</a:t>
            </a:r>
            <a:r>
              <a:rPr lang="en-US" sz="2000" dirty="0"/>
              <a:t> TC_002</a:t>
            </a:r>
          </a:p>
          <a:p>
            <a:pPr marL="342900" indent="-342900">
              <a:buFont typeface="Arial" panose="020B0604020202020204" pitchFamily="34" charset="0"/>
              <a:buChar char="•"/>
            </a:pPr>
            <a:r>
              <a:rPr lang="en-US" sz="2000" b="1" dirty="0"/>
              <a:t>Test Case Title:</a:t>
            </a:r>
            <a:r>
              <a:rPr lang="en-US" sz="2000" dirty="0"/>
              <a:t> Verify password reset functionality</a:t>
            </a:r>
          </a:p>
          <a:p>
            <a:pPr marL="342900" indent="-342900">
              <a:buFont typeface="Arial" panose="020B0604020202020204" pitchFamily="34" charset="0"/>
              <a:buChar char="•"/>
            </a:pPr>
            <a:r>
              <a:rPr lang="en-US" sz="2000" b="1" dirty="0"/>
              <a:t>Test Description:</a:t>
            </a:r>
            <a:r>
              <a:rPr lang="en-US" sz="2000" dirty="0"/>
              <a:t> Ensure that the user can reset their password by providing their registered email.</a:t>
            </a:r>
          </a:p>
          <a:p>
            <a:pPr marL="342900" indent="-342900">
              <a:buFont typeface="Arial" panose="020B0604020202020204" pitchFamily="34" charset="0"/>
              <a:buChar char="•"/>
            </a:pPr>
            <a:r>
              <a:rPr lang="en-US" sz="2000" b="1" dirty="0"/>
              <a:t>Preconditions:</a:t>
            </a:r>
            <a:r>
              <a:rPr lang="en-US" sz="2000" dirty="0"/>
              <a:t> User has a registered account with a valid email address.</a:t>
            </a:r>
          </a:p>
          <a:p>
            <a:pPr marL="342900" indent="-342900">
              <a:buFont typeface="Arial" panose="020B0604020202020204" pitchFamily="34" charset="0"/>
              <a:buChar char="•"/>
            </a:pPr>
            <a:endParaRPr lang="en-US" sz="1800" b="1" dirty="0"/>
          </a:p>
        </p:txBody>
      </p:sp>
      <p:sp>
        <p:nvSpPr>
          <p:cNvPr id="4" name="Title 3">
            <a:extLst>
              <a:ext uri="{FF2B5EF4-FFF2-40B4-BE49-F238E27FC236}">
                <a16:creationId xmlns:a16="http://schemas.microsoft.com/office/drawing/2014/main" id="{35B1C2C9-7A54-B5E9-8BC9-B0CA6112BA4E}"/>
              </a:ext>
            </a:extLst>
          </p:cNvPr>
          <p:cNvSpPr>
            <a:spLocks noGrp="1"/>
          </p:cNvSpPr>
          <p:nvPr>
            <p:ph type="title"/>
          </p:nvPr>
        </p:nvSpPr>
        <p:spPr/>
        <p:txBody>
          <a:bodyPr>
            <a:noAutofit/>
          </a:bodyPr>
          <a:lstStyle/>
          <a:p>
            <a:r>
              <a:rPr lang="en-US" sz="2400" dirty="0"/>
              <a:t>Write a Manual Test Case for a Password Reset Functionality</a:t>
            </a:r>
          </a:p>
        </p:txBody>
      </p:sp>
    </p:spTree>
    <p:extLst>
      <p:ext uri="{BB962C8B-B14F-4D97-AF65-F5344CB8AC3E}">
        <p14:creationId xmlns:p14="http://schemas.microsoft.com/office/powerpoint/2010/main" val="35709413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648486D-283B-F667-D33D-F8F91F5AB962}"/>
              </a:ext>
            </a:extLst>
          </p:cNvPr>
          <p:cNvSpPr>
            <a:spLocks noGrp="1"/>
          </p:cNvSpPr>
          <p:nvPr>
            <p:ph type="sldNum" sz="quarter" idx="13"/>
          </p:nvPr>
        </p:nvSpPr>
        <p:spPr/>
        <p:txBody>
          <a:bodyPr/>
          <a:lstStyle/>
          <a:p>
            <a:fld id="{12342C3A-DD85-7843-B416-BD52AB030D59}" type="slidenum">
              <a:rPr lang="en-US" smtClean="0"/>
              <a:pPr/>
              <a:t>20</a:t>
            </a:fld>
            <a:endParaRPr lang="en-US" dirty="0"/>
          </a:p>
        </p:txBody>
      </p:sp>
      <p:sp>
        <p:nvSpPr>
          <p:cNvPr id="3" name="Text Placeholder 2">
            <a:extLst>
              <a:ext uri="{FF2B5EF4-FFF2-40B4-BE49-F238E27FC236}">
                <a16:creationId xmlns:a16="http://schemas.microsoft.com/office/drawing/2014/main" id="{260BD6D0-0DCD-6C23-C624-EE30D2AFD754}"/>
              </a:ext>
            </a:extLst>
          </p:cNvPr>
          <p:cNvSpPr>
            <a:spLocks noGrp="1"/>
          </p:cNvSpPr>
          <p:nvPr>
            <p:ph type="body" sz="quarter" idx="12"/>
          </p:nvPr>
        </p:nvSpPr>
        <p:spPr/>
        <p:txBody>
          <a:bodyPr>
            <a:normAutofit/>
          </a:bodyPr>
          <a:lstStyle/>
          <a:p>
            <a:r>
              <a:rPr lang="en-US" sz="2000" b="1" dirty="0"/>
              <a:t>Test Steps:</a:t>
            </a:r>
          </a:p>
          <a:p>
            <a:pPr marL="914400" lvl="1" indent="-457200">
              <a:buFont typeface="+mj-lt"/>
              <a:buAutoNum type="arabicPeriod"/>
            </a:pPr>
            <a:r>
              <a:rPr lang="en-US" sz="2000" dirty="0"/>
              <a:t>Open the login page of the website.</a:t>
            </a:r>
          </a:p>
          <a:p>
            <a:pPr marL="914400" lvl="1" indent="-457200">
              <a:buFont typeface="+mj-lt"/>
              <a:buAutoNum type="arabicPeriod"/>
            </a:pPr>
            <a:r>
              <a:rPr lang="en-US" sz="2000" dirty="0"/>
              <a:t>Click on the “Forgot Password?” link.</a:t>
            </a:r>
          </a:p>
          <a:p>
            <a:pPr marL="914400" lvl="1" indent="-457200">
              <a:buFont typeface="+mj-lt"/>
              <a:buAutoNum type="arabicPeriod"/>
            </a:pPr>
            <a:r>
              <a:rPr lang="en-US" sz="2000" dirty="0"/>
              <a:t>Enter the registered email address in the email field.</a:t>
            </a:r>
          </a:p>
          <a:p>
            <a:pPr marL="914400" lvl="1" indent="-457200">
              <a:buFont typeface="+mj-lt"/>
              <a:buAutoNum type="arabicPeriod"/>
            </a:pPr>
            <a:r>
              <a:rPr lang="en-US" sz="2000" dirty="0"/>
              <a:t>Click on the “Submit” button.</a:t>
            </a:r>
          </a:p>
          <a:p>
            <a:pPr marL="914400" lvl="1" indent="-457200">
              <a:buFont typeface="+mj-lt"/>
              <a:buAutoNum type="arabicPeriod"/>
            </a:pPr>
            <a:r>
              <a:rPr lang="en-US" sz="2000" dirty="0"/>
              <a:t>Check the inbox for a password reset email.</a:t>
            </a:r>
          </a:p>
          <a:p>
            <a:pPr marL="914400" lvl="1" indent="-457200">
              <a:buFont typeface="+mj-lt"/>
              <a:buAutoNum type="arabicPeriod"/>
            </a:pPr>
            <a:r>
              <a:rPr lang="en-US" sz="2000" dirty="0"/>
              <a:t>Follow the link in the email to reset the password.</a:t>
            </a:r>
          </a:p>
          <a:p>
            <a:pPr marL="914400" lvl="1" indent="-457200">
              <a:buFont typeface="+mj-lt"/>
              <a:buAutoNum type="arabicPeriod"/>
            </a:pPr>
            <a:r>
              <a:rPr lang="en-US" sz="2000" dirty="0"/>
              <a:t>Enter a new password and confirm the new password.</a:t>
            </a:r>
          </a:p>
          <a:p>
            <a:pPr marL="914400" lvl="1" indent="-457200">
              <a:buFont typeface="+mj-lt"/>
              <a:buAutoNum type="arabicPeriod"/>
            </a:pPr>
            <a:r>
              <a:rPr lang="en-US" sz="2000" dirty="0"/>
              <a:t>Submit the new password.</a:t>
            </a:r>
            <a:endParaRPr lang="en-US" sz="2000" b="1" dirty="0"/>
          </a:p>
          <a:p>
            <a:r>
              <a:rPr lang="en-US" sz="2000" b="1" dirty="0"/>
              <a:t>Expected Result:</a:t>
            </a:r>
            <a:r>
              <a:rPr lang="en-US" sz="2000" dirty="0"/>
              <a:t> The user should be redirected to a confirmation page saying that their password has been successfully reset. They should be able to log in using the new password.</a:t>
            </a:r>
          </a:p>
        </p:txBody>
      </p:sp>
      <p:sp>
        <p:nvSpPr>
          <p:cNvPr id="4" name="Title 3">
            <a:extLst>
              <a:ext uri="{FF2B5EF4-FFF2-40B4-BE49-F238E27FC236}">
                <a16:creationId xmlns:a16="http://schemas.microsoft.com/office/drawing/2014/main" id="{EDE218F5-408A-886D-7544-7F6BE0DCFF5F}"/>
              </a:ext>
            </a:extLst>
          </p:cNvPr>
          <p:cNvSpPr>
            <a:spLocks noGrp="1"/>
          </p:cNvSpPr>
          <p:nvPr>
            <p:ph type="title"/>
          </p:nvPr>
        </p:nvSpPr>
        <p:spPr/>
        <p:txBody>
          <a:bodyPr>
            <a:noAutofit/>
          </a:bodyPr>
          <a:lstStyle/>
          <a:p>
            <a:r>
              <a:rPr lang="en-US" sz="2400" dirty="0"/>
              <a:t>Write a Manual Test Case for a Password Reset Functionality</a:t>
            </a:r>
            <a:endParaRPr lang="en-US" sz="2000" dirty="0"/>
          </a:p>
        </p:txBody>
      </p:sp>
    </p:spTree>
    <p:extLst>
      <p:ext uri="{BB962C8B-B14F-4D97-AF65-F5344CB8AC3E}">
        <p14:creationId xmlns:p14="http://schemas.microsoft.com/office/powerpoint/2010/main" val="677474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B64BE0F-1DCD-96F7-01AA-DB2544132309}"/>
              </a:ext>
            </a:extLst>
          </p:cNvPr>
          <p:cNvSpPr>
            <a:spLocks noGrp="1"/>
          </p:cNvSpPr>
          <p:nvPr>
            <p:ph type="sldNum" sz="quarter" idx="13"/>
          </p:nvPr>
        </p:nvSpPr>
        <p:spPr/>
        <p:txBody>
          <a:bodyPr/>
          <a:lstStyle/>
          <a:p>
            <a:fld id="{12342C3A-DD85-7843-B416-BD52AB030D59}" type="slidenum">
              <a:rPr lang="en-US" smtClean="0"/>
              <a:pPr/>
              <a:t>21</a:t>
            </a:fld>
            <a:endParaRPr lang="en-US" dirty="0"/>
          </a:p>
        </p:txBody>
      </p:sp>
      <p:sp>
        <p:nvSpPr>
          <p:cNvPr id="3" name="Text Placeholder 2">
            <a:extLst>
              <a:ext uri="{FF2B5EF4-FFF2-40B4-BE49-F238E27FC236}">
                <a16:creationId xmlns:a16="http://schemas.microsoft.com/office/drawing/2014/main" id="{1239941D-5DC5-84CC-C263-CBE1BCB4DDC1}"/>
              </a:ext>
            </a:extLst>
          </p:cNvPr>
          <p:cNvSpPr>
            <a:spLocks noGrp="1"/>
          </p:cNvSpPr>
          <p:nvPr>
            <p:ph type="body" sz="quarter" idx="12"/>
          </p:nvPr>
        </p:nvSpPr>
        <p:spPr/>
        <p:txBody>
          <a:bodyPr>
            <a:normAutofit/>
          </a:bodyPr>
          <a:lstStyle/>
          <a:p>
            <a:r>
              <a:rPr lang="en-US" sz="2000" dirty="0"/>
              <a:t>Write a manual test case to verify that a product can be added to the shopping cart on an e-commerce website.</a:t>
            </a:r>
          </a:p>
          <a:p>
            <a:pPr marL="342900" indent="-342900">
              <a:buFont typeface="Arial" panose="020B0604020202020204" pitchFamily="34" charset="0"/>
              <a:buChar char="•"/>
            </a:pPr>
            <a:r>
              <a:rPr lang="en-US" sz="2000" b="1" dirty="0"/>
              <a:t>Test Case ID:</a:t>
            </a:r>
            <a:r>
              <a:rPr lang="en-US" sz="2000" dirty="0"/>
              <a:t> TC_003</a:t>
            </a:r>
          </a:p>
          <a:p>
            <a:pPr marL="342900" indent="-342900">
              <a:buFont typeface="Arial" panose="020B0604020202020204" pitchFamily="34" charset="0"/>
              <a:buChar char="•"/>
            </a:pPr>
            <a:r>
              <a:rPr lang="en-US" sz="2000" b="1" dirty="0"/>
              <a:t>Test Case Title:</a:t>
            </a:r>
            <a:r>
              <a:rPr lang="en-US" sz="2000" dirty="0"/>
              <a:t> Verify adding a product to the shopping cart</a:t>
            </a:r>
          </a:p>
          <a:p>
            <a:pPr marL="342900" indent="-342900">
              <a:buFont typeface="Arial" panose="020B0604020202020204" pitchFamily="34" charset="0"/>
              <a:buChar char="•"/>
            </a:pPr>
            <a:r>
              <a:rPr lang="en-US" sz="2000" b="1" dirty="0"/>
              <a:t>Test Description:</a:t>
            </a:r>
            <a:r>
              <a:rPr lang="en-US" sz="2000" dirty="0"/>
              <a:t> Ensure that the user can add a product to the shopping cart and the cart updates correctly.</a:t>
            </a:r>
          </a:p>
          <a:p>
            <a:pPr marL="342900" indent="-342900">
              <a:buFont typeface="Arial" panose="020B0604020202020204" pitchFamily="34" charset="0"/>
              <a:buChar char="•"/>
            </a:pPr>
            <a:r>
              <a:rPr lang="en-US" sz="2000" b="1" dirty="0"/>
              <a:t>Preconditions:</a:t>
            </a:r>
            <a:r>
              <a:rPr lang="en-US" sz="2000" dirty="0"/>
              <a:t> User is logged in and browsing the product page.</a:t>
            </a:r>
          </a:p>
          <a:p>
            <a:pPr marL="342900" indent="-342900">
              <a:buFont typeface="Arial" panose="020B0604020202020204" pitchFamily="34" charset="0"/>
              <a:buChar char="•"/>
            </a:pPr>
            <a:endParaRPr lang="en-US" sz="1800" dirty="0"/>
          </a:p>
        </p:txBody>
      </p:sp>
      <p:sp>
        <p:nvSpPr>
          <p:cNvPr id="4" name="Title 3">
            <a:extLst>
              <a:ext uri="{FF2B5EF4-FFF2-40B4-BE49-F238E27FC236}">
                <a16:creationId xmlns:a16="http://schemas.microsoft.com/office/drawing/2014/main" id="{C7BAE197-7B56-0B18-782F-FAB1995E64EE}"/>
              </a:ext>
            </a:extLst>
          </p:cNvPr>
          <p:cNvSpPr>
            <a:spLocks noGrp="1"/>
          </p:cNvSpPr>
          <p:nvPr>
            <p:ph type="title"/>
          </p:nvPr>
        </p:nvSpPr>
        <p:spPr/>
        <p:txBody>
          <a:bodyPr/>
          <a:lstStyle/>
          <a:p>
            <a:r>
              <a:rPr lang="en-US" dirty="0"/>
              <a:t>Test Case for Adding a Product to the Shopping Cart</a:t>
            </a:r>
          </a:p>
        </p:txBody>
      </p:sp>
    </p:spTree>
    <p:extLst>
      <p:ext uri="{BB962C8B-B14F-4D97-AF65-F5344CB8AC3E}">
        <p14:creationId xmlns:p14="http://schemas.microsoft.com/office/powerpoint/2010/main" val="1380442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239C390-0FB0-3A04-1EC5-1395ED82CEC0}"/>
              </a:ext>
            </a:extLst>
          </p:cNvPr>
          <p:cNvSpPr>
            <a:spLocks noGrp="1"/>
          </p:cNvSpPr>
          <p:nvPr>
            <p:ph type="sldNum" sz="quarter" idx="13"/>
          </p:nvPr>
        </p:nvSpPr>
        <p:spPr/>
        <p:txBody>
          <a:bodyPr/>
          <a:lstStyle/>
          <a:p>
            <a:fld id="{12342C3A-DD85-7843-B416-BD52AB030D59}" type="slidenum">
              <a:rPr lang="en-US" smtClean="0"/>
              <a:pPr/>
              <a:t>22</a:t>
            </a:fld>
            <a:endParaRPr lang="en-US" dirty="0"/>
          </a:p>
        </p:txBody>
      </p:sp>
      <p:sp>
        <p:nvSpPr>
          <p:cNvPr id="3" name="Text Placeholder 2">
            <a:extLst>
              <a:ext uri="{FF2B5EF4-FFF2-40B4-BE49-F238E27FC236}">
                <a16:creationId xmlns:a16="http://schemas.microsoft.com/office/drawing/2014/main" id="{FE5B2220-A6BE-75BD-2504-A3E48E2A98D5}"/>
              </a:ext>
            </a:extLst>
          </p:cNvPr>
          <p:cNvSpPr>
            <a:spLocks noGrp="1"/>
          </p:cNvSpPr>
          <p:nvPr>
            <p:ph type="body" sz="quarter" idx="12"/>
          </p:nvPr>
        </p:nvSpPr>
        <p:spPr/>
        <p:txBody>
          <a:bodyPr>
            <a:normAutofit/>
          </a:bodyPr>
          <a:lstStyle/>
          <a:p>
            <a:pPr marL="342900" indent="-342900">
              <a:buFont typeface="Arial" panose="020B0604020202020204" pitchFamily="34" charset="0"/>
              <a:buChar char="•"/>
            </a:pPr>
            <a:r>
              <a:rPr lang="en-US" sz="2000" b="1" dirty="0"/>
              <a:t>Test Steps:</a:t>
            </a:r>
          </a:p>
          <a:p>
            <a:pPr marL="914400" lvl="1" indent="-457200">
              <a:buFont typeface="+mj-lt"/>
              <a:buAutoNum type="arabicPeriod"/>
            </a:pPr>
            <a:r>
              <a:rPr lang="en-US" sz="2000" dirty="0"/>
              <a:t>Go to the product page of the desired product.</a:t>
            </a:r>
          </a:p>
          <a:p>
            <a:pPr marL="914400" lvl="1" indent="-457200">
              <a:buFont typeface="+mj-lt"/>
              <a:buAutoNum type="arabicPeriod"/>
            </a:pPr>
            <a:r>
              <a:rPr lang="en-US" sz="2000" dirty="0"/>
              <a:t>Select the quantity (if applicable).</a:t>
            </a:r>
          </a:p>
          <a:p>
            <a:pPr marL="914400" lvl="1" indent="-457200">
              <a:buFont typeface="+mj-lt"/>
              <a:buAutoNum type="arabicPeriod"/>
            </a:pPr>
            <a:r>
              <a:rPr lang="en-US" sz="2000" dirty="0"/>
              <a:t>Click the “Add to Cart” button.</a:t>
            </a:r>
          </a:p>
          <a:p>
            <a:pPr marL="914400" lvl="1" indent="-457200">
              <a:buFont typeface="+mj-lt"/>
              <a:buAutoNum type="arabicPeriod"/>
            </a:pPr>
            <a:r>
              <a:rPr lang="en-US" sz="2000" dirty="0"/>
              <a:t>Go to the shopping cart page.</a:t>
            </a:r>
          </a:p>
          <a:p>
            <a:pPr marL="914400" lvl="1" indent="-457200">
              <a:buFont typeface="+mj-lt"/>
              <a:buAutoNum type="arabicPeriod"/>
            </a:pPr>
            <a:r>
              <a:rPr lang="en-US" sz="2000" dirty="0"/>
              <a:t>Verify that the selected product appears in the cart.</a:t>
            </a:r>
          </a:p>
          <a:p>
            <a:pPr marL="914400" lvl="1" indent="-457200">
              <a:buFont typeface="+mj-lt"/>
              <a:buAutoNum type="arabicPeriod"/>
            </a:pPr>
            <a:r>
              <a:rPr lang="en-US" sz="2000" dirty="0"/>
              <a:t>Verify that the product quantity and price are correctly displayed.</a:t>
            </a:r>
          </a:p>
          <a:p>
            <a:pPr marL="342900" indent="-342900">
              <a:buFont typeface="Arial" panose="020B0604020202020204" pitchFamily="34" charset="0"/>
              <a:buChar char="•"/>
            </a:pPr>
            <a:r>
              <a:rPr lang="en-US" sz="2000" b="1" dirty="0"/>
              <a:t>Expected Result:</a:t>
            </a:r>
            <a:r>
              <a:rPr lang="en-US" sz="2000" dirty="0"/>
              <a:t> The selected product should appear in the cart with the correct quantity and price.</a:t>
            </a:r>
            <a:endParaRPr lang="en-US" sz="1800" b="1" dirty="0"/>
          </a:p>
        </p:txBody>
      </p:sp>
      <p:sp>
        <p:nvSpPr>
          <p:cNvPr id="4" name="Title 3">
            <a:extLst>
              <a:ext uri="{FF2B5EF4-FFF2-40B4-BE49-F238E27FC236}">
                <a16:creationId xmlns:a16="http://schemas.microsoft.com/office/drawing/2014/main" id="{BA9926F6-B49F-79A0-7F5F-B95757ED5A2D}"/>
              </a:ext>
            </a:extLst>
          </p:cNvPr>
          <p:cNvSpPr>
            <a:spLocks noGrp="1"/>
          </p:cNvSpPr>
          <p:nvPr>
            <p:ph type="title"/>
          </p:nvPr>
        </p:nvSpPr>
        <p:spPr/>
        <p:txBody>
          <a:bodyPr/>
          <a:lstStyle/>
          <a:p>
            <a:r>
              <a:rPr lang="en-US" dirty="0"/>
              <a:t>Test Case for Adding a Product to the Shopping Cart</a:t>
            </a:r>
          </a:p>
        </p:txBody>
      </p:sp>
    </p:spTree>
    <p:extLst>
      <p:ext uri="{BB962C8B-B14F-4D97-AF65-F5344CB8AC3E}">
        <p14:creationId xmlns:p14="http://schemas.microsoft.com/office/powerpoint/2010/main" val="23640447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838688526"/>
      </p:ext>
    </p:extLst>
  </p:cSld>
  <p:clrMapOvr>
    <a:masterClrMapping/>
  </p:clrMapOvr>
</p:sld>
</file>

<file path=ppt/theme/theme1.xml><?xml version="1.0" encoding="utf-8"?>
<a:theme xmlns:a="http://schemas.openxmlformats.org/drawingml/2006/main" name="Office Theme">
  <a:themeElements>
    <a:clrScheme name="Stevens">
      <a:dk1>
        <a:srgbClr val="363D45"/>
      </a:dk1>
      <a:lt1>
        <a:srgbClr val="FFFFFF"/>
      </a:lt1>
      <a:dk2>
        <a:srgbClr val="00427F"/>
      </a:dk2>
      <a:lt2>
        <a:srgbClr val="E3E5E6"/>
      </a:lt2>
      <a:accent1>
        <a:srgbClr val="A32537"/>
      </a:accent1>
      <a:accent2>
        <a:srgbClr val="4895CF"/>
      </a:accent2>
      <a:accent3>
        <a:srgbClr val="EBC73A"/>
      </a:accent3>
      <a:accent4>
        <a:srgbClr val="E6832E"/>
      </a:accent4>
      <a:accent5>
        <a:srgbClr val="E7F2FB"/>
      </a:accent5>
      <a:accent6>
        <a:srgbClr val="FFF2E8"/>
      </a:accent6>
      <a:hlink>
        <a:srgbClr val="0000FF"/>
      </a:hlink>
      <a:folHlink>
        <a:srgbClr val="800080"/>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51732</TotalTime>
  <Words>1956</Words>
  <Application>Microsoft Office PowerPoint</Application>
  <PresentationFormat>Widescreen</PresentationFormat>
  <Paragraphs>172</Paragraphs>
  <Slides>23</Slides>
  <Notes>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23</vt:i4>
      </vt:variant>
    </vt:vector>
  </HeadingPairs>
  <TitlesOfParts>
    <vt:vector size="34" baseType="lpstr">
      <vt:lpstr>Arial</vt:lpstr>
      <vt:lpstr>Arial Bold</vt:lpstr>
      <vt:lpstr>Calibri</vt:lpstr>
      <vt:lpstr>IBM Plex Sans</vt:lpstr>
      <vt:lpstr>IBM Plex Sans Light</vt:lpstr>
      <vt:lpstr>IBM Plex Sans SemiBold</vt:lpstr>
      <vt:lpstr>Saira Condensed Condensed Light</vt:lpstr>
      <vt:lpstr>Saira Condensed Condensed SemiBold</vt:lpstr>
      <vt:lpstr>System Font Regular</vt:lpstr>
      <vt:lpstr>Wingdings</vt:lpstr>
      <vt:lpstr>Office Theme</vt:lpstr>
      <vt:lpstr>SSW-555: Agile Methods for Software Development</vt:lpstr>
      <vt:lpstr>How is Testing Different in Agile vs. Waterfall?</vt:lpstr>
      <vt:lpstr>How is Testing Different in Agile vs. Waterfall?</vt:lpstr>
      <vt:lpstr>How Does the Role of Testing Differ Between Agile and Waterfall?</vt:lpstr>
      <vt:lpstr>How Does the Role of Testing Differ Between Agile and Waterfall?</vt:lpstr>
      <vt:lpstr>How Do You Handle Changes in Requirements During the Testing Phase in Agile vs. Waterfall?</vt:lpstr>
      <vt:lpstr>How Do You Handle Changes in Requirements During the Testing Phase in Agile vs. Waterfall?</vt:lpstr>
      <vt:lpstr>How Does the Testing Process Impact the Development Timeline in Agile vs. Waterfall?</vt:lpstr>
      <vt:lpstr>How Does the Testing Process Impact the Development Timeline in Agile vs. Waterfall?</vt:lpstr>
      <vt:lpstr>How Do You Ensure Quality in Agile vs. Waterfall?</vt:lpstr>
      <vt:lpstr>How Do You Ensure Quality in Agile vs. Waterfall?</vt:lpstr>
      <vt:lpstr>How Does Test Automation Differ Between Agile and Waterfall?</vt:lpstr>
      <vt:lpstr>How Does Test Automation Differ Between Agile and Waterfall?</vt:lpstr>
      <vt:lpstr>How is Testing Integrated into the Team Workflow in Agile vs. Waterfall?</vt:lpstr>
      <vt:lpstr>How is Testing Integrated into the Team Workflow in Agile vs. Waterfall?</vt:lpstr>
      <vt:lpstr>What Happens When Bugs Are Found in Testing in Agile vs. Waterfall?</vt:lpstr>
      <vt:lpstr>What Happens When Bugs Are Found in Testing in Agile vs. Waterfall?</vt:lpstr>
      <vt:lpstr>Write a Manual Test Case for a Login Page</vt:lpstr>
      <vt:lpstr>Write a Manual Test Case for a Password Reset Functionality</vt:lpstr>
      <vt:lpstr>Write a Manual Test Case for a Password Reset Functionality</vt:lpstr>
      <vt:lpstr>Test Case for Adding a Product to the Shopping Cart</vt:lpstr>
      <vt:lpstr>Test Case for Adding a Product to the Shopping Cart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  LOREM IPSUM DOLOR</dc:title>
  <dc:creator>Ivan Caro</dc:creator>
  <cp:lastModifiedBy>Nafiseh Ghorbani Renani</cp:lastModifiedBy>
  <cp:revision>258</cp:revision>
  <dcterms:created xsi:type="dcterms:W3CDTF">2022-11-18T01:51:09Z</dcterms:created>
  <dcterms:modified xsi:type="dcterms:W3CDTF">2025-09-29T15:02:34Z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1033-3.1.2.5330</vt:lpwstr>
  </property>
  <property fmtid="{D5CDD505-2E9C-101B-9397-08002B2CF9AE}" pid="3" name="MSIP_Label_a73fd474-4f3c-44ed-88fb-5cc4bd2471bf_Enabled">
    <vt:lpwstr>true</vt:lpwstr>
  </property>
  <property fmtid="{D5CDD505-2E9C-101B-9397-08002B2CF9AE}" pid="4" name="MSIP_Label_a73fd474-4f3c-44ed-88fb-5cc4bd2471bf_SetDate">
    <vt:lpwstr>2022-11-18T04:31:57Z</vt:lpwstr>
  </property>
  <property fmtid="{D5CDD505-2E9C-101B-9397-08002B2CF9AE}" pid="5" name="MSIP_Label_a73fd474-4f3c-44ed-88fb-5cc4bd2471bf_Method">
    <vt:lpwstr>Standard</vt:lpwstr>
  </property>
  <property fmtid="{D5CDD505-2E9C-101B-9397-08002B2CF9AE}" pid="6" name="MSIP_Label_a73fd474-4f3c-44ed-88fb-5cc4bd2471bf_Name">
    <vt:lpwstr>defa4170-0d19-0005-0004-bc88714345d2</vt:lpwstr>
  </property>
  <property fmtid="{D5CDD505-2E9C-101B-9397-08002B2CF9AE}" pid="7" name="MSIP_Label_a73fd474-4f3c-44ed-88fb-5cc4bd2471bf_SiteId">
    <vt:lpwstr>8d1a69ec-03b5-4345-ae21-dad112f5fb4f</vt:lpwstr>
  </property>
  <property fmtid="{D5CDD505-2E9C-101B-9397-08002B2CF9AE}" pid="8" name="MSIP_Label_a73fd474-4f3c-44ed-88fb-5cc4bd2471bf_ActionId">
    <vt:lpwstr>d8483dea-d78e-4bdd-b403-4d95796a875e</vt:lpwstr>
  </property>
  <property fmtid="{D5CDD505-2E9C-101B-9397-08002B2CF9AE}" pid="9" name="MSIP_Label_a73fd474-4f3c-44ed-88fb-5cc4bd2471bf_ContentBits">
    <vt:lpwstr>0</vt:lpwstr>
  </property>
</Properties>
</file>