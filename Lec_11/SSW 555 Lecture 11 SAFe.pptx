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4"/>
  </p:notesMasterIdLst>
  <p:sldIdLst>
    <p:sldId id="280" r:id="rId2"/>
    <p:sldId id="301" r:id="rId3"/>
    <p:sldId id="295" r:id="rId4"/>
    <p:sldId id="337" r:id="rId5"/>
    <p:sldId id="338" r:id="rId6"/>
    <p:sldId id="284" r:id="rId7"/>
    <p:sldId id="319" r:id="rId8"/>
    <p:sldId id="290" r:id="rId9"/>
    <p:sldId id="291" r:id="rId10"/>
    <p:sldId id="292" r:id="rId11"/>
    <p:sldId id="293" r:id="rId12"/>
    <p:sldId id="294" r:id="rId13"/>
    <p:sldId id="297" r:id="rId14"/>
    <p:sldId id="298" r:id="rId15"/>
    <p:sldId id="299" r:id="rId16"/>
    <p:sldId id="300" r:id="rId17"/>
    <p:sldId id="296" r:id="rId18"/>
    <p:sldId id="339" r:id="rId19"/>
    <p:sldId id="340" r:id="rId20"/>
    <p:sldId id="302" r:id="rId21"/>
    <p:sldId id="303" r:id="rId22"/>
    <p:sldId id="332" r:id="rId23"/>
    <p:sldId id="341" r:id="rId24"/>
    <p:sldId id="304" r:id="rId25"/>
    <p:sldId id="333" r:id="rId26"/>
    <p:sldId id="334" r:id="rId27"/>
    <p:sldId id="305" r:id="rId28"/>
    <p:sldId id="335" r:id="rId29"/>
    <p:sldId id="307" r:id="rId30"/>
    <p:sldId id="331" r:id="rId31"/>
    <p:sldId id="308" r:id="rId32"/>
    <p:sldId id="309" r:id="rId33"/>
    <p:sldId id="310" r:id="rId34"/>
    <p:sldId id="311" r:id="rId35"/>
    <p:sldId id="312" r:id="rId36"/>
    <p:sldId id="313" r:id="rId37"/>
    <p:sldId id="336" r:id="rId38"/>
    <p:sldId id="314" r:id="rId39"/>
    <p:sldId id="315" r:id="rId40"/>
    <p:sldId id="316" r:id="rId41"/>
    <p:sldId id="317" r:id="rId42"/>
    <p:sldId id="285" r:id="rId43"/>
  </p:sldIdLst>
  <p:sldSz cx="12192000" cy="6858000"/>
  <p:notesSz cx="6858000" cy="9144000"/>
  <p:defaultTextStyle>
    <a:defPPr>
      <a:defRPr lang="en-US"/>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AB1F7EF-E760-4034-BCCA-0E368F52068C}" v="14" dt="2026-04-16T20:05:47.468"/>
  </p1510:revLst>
</p1510:revInfo>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438"/>
    <p:restoredTop sz="94694"/>
  </p:normalViewPr>
  <p:slideViewPr>
    <p:cSldViewPr snapToGrid="0" snapToObjects="1">
      <p:cViewPr varScale="1">
        <p:scale>
          <a:sx n="78" d="100"/>
          <a:sy n="78" d="100"/>
        </p:scale>
        <p:origin x="907"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50"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fiseh Ghorbani Renani" userId="4e4c81e4-18c3-41de-84c9-a9c36e2573f4" providerId="ADAL" clId="{37B661E7-58BB-4F9E-8846-38EE4D89C220}"/>
    <pc:docChg chg="undo custSel addSld modSld">
      <pc:chgData name="Nafiseh Ghorbani Renani" userId="4e4c81e4-18c3-41de-84c9-a9c36e2573f4" providerId="ADAL" clId="{37B661E7-58BB-4F9E-8846-38EE4D89C220}" dt="2026-04-16T21:39:26.394" v="236" actId="113"/>
      <pc:docMkLst>
        <pc:docMk/>
      </pc:docMkLst>
      <pc:sldChg chg="modSp mod">
        <pc:chgData name="Nafiseh Ghorbani Renani" userId="4e4c81e4-18c3-41de-84c9-a9c36e2573f4" providerId="ADAL" clId="{37B661E7-58BB-4F9E-8846-38EE4D89C220}" dt="2026-04-16T21:06:08.766" v="161" actId="113"/>
        <pc:sldMkLst>
          <pc:docMk/>
          <pc:sldMk cId="0" sldId="284"/>
        </pc:sldMkLst>
        <pc:spChg chg="mod">
          <ac:chgData name="Nafiseh Ghorbani Renani" userId="4e4c81e4-18c3-41de-84c9-a9c36e2573f4" providerId="ADAL" clId="{37B661E7-58BB-4F9E-8846-38EE4D89C220}" dt="2026-04-16T21:06:08.766" v="161" actId="113"/>
          <ac:spMkLst>
            <pc:docMk/>
            <pc:sldMk cId="0" sldId="284"/>
            <ac:spMk id="2" creationId="{00000000-0000-0000-0000-000000000000}"/>
          </ac:spMkLst>
        </pc:spChg>
      </pc:sldChg>
      <pc:sldChg chg="modSp mod">
        <pc:chgData name="Nafiseh Ghorbani Renani" userId="4e4c81e4-18c3-41de-84c9-a9c36e2573f4" providerId="ADAL" clId="{37B661E7-58BB-4F9E-8846-38EE4D89C220}" dt="2026-04-16T21:19:17.326" v="176" actId="1076"/>
        <pc:sldMkLst>
          <pc:docMk/>
          <pc:sldMk cId="0" sldId="297"/>
        </pc:sldMkLst>
        <pc:spChg chg="mod">
          <ac:chgData name="Nafiseh Ghorbani Renani" userId="4e4c81e4-18c3-41de-84c9-a9c36e2573f4" providerId="ADAL" clId="{37B661E7-58BB-4F9E-8846-38EE4D89C220}" dt="2026-04-16T21:19:03.742" v="175" actId="14100"/>
          <ac:spMkLst>
            <pc:docMk/>
            <pc:sldMk cId="0" sldId="297"/>
            <ac:spMk id="2" creationId="{00000000-0000-0000-0000-000000000000}"/>
          </ac:spMkLst>
        </pc:spChg>
        <pc:picChg chg="mod">
          <ac:chgData name="Nafiseh Ghorbani Renani" userId="4e4c81e4-18c3-41de-84c9-a9c36e2573f4" providerId="ADAL" clId="{37B661E7-58BB-4F9E-8846-38EE4D89C220}" dt="2026-04-16T21:19:17.326" v="176" actId="1076"/>
          <ac:picMkLst>
            <pc:docMk/>
            <pc:sldMk cId="0" sldId="297"/>
            <ac:picMk id="6" creationId="{00000000-0000-0000-0000-000000000000}"/>
          </ac:picMkLst>
        </pc:picChg>
      </pc:sldChg>
      <pc:sldChg chg="modSp mod">
        <pc:chgData name="Nafiseh Ghorbani Renani" userId="4e4c81e4-18c3-41de-84c9-a9c36e2573f4" providerId="ADAL" clId="{37B661E7-58BB-4F9E-8846-38EE4D89C220}" dt="2026-04-16T21:21:35.802" v="180" actId="1076"/>
        <pc:sldMkLst>
          <pc:docMk/>
          <pc:sldMk cId="0" sldId="300"/>
        </pc:sldMkLst>
        <pc:spChg chg="mod">
          <ac:chgData name="Nafiseh Ghorbani Renani" userId="4e4c81e4-18c3-41de-84c9-a9c36e2573f4" providerId="ADAL" clId="{37B661E7-58BB-4F9E-8846-38EE4D89C220}" dt="2026-04-16T21:21:09.690" v="178" actId="403"/>
          <ac:spMkLst>
            <pc:docMk/>
            <pc:sldMk cId="0" sldId="300"/>
            <ac:spMk id="2" creationId="{00000000-0000-0000-0000-000000000000}"/>
          </ac:spMkLst>
        </pc:spChg>
        <pc:picChg chg="mod">
          <ac:chgData name="Nafiseh Ghorbani Renani" userId="4e4c81e4-18c3-41de-84c9-a9c36e2573f4" providerId="ADAL" clId="{37B661E7-58BB-4F9E-8846-38EE4D89C220}" dt="2026-04-16T21:21:35.802" v="180" actId="1076"/>
          <ac:picMkLst>
            <pc:docMk/>
            <pc:sldMk cId="0" sldId="300"/>
            <ac:picMk id="5" creationId="{00000000-0000-0000-0000-000000000000}"/>
          </ac:picMkLst>
        </pc:picChg>
      </pc:sldChg>
      <pc:sldChg chg="modSp mod">
        <pc:chgData name="Nafiseh Ghorbani Renani" userId="4e4c81e4-18c3-41de-84c9-a9c36e2573f4" providerId="ADAL" clId="{37B661E7-58BB-4F9E-8846-38EE4D89C220}" dt="2026-04-16T21:34:05.860" v="210" actId="1076"/>
        <pc:sldMkLst>
          <pc:docMk/>
          <pc:sldMk cId="0" sldId="304"/>
        </pc:sldMkLst>
        <pc:spChg chg="mod">
          <ac:chgData name="Nafiseh Ghorbani Renani" userId="4e4c81e4-18c3-41de-84c9-a9c36e2573f4" providerId="ADAL" clId="{37B661E7-58BB-4F9E-8846-38EE4D89C220}" dt="2026-04-16T21:33:54.971" v="209" actId="14100"/>
          <ac:spMkLst>
            <pc:docMk/>
            <pc:sldMk cId="0" sldId="304"/>
            <ac:spMk id="2" creationId="{00000000-0000-0000-0000-000000000000}"/>
          </ac:spMkLst>
        </pc:spChg>
        <pc:picChg chg="mod">
          <ac:chgData name="Nafiseh Ghorbani Renani" userId="4e4c81e4-18c3-41de-84c9-a9c36e2573f4" providerId="ADAL" clId="{37B661E7-58BB-4F9E-8846-38EE4D89C220}" dt="2026-04-16T21:34:05.860" v="210" actId="1076"/>
          <ac:picMkLst>
            <pc:docMk/>
            <pc:sldMk cId="0" sldId="304"/>
            <ac:picMk id="6" creationId="{00000000-0000-0000-0000-000000000000}"/>
          </ac:picMkLst>
        </pc:picChg>
      </pc:sldChg>
      <pc:sldChg chg="modSp mod">
        <pc:chgData name="Nafiseh Ghorbani Renani" userId="4e4c81e4-18c3-41de-84c9-a9c36e2573f4" providerId="ADAL" clId="{37B661E7-58BB-4F9E-8846-38EE4D89C220}" dt="2026-04-16T20:30:57.286" v="138" actId="1076"/>
        <pc:sldMkLst>
          <pc:docMk/>
          <pc:sldMk cId="0" sldId="305"/>
        </pc:sldMkLst>
        <pc:spChg chg="mod">
          <ac:chgData name="Nafiseh Ghorbani Renani" userId="4e4c81e4-18c3-41de-84c9-a9c36e2573f4" providerId="ADAL" clId="{37B661E7-58BB-4F9E-8846-38EE4D89C220}" dt="2026-04-16T20:30:51.169" v="137" actId="1076"/>
          <ac:spMkLst>
            <pc:docMk/>
            <pc:sldMk cId="0" sldId="305"/>
            <ac:spMk id="2" creationId="{00000000-0000-0000-0000-000000000000}"/>
          </ac:spMkLst>
        </pc:spChg>
        <pc:picChg chg="mod">
          <ac:chgData name="Nafiseh Ghorbani Renani" userId="4e4c81e4-18c3-41de-84c9-a9c36e2573f4" providerId="ADAL" clId="{37B661E7-58BB-4F9E-8846-38EE4D89C220}" dt="2026-04-16T20:30:57.286" v="138" actId="1076"/>
          <ac:picMkLst>
            <pc:docMk/>
            <pc:sldMk cId="0" sldId="305"/>
            <ac:picMk id="10" creationId="{D7AC5C92-0CBA-3C83-4700-873D599FCB2C}"/>
          </ac:picMkLst>
        </pc:picChg>
      </pc:sldChg>
      <pc:sldChg chg="modSp mod">
        <pc:chgData name="Nafiseh Ghorbani Renani" userId="4e4c81e4-18c3-41de-84c9-a9c36e2573f4" providerId="ADAL" clId="{37B661E7-58BB-4F9E-8846-38EE4D89C220}" dt="2026-04-16T21:29:57.121" v="198" actId="20577"/>
        <pc:sldMkLst>
          <pc:docMk/>
          <pc:sldMk cId="995145757" sldId="332"/>
        </pc:sldMkLst>
        <pc:spChg chg="mod">
          <ac:chgData name="Nafiseh Ghorbani Renani" userId="4e4c81e4-18c3-41de-84c9-a9c36e2573f4" providerId="ADAL" clId="{37B661E7-58BB-4F9E-8846-38EE4D89C220}" dt="2026-04-16T21:29:57.121" v="198" actId="20577"/>
          <ac:spMkLst>
            <pc:docMk/>
            <pc:sldMk cId="995145757" sldId="332"/>
            <ac:spMk id="4" creationId="{79F2D3C0-03B9-CC7C-DFF4-3EE87054158A}"/>
          </ac:spMkLst>
        </pc:spChg>
      </pc:sldChg>
      <pc:sldChg chg="modSp mod">
        <pc:chgData name="Nafiseh Ghorbani Renani" userId="4e4c81e4-18c3-41de-84c9-a9c36e2573f4" providerId="ADAL" clId="{37B661E7-58BB-4F9E-8846-38EE4D89C220}" dt="2026-04-16T21:38:20.034" v="225" actId="113"/>
        <pc:sldMkLst>
          <pc:docMk/>
          <pc:sldMk cId="1977310858" sldId="333"/>
        </pc:sldMkLst>
        <pc:spChg chg="mod">
          <ac:chgData name="Nafiseh Ghorbani Renani" userId="4e4c81e4-18c3-41de-84c9-a9c36e2573f4" providerId="ADAL" clId="{37B661E7-58BB-4F9E-8846-38EE4D89C220}" dt="2026-04-16T21:38:20.034" v="225" actId="113"/>
          <ac:spMkLst>
            <pc:docMk/>
            <pc:sldMk cId="1977310858" sldId="333"/>
            <ac:spMk id="4" creationId="{1AB35B24-B10D-F756-F6E0-DF98C9A6545B}"/>
          </ac:spMkLst>
        </pc:spChg>
      </pc:sldChg>
      <pc:sldChg chg="modSp mod">
        <pc:chgData name="Nafiseh Ghorbani Renani" userId="4e4c81e4-18c3-41de-84c9-a9c36e2573f4" providerId="ADAL" clId="{37B661E7-58BB-4F9E-8846-38EE4D89C220}" dt="2026-04-16T21:39:26.394" v="236" actId="113"/>
        <pc:sldMkLst>
          <pc:docMk/>
          <pc:sldMk cId="2281562547" sldId="334"/>
        </pc:sldMkLst>
        <pc:spChg chg="mod">
          <ac:chgData name="Nafiseh Ghorbani Renani" userId="4e4c81e4-18c3-41de-84c9-a9c36e2573f4" providerId="ADAL" clId="{37B661E7-58BB-4F9E-8846-38EE4D89C220}" dt="2026-04-16T21:39:26.394" v="236" actId="113"/>
          <ac:spMkLst>
            <pc:docMk/>
            <pc:sldMk cId="2281562547" sldId="334"/>
            <ac:spMk id="4" creationId="{BAFBD5F0-0043-1E8A-FA76-C08CA8FBB137}"/>
          </ac:spMkLst>
        </pc:spChg>
      </pc:sldChg>
      <pc:sldChg chg="modSp mod">
        <pc:chgData name="Nafiseh Ghorbani Renani" userId="4e4c81e4-18c3-41de-84c9-a9c36e2573f4" providerId="ADAL" clId="{37B661E7-58BB-4F9E-8846-38EE4D89C220}" dt="2026-04-16T20:31:20.625" v="141" actId="14100"/>
        <pc:sldMkLst>
          <pc:docMk/>
          <pc:sldMk cId="319899113" sldId="335"/>
        </pc:sldMkLst>
        <pc:spChg chg="mod">
          <ac:chgData name="Nafiseh Ghorbani Renani" userId="4e4c81e4-18c3-41de-84c9-a9c36e2573f4" providerId="ADAL" clId="{37B661E7-58BB-4F9E-8846-38EE4D89C220}" dt="2026-04-16T20:31:20.625" v="141" actId="14100"/>
          <ac:spMkLst>
            <pc:docMk/>
            <pc:sldMk cId="319899113" sldId="335"/>
            <ac:spMk id="4" creationId="{57BE286A-F6CE-81E7-B526-09AD7D35BE1E}"/>
          </ac:spMkLst>
        </pc:spChg>
      </pc:sldChg>
      <pc:sldChg chg="modSp mod">
        <pc:chgData name="Nafiseh Ghorbani Renani" userId="4e4c81e4-18c3-41de-84c9-a9c36e2573f4" providerId="ADAL" clId="{37B661E7-58BB-4F9E-8846-38EE4D89C220}" dt="2026-04-16T20:31:34.697" v="145" actId="27636"/>
        <pc:sldMkLst>
          <pc:docMk/>
          <pc:sldMk cId="4054973643" sldId="336"/>
        </pc:sldMkLst>
        <pc:spChg chg="mod">
          <ac:chgData name="Nafiseh Ghorbani Renani" userId="4e4c81e4-18c3-41de-84c9-a9c36e2573f4" providerId="ADAL" clId="{37B661E7-58BB-4F9E-8846-38EE4D89C220}" dt="2026-04-16T20:31:34.697" v="145" actId="27636"/>
          <ac:spMkLst>
            <pc:docMk/>
            <pc:sldMk cId="4054973643" sldId="336"/>
            <ac:spMk id="4" creationId="{7A264370-527D-9664-4DB2-3F16EE7C870C}"/>
          </ac:spMkLst>
        </pc:spChg>
      </pc:sldChg>
      <pc:sldChg chg="modSp mod">
        <pc:chgData name="Nafiseh Ghorbani Renani" userId="4e4c81e4-18c3-41de-84c9-a9c36e2573f4" providerId="ADAL" clId="{37B661E7-58BB-4F9E-8846-38EE4D89C220}" dt="2026-04-16T19:17:54.011" v="25" actId="404"/>
        <pc:sldMkLst>
          <pc:docMk/>
          <pc:sldMk cId="2287193401" sldId="337"/>
        </pc:sldMkLst>
        <pc:spChg chg="mod">
          <ac:chgData name="Nafiseh Ghorbani Renani" userId="4e4c81e4-18c3-41de-84c9-a9c36e2573f4" providerId="ADAL" clId="{37B661E7-58BB-4F9E-8846-38EE4D89C220}" dt="2026-04-16T19:17:54.011" v="25" actId="404"/>
          <ac:spMkLst>
            <pc:docMk/>
            <pc:sldMk cId="2287193401" sldId="337"/>
            <ac:spMk id="4" creationId="{F77E9F4F-29F3-B084-83F7-A29710058F63}"/>
          </ac:spMkLst>
        </pc:spChg>
      </pc:sldChg>
      <pc:sldChg chg="delSp modSp new mod">
        <pc:chgData name="Nafiseh Ghorbani Renani" userId="4e4c81e4-18c3-41de-84c9-a9c36e2573f4" providerId="ADAL" clId="{37B661E7-58BB-4F9E-8846-38EE4D89C220}" dt="2026-04-16T21:05:30.583" v="150" actId="113"/>
        <pc:sldMkLst>
          <pc:docMk/>
          <pc:sldMk cId="3083296115" sldId="338"/>
        </pc:sldMkLst>
        <pc:spChg chg="mod">
          <ac:chgData name="Nafiseh Ghorbani Renani" userId="4e4c81e4-18c3-41de-84c9-a9c36e2573f4" providerId="ADAL" clId="{37B661E7-58BB-4F9E-8846-38EE4D89C220}" dt="2026-04-16T19:16:10.619" v="2" actId="27636"/>
          <ac:spMkLst>
            <pc:docMk/>
            <pc:sldMk cId="3083296115" sldId="338"/>
            <ac:spMk id="2" creationId="{7217FBB3-B217-612D-AD42-E65652594194}"/>
          </ac:spMkLst>
        </pc:spChg>
        <pc:spChg chg="del">
          <ac:chgData name="Nafiseh Ghorbani Renani" userId="4e4c81e4-18c3-41de-84c9-a9c36e2573f4" providerId="ADAL" clId="{37B661E7-58BB-4F9E-8846-38EE4D89C220}" dt="2026-04-16T19:16:12.371" v="3" actId="478"/>
          <ac:spMkLst>
            <pc:docMk/>
            <pc:sldMk cId="3083296115" sldId="338"/>
            <ac:spMk id="3" creationId="{14B8E744-6FCF-F5C1-3F73-C0EA7F9B478C}"/>
          </ac:spMkLst>
        </pc:spChg>
        <pc:spChg chg="mod">
          <ac:chgData name="Nafiseh Ghorbani Renani" userId="4e4c81e4-18c3-41de-84c9-a9c36e2573f4" providerId="ADAL" clId="{37B661E7-58BB-4F9E-8846-38EE4D89C220}" dt="2026-04-16T21:05:30.583" v="150" actId="113"/>
          <ac:spMkLst>
            <pc:docMk/>
            <pc:sldMk cId="3083296115" sldId="338"/>
            <ac:spMk id="4" creationId="{171318CA-C670-91B8-85EE-1D0A341F4B49}"/>
          </ac:spMkLst>
        </pc:spChg>
      </pc:sldChg>
      <pc:sldChg chg="delSp modSp new mod">
        <pc:chgData name="Nafiseh Ghorbani Renani" userId="4e4c81e4-18c3-41de-84c9-a9c36e2573f4" providerId="ADAL" clId="{37B661E7-58BB-4F9E-8846-38EE4D89C220}" dt="2026-04-16T21:23:47.621" v="189" actId="113"/>
        <pc:sldMkLst>
          <pc:docMk/>
          <pc:sldMk cId="2875057013" sldId="339"/>
        </pc:sldMkLst>
        <pc:spChg chg="mod">
          <ac:chgData name="Nafiseh Ghorbani Renani" userId="4e4c81e4-18c3-41de-84c9-a9c36e2573f4" providerId="ADAL" clId="{37B661E7-58BB-4F9E-8846-38EE4D89C220}" dt="2026-04-16T19:56:47.820" v="35"/>
          <ac:spMkLst>
            <pc:docMk/>
            <pc:sldMk cId="2875057013" sldId="339"/>
            <ac:spMk id="2" creationId="{826501B2-ACA5-7BA2-CA7D-AAD53FC588B9}"/>
          </ac:spMkLst>
        </pc:spChg>
        <pc:spChg chg="del">
          <ac:chgData name="Nafiseh Ghorbani Renani" userId="4e4c81e4-18c3-41de-84c9-a9c36e2573f4" providerId="ADAL" clId="{37B661E7-58BB-4F9E-8846-38EE4D89C220}" dt="2026-04-16T19:56:50.156" v="36" actId="478"/>
          <ac:spMkLst>
            <pc:docMk/>
            <pc:sldMk cId="2875057013" sldId="339"/>
            <ac:spMk id="3" creationId="{FDDE9C70-FDF4-F517-D336-2EA59A5BEA3F}"/>
          </ac:spMkLst>
        </pc:spChg>
        <pc:spChg chg="mod">
          <ac:chgData name="Nafiseh Ghorbani Renani" userId="4e4c81e4-18c3-41de-84c9-a9c36e2573f4" providerId="ADAL" clId="{37B661E7-58BB-4F9E-8846-38EE4D89C220}" dt="2026-04-16T21:23:47.621" v="189" actId="113"/>
          <ac:spMkLst>
            <pc:docMk/>
            <pc:sldMk cId="2875057013" sldId="339"/>
            <ac:spMk id="4" creationId="{B9790D49-9283-F4C1-B27D-B79AD93D0029}"/>
          </ac:spMkLst>
        </pc:spChg>
      </pc:sldChg>
      <pc:sldChg chg="delSp modSp new mod">
        <pc:chgData name="Nafiseh Ghorbani Renani" userId="4e4c81e4-18c3-41de-84c9-a9c36e2573f4" providerId="ADAL" clId="{37B661E7-58BB-4F9E-8846-38EE4D89C220}" dt="2026-04-16T21:24:38.156" v="196" actId="113"/>
        <pc:sldMkLst>
          <pc:docMk/>
          <pc:sldMk cId="1021301026" sldId="340"/>
        </pc:sldMkLst>
        <pc:spChg chg="mod">
          <ac:chgData name="Nafiseh Ghorbani Renani" userId="4e4c81e4-18c3-41de-84c9-a9c36e2573f4" providerId="ADAL" clId="{37B661E7-58BB-4F9E-8846-38EE4D89C220}" dt="2026-04-16T19:58:40.059" v="54"/>
          <ac:spMkLst>
            <pc:docMk/>
            <pc:sldMk cId="1021301026" sldId="340"/>
            <ac:spMk id="2" creationId="{56ECFE8D-0572-950C-81EF-E25248545623}"/>
          </ac:spMkLst>
        </pc:spChg>
        <pc:spChg chg="del">
          <ac:chgData name="Nafiseh Ghorbani Renani" userId="4e4c81e4-18c3-41de-84c9-a9c36e2573f4" providerId="ADAL" clId="{37B661E7-58BB-4F9E-8846-38EE4D89C220}" dt="2026-04-16T19:58:41.740" v="55" actId="478"/>
          <ac:spMkLst>
            <pc:docMk/>
            <pc:sldMk cId="1021301026" sldId="340"/>
            <ac:spMk id="3" creationId="{1AA12FD8-92BC-224C-0CDA-79C43A7500FD}"/>
          </ac:spMkLst>
        </pc:spChg>
        <pc:spChg chg="mod">
          <ac:chgData name="Nafiseh Ghorbani Renani" userId="4e4c81e4-18c3-41de-84c9-a9c36e2573f4" providerId="ADAL" clId="{37B661E7-58BB-4F9E-8846-38EE4D89C220}" dt="2026-04-16T21:24:38.156" v="196" actId="113"/>
          <ac:spMkLst>
            <pc:docMk/>
            <pc:sldMk cId="1021301026" sldId="340"/>
            <ac:spMk id="4" creationId="{C1034D59-C0F8-1EA3-0653-15BB99E7A082}"/>
          </ac:spMkLst>
        </pc:spChg>
      </pc:sldChg>
      <pc:sldChg chg="delSp modSp new mod">
        <pc:chgData name="Nafiseh Ghorbani Renani" userId="4e4c81e4-18c3-41de-84c9-a9c36e2573f4" providerId="ADAL" clId="{37B661E7-58BB-4F9E-8846-38EE4D89C220}" dt="2026-04-16T21:33:32.970" v="205" actId="113"/>
        <pc:sldMkLst>
          <pc:docMk/>
          <pc:sldMk cId="4023524026" sldId="341"/>
        </pc:sldMkLst>
        <pc:spChg chg="mod">
          <ac:chgData name="Nafiseh Ghorbani Renani" userId="4e4c81e4-18c3-41de-84c9-a9c36e2573f4" providerId="ADAL" clId="{37B661E7-58BB-4F9E-8846-38EE4D89C220}" dt="2026-04-16T20:05:24.783" v="81"/>
          <ac:spMkLst>
            <pc:docMk/>
            <pc:sldMk cId="4023524026" sldId="341"/>
            <ac:spMk id="2" creationId="{14F05329-280F-73EB-1601-EF234152F36A}"/>
          </ac:spMkLst>
        </pc:spChg>
        <pc:spChg chg="del">
          <ac:chgData name="Nafiseh Ghorbani Renani" userId="4e4c81e4-18c3-41de-84c9-a9c36e2573f4" providerId="ADAL" clId="{37B661E7-58BB-4F9E-8846-38EE4D89C220}" dt="2026-04-16T20:05:26.726" v="82" actId="478"/>
          <ac:spMkLst>
            <pc:docMk/>
            <pc:sldMk cId="4023524026" sldId="341"/>
            <ac:spMk id="3" creationId="{1CC34164-EB72-8D6F-31F1-93A9708C6332}"/>
          </ac:spMkLst>
        </pc:spChg>
        <pc:spChg chg="mod">
          <ac:chgData name="Nafiseh Ghorbani Renani" userId="4e4c81e4-18c3-41de-84c9-a9c36e2573f4" providerId="ADAL" clId="{37B661E7-58BB-4F9E-8846-38EE4D89C220}" dt="2026-04-16T21:33:32.970" v="205" actId="113"/>
          <ac:spMkLst>
            <pc:docMk/>
            <pc:sldMk cId="4023524026" sldId="341"/>
            <ac:spMk id="4" creationId="{23992DFC-3DA8-62F2-4298-CB4D0E2D2E1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A948F17-CD88-C84D-81CB-EFB18C377763}" type="datetimeFigureOut">
              <a:rPr lang="en-US" smtClean="0"/>
              <a:t>4/16/2026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DB341C-843E-6244-9C40-DD933A1134AC}" type="slidenum">
              <a:rPr lang="en-US" smtClean="0"/>
              <a:t>‹#›</a:t>
            </a:fld>
            <a:endParaRPr lang="en-US"/>
          </a:p>
        </p:txBody>
      </p:sp>
    </p:spTree>
    <p:extLst>
      <p:ext uri="{BB962C8B-B14F-4D97-AF65-F5344CB8AC3E}">
        <p14:creationId xmlns:p14="http://schemas.microsoft.com/office/powerpoint/2010/main" val="1998174990"/>
      </p:ext>
    </p:extLst>
  </p:cSld>
  <p:clrMap bg1="lt1" tx1="dk1" bg2="lt2" tx2="dk2" accent1="accent1" accent2="accent2" accent3="accent3" accent4="accent4" accent5="accent5" accent6="accent6" hlink="hlink" folHlink="folHlink"/>
  <p:notesStyle>
    <a:lvl1pPr marL="0" algn="l" defTabSz="913765" rtl="0" eaLnBrk="1" latinLnBrk="0" hangingPunct="1">
      <a:defRPr sz="1200" kern="1200">
        <a:solidFill>
          <a:schemeClr val="tx1"/>
        </a:solidFill>
        <a:latin typeface="+mn-lt"/>
        <a:ea typeface="+mn-ea"/>
        <a:cs typeface="+mn-cs"/>
      </a:defRPr>
    </a:lvl1pPr>
    <a:lvl2pPr marL="457200" algn="l" defTabSz="913765" rtl="0" eaLnBrk="1" latinLnBrk="0" hangingPunct="1">
      <a:defRPr sz="1200" kern="1200">
        <a:solidFill>
          <a:schemeClr val="tx1"/>
        </a:solidFill>
        <a:latin typeface="+mn-lt"/>
        <a:ea typeface="+mn-ea"/>
        <a:cs typeface="+mn-cs"/>
      </a:defRPr>
    </a:lvl2pPr>
    <a:lvl3pPr marL="914400" algn="l" defTabSz="913765" rtl="0" eaLnBrk="1" latinLnBrk="0" hangingPunct="1">
      <a:defRPr sz="1200" kern="1200">
        <a:solidFill>
          <a:schemeClr val="tx1"/>
        </a:solidFill>
        <a:latin typeface="+mn-lt"/>
        <a:ea typeface="+mn-ea"/>
        <a:cs typeface="+mn-cs"/>
      </a:defRPr>
    </a:lvl3pPr>
    <a:lvl4pPr marL="1371600" algn="l" defTabSz="913765" rtl="0" eaLnBrk="1" latinLnBrk="0" hangingPunct="1">
      <a:defRPr sz="1200" kern="1200">
        <a:solidFill>
          <a:schemeClr val="tx1"/>
        </a:solidFill>
        <a:latin typeface="+mn-lt"/>
        <a:ea typeface="+mn-ea"/>
        <a:cs typeface="+mn-cs"/>
      </a:defRPr>
    </a:lvl4pPr>
    <a:lvl5pPr marL="1828800" algn="l" defTabSz="913765" rtl="0" eaLnBrk="1" latinLnBrk="0" hangingPunct="1">
      <a:defRPr sz="1200" kern="1200">
        <a:solidFill>
          <a:schemeClr val="tx1"/>
        </a:solidFill>
        <a:latin typeface="+mn-lt"/>
        <a:ea typeface="+mn-ea"/>
        <a:cs typeface="+mn-cs"/>
      </a:defRPr>
    </a:lvl5pPr>
    <a:lvl6pPr marL="2286000" algn="l" defTabSz="913765" rtl="0" eaLnBrk="1" latinLnBrk="0" hangingPunct="1">
      <a:defRPr sz="1200" kern="1200">
        <a:solidFill>
          <a:schemeClr val="tx1"/>
        </a:solidFill>
        <a:latin typeface="+mn-lt"/>
        <a:ea typeface="+mn-ea"/>
        <a:cs typeface="+mn-cs"/>
      </a:defRPr>
    </a:lvl6pPr>
    <a:lvl7pPr marL="2743200" algn="l" defTabSz="913765" rtl="0" eaLnBrk="1" latinLnBrk="0" hangingPunct="1">
      <a:defRPr sz="1200" kern="1200">
        <a:solidFill>
          <a:schemeClr val="tx1"/>
        </a:solidFill>
        <a:latin typeface="+mn-lt"/>
        <a:ea typeface="+mn-ea"/>
        <a:cs typeface="+mn-cs"/>
      </a:defRPr>
    </a:lvl7pPr>
    <a:lvl8pPr marL="3200400" algn="l" defTabSz="913765" rtl="0" eaLnBrk="1" latinLnBrk="0" hangingPunct="1">
      <a:defRPr sz="1200" kern="1200">
        <a:solidFill>
          <a:schemeClr val="tx1"/>
        </a:solidFill>
        <a:latin typeface="+mn-lt"/>
        <a:ea typeface="+mn-ea"/>
        <a:cs typeface="+mn-cs"/>
      </a:defRPr>
    </a:lvl8pPr>
    <a:lvl9pPr marL="3657600" algn="l" defTabSz="913765"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3" name="Picture 12" descr="Background pattern&#10;&#10;Description automatically generated"/>
          <p:cNvPicPr>
            <a:picLocks noChangeAspect="1"/>
          </p:cNvPicPr>
          <p:nvPr userDrawn="1"/>
        </p:nvPicPr>
        <p:blipFill>
          <a:blip r:embed="rId2"/>
          <a:stretch>
            <a:fillRect/>
          </a:stretch>
        </p:blipFill>
        <p:spPr>
          <a:xfrm>
            <a:off x="0" y="0"/>
            <a:ext cx="12192000" cy="6858000"/>
          </a:xfrm>
          <a:prstGeom prst="rect">
            <a:avLst/>
          </a:prstGeom>
        </p:spPr>
      </p:pic>
      <p:sp>
        <p:nvSpPr>
          <p:cNvPr id="2" name="Title 1"/>
          <p:cNvSpPr>
            <a:spLocks noGrp="1"/>
          </p:cNvSpPr>
          <p:nvPr>
            <p:ph type="ctrTitle" hasCustomPrompt="1"/>
          </p:nvPr>
        </p:nvSpPr>
        <p:spPr>
          <a:xfrm>
            <a:off x="4249881" y="2504921"/>
            <a:ext cx="7280733" cy="2061531"/>
          </a:xfrm>
        </p:spPr>
        <p:txBody>
          <a:bodyPr anchor="b">
            <a:normAutofit/>
          </a:bodyPr>
          <a:lstStyle>
            <a:lvl1pPr algn="r">
              <a:defRPr sz="5400" b="0" i="0">
                <a:solidFill>
                  <a:schemeClr val="bg1"/>
                </a:solidFill>
                <a:latin typeface="Saira Condensed Condensed Light" pitchFamily="2" charset="77"/>
              </a:defRPr>
            </a:lvl1pPr>
          </a:lstStyle>
          <a:p>
            <a:r>
              <a:rPr lang="en-US" dirty="0"/>
              <a:t>CLICK TO EDIT TITLE</a:t>
            </a:r>
          </a:p>
        </p:txBody>
      </p:sp>
      <p:sp>
        <p:nvSpPr>
          <p:cNvPr id="3" name="Subtitle 2"/>
          <p:cNvSpPr>
            <a:spLocks noGrp="1"/>
          </p:cNvSpPr>
          <p:nvPr>
            <p:ph type="subTitle" idx="1" hasCustomPrompt="1"/>
          </p:nvPr>
        </p:nvSpPr>
        <p:spPr>
          <a:xfrm>
            <a:off x="4488873" y="4591369"/>
            <a:ext cx="7041742" cy="934635"/>
          </a:xfrm>
        </p:spPr>
        <p:txBody>
          <a:bodyPr>
            <a:normAutofit/>
          </a:bodyPr>
          <a:lstStyle>
            <a:lvl1pPr marL="0" indent="0" algn="r">
              <a:buNone/>
              <a:defRPr sz="2000" b="0" i="0">
                <a:solidFill>
                  <a:schemeClr val="bg1"/>
                </a:solidFill>
                <a:latin typeface="IBM Plex Sans" panose="020B050305020300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subtitle</a:t>
            </a:r>
          </a:p>
        </p:txBody>
      </p:sp>
      <p:sp>
        <p:nvSpPr>
          <p:cNvPr id="17" name="Text Placeholder 16"/>
          <p:cNvSpPr>
            <a:spLocks noGrp="1"/>
          </p:cNvSpPr>
          <p:nvPr>
            <p:ph type="body" sz="quarter" idx="11" hasCustomPrompt="1"/>
          </p:nvPr>
        </p:nvSpPr>
        <p:spPr>
          <a:xfrm>
            <a:off x="4675910" y="5690085"/>
            <a:ext cx="6854708" cy="422507"/>
          </a:xfrm>
        </p:spPr>
        <p:txBody>
          <a:bodyPr>
            <a:normAutofit/>
          </a:bodyPr>
          <a:lstStyle>
            <a:lvl1pPr marL="0" indent="0" algn="r">
              <a:buNone/>
              <a:defRPr sz="1800" b="1" i="0">
                <a:solidFill>
                  <a:schemeClr val="bg1"/>
                </a:solidFill>
                <a:latin typeface="IBM Plex Sans SemiBold" panose="020B0503050203000203" pitchFamily="34" charset="0"/>
              </a:defRPr>
            </a:lvl1pPr>
            <a:lvl2pPr marL="457200" indent="0" algn="r">
              <a:buNone/>
              <a:defRPr/>
            </a:lvl2pPr>
            <a:lvl3pPr marL="914400" indent="0" algn="r">
              <a:buNone/>
              <a:defRPr/>
            </a:lvl3pPr>
            <a:lvl4pPr marL="1371600" indent="0" algn="r">
              <a:buNone/>
              <a:defRPr/>
            </a:lvl4pPr>
            <a:lvl5pPr marL="1828800" indent="0" algn="r">
              <a:buNone/>
              <a:defRPr/>
            </a:lvl5pPr>
          </a:lstStyle>
          <a:p>
            <a:pPr lvl="0"/>
            <a:r>
              <a:rPr lang="en-US" dirty="0"/>
              <a:t>PRESENTER’S NAME</a:t>
            </a:r>
          </a:p>
        </p:txBody>
      </p:sp>
      <p:sp>
        <p:nvSpPr>
          <p:cNvPr id="4" name="Date Placeholder 3"/>
          <p:cNvSpPr>
            <a:spLocks noGrp="1"/>
          </p:cNvSpPr>
          <p:nvPr>
            <p:ph type="dt" sz="half" idx="10"/>
          </p:nvPr>
        </p:nvSpPr>
        <p:spPr>
          <a:xfrm>
            <a:off x="10416209" y="6342033"/>
            <a:ext cx="1114406" cy="246221"/>
          </a:xfrm>
          <a:prstGeom prst="rect">
            <a:avLst/>
          </a:prstGeom>
          <a:solidFill>
            <a:schemeClr val="accent1"/>
          </a:solidFill>
        </p:spPr>
        <p:txBody>
          <a:bodyPr wrap="square">
            <a:spAutoFit/>
          </a:bodyPr>
          <a:lstStyle>
            <a:lvl1pPr algn="r">
              <a:defRPr sz="1000" b="1" i="0">
                <a:solidFill>
                  <a:schemeClr val="bg1"/>
                </a:solidFill>
                <a:latin typeface="IBM Plex Sans" panose="020B0503050203000203" pitchFamily="34" charset="0"/>
              </a:defRPr>
            </a:lvl1pPr>
          </a:lstStyle>
          <a:p>
            <a:r>
              <a:rPr lang="en-US" dirty="0"/>
              <a:t>Date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pic>
        <p:nvPicPr>
          <p:cNvPr id="7" name="Picture 6" descr="A statue of a person riding a horse&#10;&#10;Description automatically generated with medium confidence"/>
          <p:cNvPicPr>
            <a:picLocks noChangeAspect="1"/>
          </p:cNvPicPr>
          <p:nvPr userDrawn="1"/>
        </p:nvPicPr>
        <p:blipFill rotWithShape="1">
          <a:blip r:embed="rId2"/>
          <a:srcRect l="16253"/>
          <a:stretch>
            <a:fillRect/>
          </a:stretch>
        </p:blipFill>
        <p:spPr>
          <a:xfrm>
            <a:off x="2" y="0"/>
            <a:ext cx="8636340" cy="6858000"/>
          </a:xfrm>
          <a:prstGeom prst="rect">
            <a:avLst/>
          </a:prstGeom>
        </p:spPr>
      </p:pic>
      <p:pic>
        <p:nvPicPr>
          <p:cNvPr id="6" name="Picture 5" descr="A picture containing shape&#10;&#10;Description automatically generated"/>
          <p:cNvPicPr>
            <a:picLocks noChangeAspect="1"/>
          </p:cNvPicPr>
          <p:nvPr userDrawn="1"/>
        </p:nvPicPr>
        <p:blipFill>
          <a:blip r:embed="rId3"/>
          <a:stretch>
            <a:fillRect/>
          </a:stretch>
        </p:blipFill>
        <p:spPr>
          <a:xfrm>
            <a:off x="298451" y="0"/>
            <a:ext cx="11893551" cy="6858000"/>
          </a:xfrm>
          <a:prstGeom prst="rect">
            <a:avLst/>
          </a:prstGeom>
        </p:spPr>
      </p:pic>
      <p:sp>
        <p:nvSpPr>
          <p:cNvPr id="2" name="Title 1"/>
          <p:cNvSpPr>
            <a:spLocks noGrp="1"/>
          </p:cNvSpPr>
          <p:nvPr>
            <p:ph type="ctrTitle" hasCustomPrompt="1"/>
          </p:nvPr>
        </p:nvSpPr>
        <p:spPr>
          <a:xfrm>
            <a:off x="6324602" y="2504921"/>
            <a:ext cx="5206015" cy="2061531"/>
          </a:xfrm>
        </p:spPr>
        <p:txBody>
          <a:bodyPr anchor="b">
            <a:normAutofit/>
          </a:bodyPr>
          <a:lstStyle>
            <a:lvl1pPr algn="r">
              <a:defRPr sz="5400" b="0" i="0">
                <a:solidFill>
                  <a:schemeClr val="bg1"/>
                </a:solidFill>
                <a:latin typeface="Saira Condensed Condensed Light" pitchFamily="2" charset="77"/>
              </a:defRPr>
            </a:lvl1pPr>
          </a:lstStyle>
          <a:p>
            <a:r>
              <a:rPr lang="en-US" dirty="0"/>
              <a:t>CLICK TO EDIT TITLE</a:t>
            </a:r>
          </a:p>
        </p:txBody>
      </p:sp>
      <p:sp>
        <p:nvSpPr>
          <p:cNvPr id="3" name="Subtitle 2"/>
          <p:cNvSpPr>
            <a:spLocks noGrp="1"/>
          </p:cNvSpPr>
          <p:nvPr>
            <p:ph type="subTitle" idx="1" hasCustomPrompt="1"/>
          </p:nvPr>
        </p:nvSpPr>
        <p:spPr>
          <a:xfrm>
            <a:off x="6616701" y="4591369"/>
            <a:ext cx="4913915" cy="934635"/>
          </a:xfrm>
        </p:spPr>
        <p:txBody>
          <a:bodyPr>
            <a:normAutofit/>
          </a:bodyPr>
          <a:lstStyle>
            <a:lvl1pPr marL="0" indent="0" algn="r">
              <a:buNone/>
              <a:defRPr sz="2000" b="0" i="0">
                <a:solidFill>
                  <a:schemeClr val="bg1"/>
                </a:solidFill>
                <a:latin typeface="IBM Plex Sans" panose="020B050305020300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subtitle</a:t>
            </a:r>
          </a:p>
        </p:txBody>
      </p:sp>
      <p:sp>
        <p:nvSpPr>
          <p:cNvPr id="12" name="Text Placeholder 16"/>
          <p:cNvSpPr>
            <a:spLocks noGrp="1"/>
          </p:cNvSpPr>
          <p:nvPr>
            <p:ph type="body" sz="quarter" idx="11" hasCustomPrompt="1"/>
          </p:nvPr>
        </p:nvSpPr>
        <p:spPr>
          <a:xfrm>
            <a:off x="6794501" y="5690085"/>
            <a:ext cx="4736115" cy="422507"/>
          </a:xfrm>
        </p:spPr>
        <p:txBody>
          <a:bodyPr>
            <a:normAutofit/>
          </a:bodyPr>
          <a:lstStyle>
            <a:lvl1pPr marL="0" indent="0" algn="r">
              <a:buNone/>
              <a:defRPr sz="1800" b="1" i="0">
                <a:solidFill>
                  <a:schemeClr val="bg1"/>
                </a:solidFill>
                <a:latin typeface="IBM Plex Sans SemiBold" panose="020B0503050203000203" pitchFamily="34" charset="0"/>
              </a:defRPr>
            </a:lvl1pPr>
            <a:lvl2pPr marL="457200" indent="0" algn="r">
              <a:buNone/>
              <a:defRPr/>
            </a:lvl2pPr>
            <a:lvl3pPr marL="914400" indent="0" algn="r">
              <a:buNone/>
              <a:defRPr/>
            </a:lvl3pPr>
            <a:lvl4pPr marL="1371600" indent="0" algn="r">
              <a:buNone/>
              <a:defRPr/>
            </a:lvl4pPr>
            <a:lvl5pPr marL="1828800" indent="0" algn="r">
              <a:buNone/>
              <a:defRPr/>
            </a:lvl5pPr>
          </a:lstStyle>
          <a:p>
            <a:pPr lvl="0"/>
            <a:r>
              <a:rPr lang="en-US" dirty="0"/>
              <a:t>PRESENTER’S NAME</a:t>
            </a:r>
          </a:p>
        </p:txBody>
      </p:sp>
      <p:sp>
        <p:nvSpPr>
          <p:cNvPr id="4" name="Date Placeholder 3"/>
          <p:cNvSpPr>
            <a:spLocks noGrp="1"/>
          </p:cNvSpPr>
          <p:nvPr>
            <p:ph type="dt" sz="half" idx="10"/>
          </p:nvPr>
        </p:nvSpPr>
        <p:spPr>
          <a:xfrm>
            <a:off x="10406269" y="6342033"/>
            <a:ext cx="1124345" cy="246221"/>
          </a:xfrm>
          <a:prstGeom prst="rect">
            <a:avLst/>
          </a:prstGeom>
          <a:solidFill>
            <a:schemeClr val="accent1"/>
          </a:solidFill>
        </p:spPr>
        <p:txBody>
          <a:bodyPr wrap="square">
            <a:spAutoFit/>
          </a:bodyPr>
          <a:lstStyle>
            <a:lvl1pPr algn="r">
              <a:defRPr sz="1000" b="1" i="0">
                <a:solidFill>
                  <a:schemeClr val="bg1"/>
                </a:solidFill>
                <a:latin typeface="IBM Plex Sans" panose="020B0503050203000203" pitchFamily="34" charset="0"/>
              </a:defRPr>
            </a:lvl1pPr>
          </a:lstStyle>
          <a:p>
            <a:r>
              <a:rPr lang="en-US" dirty="0"/>
              <a:t>Date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 Custom Image">
    <p:spTree>
      <p:nvGrpSpPr>
        <p:cNvPr id="1" name=""/>
        <p:cNvGrpSpPr/>
        <p:nvPr/>
      </p:nvGrpSpPr>
      <p:grpSpPr>
        <a:xfrm>
          <a:off x="0" y="0"/>
          <a:ext cx="0" cy="0"/>
          <a:chOff x="0" y="0"/>
          <a:chExt cx="0" cy="0"/>
        </a:xfrm>
      </p:grpSpPr>
      <p:pic>
        <p:nvPicPr>
          <p:cNvPr id="8" name="Picture 7"/>
          <p:cNvPicPr>
            <a:picLocks noChangeAspect="1"/>
          </p:cNvPicPr>
          <p:nvPr userDrawn="1"/>
        </p:nvPicPr>
        <p:blipFill rotWithShape="1">
          <a:blip r:embed="rId2"/>
          <a:srcRect l="103" r="14569"/>
          <a:stretch>
            <a:fillRect/>
          </a:stretch>
        </p:blipFill>
        <p:spPr>
          <a:xfrm>
            <a:off x="-2033456" y="0"/>
            <a:ext cx="10392405" cy="6858000"/>
          </a:xfrm>
          <a:prstGeom prst="rect">
            <a:avLst/>
          </a:prstGeom>
        </p:spPr>
      </p:pic>
      <p:pic>
        <p:nvPicPr>
          <p:cNvPr id="9" name="Picture 8" descr="A picture containing shape&#10;&#10;Description automatically generated"/>
          <p:cNvPicPr>
            <a:picLocks noChangeAspect="1"/>
          </p:cNvPicPr>
          <p:nvPr userDrawn="1"/>
        </p:nvPicPr>
        <p:blipFill>
          <a:blip r:embed="rId3"/>
          <a:stretch>
            <a:fillRect/>
          </a:stretch>
        </p:blipFill>
        <p:spPr>
          <a:xfrm>
            <a:off x="298449" y="0"/>
            <a:ext cx="11893551" cy="6858000"/>
          </a:xfrm>
          <a:prstGeom prst="rect">
            <a:avLst/>
          </a:prstGeom>
        </p:spPr>
      </p:pic>
      <p:sp>
        <p:nvSpPr>
          <p:cNvPr id="10" name="Title 1"/>
          <p:cNvSpPr>
            <a:spLocks noGrp="1"/>
          </p:cNvSpPr>
          <p:nvPr>
            <p:ph type="ctrTitle" hasCustomPrompt="1"/>
          </p:nvPr>
        </p:nvSpPr>
        <p:spPr>
          <a:xfrm>
            <a:off x="6324602" y="2504921"/>
            <a:ext cx="5206015" cy="2061531"/>
          </a:xfrm>
        </p:spPr>
        <p:txBody>
          <a:bodyPr anchor="b">
            <a:normAutofit/>
          </a:bodyPr>
          <a:lstStyle>
            <a:lvl1pPr algn="r">
              <a:defRPr sz="5400" b="0" i="0">
                <a:solidFill>
                  <a:schemeClr val="bg1"/>
                </a:solidFill>
                <a:latin typeface="Saira Condensed Condensed Light" pitchFamily="2" charset="77"/>
              </a:defRPr>
            </a:lvl1pPr>
          </a:lstStyle>
          <a:p>
            <a:r>
              <a:rPr lang="en-US" dirty="0"/>
              <a:t>CLICK TO EDIT TITLE</a:t>
            </a:r>
          </a:p>
        </p:txBody>
      </p:sp>
      <p:sp>
        <p:nvSpPr>
          <p:cNvPr id="11" name="Subtitle 2"/>
          <p:cNvSpPr>
            <a:spLocks noGrp="1"/>
          </p:cNvSpPr>
          <p:nvPr>
            <p:ph type="subTitle" idx="1" hasCustomPrompt="1"/>
          </p:nvPr>
        </p:nvSpPr>
        <p:spPr>
          <a:xfrm>
            <a:off x="6616701" y="4591369"/>
            <a:ext cx="4913915" cy="934635"/>
          </a:xfrm>
        </p:spPr>
        <p:txBody>
          <a:bodyPr>
            <a:normAutofit/>
          </a:bodyPr>
          <a:lstStyle>
            <a:lvl1pPr marL="0" indent="0" algn="r">
              <a:buNone/>
              <a:defRPr sz="2000" b="0" i="0">
                <a:solidFill>
                  <a:schemeClr val="bg1"/>
                </a:solidFill>
                <a:latin typeface="IBM Plex Sans" panose="020B050305020300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subtitle</a:t>
            </a:r>
          </a:p>
        </p:txBody>
      </p:sp>
      <p:sp>
        <p:nvSpPr>
          <p:cNvPr id="13" name="Date Placeholder 3"/>
          <p:cNvSpPr>
            <a:spLocks noGrp="1"/>
          </p:cNvSpPr>
          <p:nvPr>
            <p:ph type="dt" sz="half" idx="10"/>
          </p:nvPr>
        </p:nvSpPr>
        <p:spPr>
          <a:xfrm>
            <a:off x="10446026" y="6362185"/>
            <a:ext cx="1084590" cy="246221"/>
          </a:xfrm>
          <a:prstGeom prst="rect">
            <a:avLst/>
          </a:prstGeom>
          <a:solidFill>
            <a:schemeClr val="accent1"/>
          </a:solidFill>
        </p:spPr>
        <p:txBody>
          <a:bodyPr wrap="square">
            <a:spAutoFit/>
          </a:bodyPr>
          <a:lstStyle>
            <a:lvl1pPr algn="r">
              <a:defRPr sz="1000" b="1" i="0">
                <a:solidFill>
                  <a:schemeClr val="bg1"/>
                </a:solidFill>
                <a:latin typeface="IBM Plex Sans" panose="020B0503050203000203" pitchFamily="34" charset="0"/>
              </a:defRPr>
            </a:lvl1pPr>
          </a:lstStyle>
          <a:p>
            <a:r>
              <a:rPr lang="en-US" dirty="0"/>
              <a:t> Date</a:t>
            </a:r>
          </a:p>
        </p:txBody>
      </p:sp>
      <p:sp>
        <p:nvSpPr>
          <p:cNvPr id="14" name="Text Placeholder 16"/>
          <p:cNvSpPr>
            <a:spLocks noGrp="1"/>
          </p:cNvSpPr>
          <p:nvPr>
            <p:ph type="body" sz="quarter" idx="11" hasCustomPrompt="1"/>
          </p:nvPr>
        </p:nvSpPr>
        <p:spPr>
          <a:xfrm>
            <a:off x="6794501" y="5690085"/>
            <a:ext cx="4736115" cy="422507"/>
          </a:xfrm>
        </p:spPr>
        <p:txBody>
          <a:bodyPr>
            <a:normAutofit/>
          </a:bodyPr>
          <a:lstStyle>
            <a:lvl1pPr marL="0" indent="0" algn="r">
              <a:buNone/>
              <a:defRPr sz="1800" b="1" i="0">
                <a:solidFill>
                  <a:schemeClr val="bg1"/>
                </a:solidFill>
                <a:latin typeface="IBM Plex Sans SemiBold" panose="020B0503050203000203" pitchFamily="34" charset="0"/>
              </a:defRPr>
            </a:lvl1pPr>
            <a:lvl2pPr marL="457200" indent="0" algn="r">
              <a:buNone/>
              <a:defRPr/>
            </a:lvl2pPr>
            <a:lvl3pPr marL="914400" indent="0" algn="r">
              <a:buNone/>
              <a:defRPr/>
            </a:lvl3pPr>
            <a:lvl4pPr marL="1371600" indent="0" algn="r">
              <a:buNone/>
              <a:defRPr/>
            </a:lvl4pPr>
            <a:lvl5pPr marL="1828800" indent="0" algn="r">
              <a:buNone/>
              <a:defRPr/>
            </a:lvl5pPr>
          </a:lstStyle>
          <a:p>
            <a:pPr lvl="0"/>
            <a:r>
              <a:rPr lang="en-US" dirty="0"/>
              <a:t>PRESENTER’S NAME</a:t>
            </a:r>
          </a:p>
        </p:txBody>
      </p:sp>
      <p:sp>
        <p:nvSpPr>
          <p:cNvPr id="15" name="TextBox 14"/>
          <p:cNvSpPr txBox="1"/>
          <p:nvPr userDrawn="1"/>
        </p:nvSpPr>
        <p:spPr>
          <a:xfrm>
            <a:off x="912816" y="1325690"/>
            <a:ext cx="4215776" cy="5135445"/>
          </a:xfrm>
          <a:prstGeom prst="rect">
            <a:avLst/>
          </a:prstGeom>
          <a:noFill/>
        </p:spPr>
        <p:txBody>
          <a:bodyPr wrap="square" rtlCol="0">
            <a:spAutoFit/>
          </a:bodyPr>
          <a:lstStyle/>
          <a:p>
            <a:r>
              <a:rPr lang="en-US" b="1" dirty="0">
                <a:latin typeface="IBM Plex Sans" panose="020B0503050203000203" pitchFamily="34" charset="0"/>
              </a:rPr>
              <a:t>INSTRUCTIONS TO REPLACE IMAGE:</a:t>
            </a:r>
          </a:p>
          <a:p>
            <a:endParaRPr lang="en-US" b="1" dirty="0">
              <a:latin typeface="IBM Plex Sans" panose="020B0503050203000203" pitchFamily="34" charset="0"/>
            </a:endParaRPr>
          </a:p>
          <a:p>
            <a:pPr marL="342900" indent="-342900">
              <a:lnSpc>
                <a:spcPct val="150000"/>
              </a:lnSpc>
              <a:buFont typeface="+mj-lt"/>
              <a:buAutoNum type="arabicPeriod"/>
            </a:pPr>
            <a:r>
              <a:rPr lang="en-US" sz="1400" b="0" dirty="0">
                <a:latin typeface="IBM Plex Sans" panose="020B0503050203000203" pitchFamily="34" charset="0"/>
              </a:rPr>
              <a:t>Go to View&gt;Slide Master</a:t>
            </a:r>
          </a:p>
          <a:p>
            <a:pPr marL="342900" indent="-342900">
              <a:lnSpc>
                <a:spcPct val="150000"/>
              </a:lnSpc>
              <a:buFont typeface="+mj-lt"/>
              <a:buAutoNum type="arabicPeriod"/>
            </a:pPr>
            <a:r>
              <a:rPr lang="en-US" sz="1400" b="0" dirty="0">
                <a:latin typeface="IBM Plex Sans" panose="020B0503050203000203" pitchFamily="34" charset="0"/>
              </a:rPr>
              <a:t>Locate this layout and duplicate it</a:t>
            </a:r>
          </a:p>
          <a:p>
            <a:pPr marL="342900" indent="-342900">
              <a:lnSpc>
                <a:spcPct val="150000"/>
              </a:lnSpc>
              <a:buFont typeface="+mj-lt"/>
              <a:buAutoNum type="arabicPeriod"/>
            </a:pPr>
            <a:r>
              <a:rPr lang="en-US" sz="1400" b="0" dirty="0">
                <a:latin typeface="IBM Plex Sans" panose="020B0503050203000203" pitchFamily="34" charset="0"/>
              </a:rPr>
              <a:t>Right-click the orange circle on the far-left side of this image</a:t>
            </a:r>
          </a:p>
          <a:p>
            <a:pPr marL="342900" indent="-342900">
              <a:lnSpc>
                <a:spcPct val="150000"/>
              </a:lnSpc>
              <a:buFont typeface="+mj-lt"/>
              <a:buAutoNum type="arabicPeriod"/>
            </a:pPr>
            <a:r>
              <a:rPr lang="en-US" sz="1400" b="0" dirty="0">
                <a:latin typeface="IBM Plex Sans" panose="020B0503050203000203" pitchFamily="34" charset="0"/>
              </a:rPr>
              <a:t>Scroll to “Change Picture”</a:t>
            </a:r>
          </a:p>
          <a:p>
            <a:pPr marL="342900" indent="-342900">
              <a:lnSpc>
                <a:spcPct val="150000"/>
              </a:lnSpc>
              <a:buFont typeface="+mj-lt"/>
              <a:buAutoNum type="arabicPeriod"/>
            </a:pPr>
            <a:r>
              <a:rPr lang="en-US" sz="1400" b="0" dirty="0">
                <a:latin typeface="IBM Plex Sans" panose="020B0503050203000203" pitchFamily="34" charset="0"/>
              </a:rPr>
              <a:t>Select “From File” (note that your version of PowerPoint may use different menu language)</a:t>
            </a:r>
          </a:p>
          <a:p>
            <a:pPr marL="342900" indent="-342900">
              <a:lnSpc>
                <a:spcPct val="150000"/>
              </a:lnSpc>
              <a:buFont typeface="+mj-lt"/>
              <a:buAutoNum type="arabicPeriod"/>
            </a:pPr>
            <a:r>
              <a:rPr lang="en-US" sz="1400" b="0" dirty="0">
                <a:latin typeface="IBM Plex Sans" panose="020B0503050203000203" pitchFamily="34" charset="0"/>
              </a:rPr>
              <a:t>Select desired image</a:t>
            </a:r>
          </a:p>
          <a:p>
            <a:pPr marL="342900" indent="-342900">
              <a:lnSpc>
                <a:spcPct val="150000"/>
              </a:lnSpc>
              <a:buFont typeface="+mj-lt"/>
              <a:buAutoNum type="arabicPeriod"/>
            </a:pPr>
            <a:r>
              <a:rPr lang="en-US" sz="1400" b="0" dirty="0">
                <a:latin typeface="IBM Plex Sans" panose="020B0503050203000203" pitchFamily="34" charset="0"/>
              </a:rPr>
              <a:t>Resize and crop image as necessary</a:t>
            </a:r>
          </a:p>
          <a:p>
            <a:pPr marL="342900" indent="-342900">
              <a:lnSpc>
                <a:spcPct val="150000"/>
              </a:lnSpc>
              <a:buFont typeface="+mj-lt"/>
              <a:buAutoNum type="arabicPeriod"/>
            </a:pPr>
            <a:r>
              <a:rPr lang="en-US" sz="1400" b="0" dirty="0">
                <a:latin typeface="IBM Plex Sans" panose="020B0503050203000203" pitchFamily="34" charset="0"/>
              </a:rPr>
              <a:t>Make sure image is sent to back (right click on image)</a:t>
            </a:r>
          </a:p>
          <a:p>
            <a:pPr marL="342900" indent="-342900">
              <a:lnSpc>
                <a:spcPct val="150000"/>
              </a:lnSpc>
              <a:buFont typeface="+mj-lt"/>
              <a:buAutoNum type="arabicPeriod"/>
            </a:pPr>
            <a:r>
              <a:rPr lang="en-US" sz="1400" b="0" dirty="0">
                <a:latin typeface="IBM Plex Sans" panose="020B0503050203000203" pitchFamily="34" charset="0"/>
              </a:rPr>
              <a:t>Close slide master and insert a new slide using the new, then delete this text box from your presentation slide.</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5" name="Picture 4" descr="A body of water with buildings along it&#10;&#10;Description automatically generated with medium confidence"/>
          <p:cNvPicPr>
            <a:picLocks noChangeAspect="1"/>
          </p:cNvPicPr>
          <p:nvPr userDrawn="1"/>
        </p:nvPicPr>
        <p:blipFill>
          <a:blip r:embed="rId2"/>
          <a:stretch>
            <a:fillRect/>
          </a:stretch>
        </p:blipFill>
        <p:spPr>
          <a:xfrm>
            <a:off x="0" y="0"/>
            <a:ext cx="12090400" cy="6858000"/>
          </a:xfrm>
          <a:prstGeom prst="rect">
            <a:avLst/>
          </a:prstGeom>
        </p:spPr>
      </p:pic>
      <p:pic>
        <p:nvPicPr>
          <p:cNvPr id="7" name="Picture 6" descr="A picture containing shape&#10;&#10;Description automatically generated"/>
          <p:cNvPicPr>
            <a:picLocks noChangeAspect="1"/>
          </p:cNvPicPr>
          <p:nvPr userDrawn="1"/>
        </p:nvPicPr>
        <p:blipFill>
          <a:blip r:embed="rId3"/>
          <a:stretch>
            <a:fillRect/>
          </a:stretch>
        </p:blipFill>
        <p:spPr>
          <a:xfrm>
            <a:off x="298451" y="0"/>
            <a:ext cx="11893551" cy="6858000"/>
          </a:xfrm>
          <a:prstGeom prst="rect">
            <a:avLst/>
          </a:prstGeom>
        </p:spPr>
      </p:pic>
      <p:sp>
        <p:nvSpPr>
          <p:cNvPr id="2" name="Title 1"/>
          <p:cNvSpPr>
            <a:spLocks noGrp="1"/>
          </p:cNvSpPr>
          <p:nvPr>
            <p:ph type="title" hasCustomPrompt="1"/>
          </p:nvPr>
        </p:nvSpPr>
        <p:spPr>
          <a:xfrm>
            <a:off x="6617373" y="974037"/>
            <a:ext cx="4913243" cy="4254363"/>
          </a:xfrm>
        </p:spPr>
        <p:txBody>
          <a:bodyPr anchor="b">
            <a:normAutofit/>
          </a:bodyPr>
          <a:lstStyle>
            <a:lvl1pPr algn="r">
              <a:defRPr sz="5400"/>
            </a:lvl1pPr>
          </a:lstStyle>
          <a:p>
            <a:r>
              <a:rPr lang="en-US" dirty="0"/>
              <a:t>CLICK TO EDIT TITLE</a:t>
            </a:r>
          </a:p>
        </p:txBody>
      </p:sp>
      <p:sp>
        <p:nvSpPr>
          <p:cNvPr id="3" name="Text Placeholder 2"/>
          <p:cNvSpPr>
            <a:spLocks noGrp="1"/>
          </p:cNvSpPr>
          <p:nvPr>
            <p:ph type="body" idx="1" hasCustomPrompt="1"/>
          </p:nvPr>
        </p:nvSpPr>
        <p:spPr>
          <a:xfrm>
            <a:off x="6858002" y="5394965"/>
            <a:ext cx="4672615" cy="931499"/>
          </a:xfrm>
        </p:spPr>
        <p:txBody>
          <a:bodyPr>
            <a:normAutofit/>
          </a:bodyPr>
          <a:lstStyle>
            <a:lvl1pPr marL="0" indent="0" algn="r">
              <a:buNone/>
              <a:defRPr sz="2000" b="0" i="0">
                <a:solidFill>
                  <a:schemeClr val="tx1"/>
                </a:solidFill>
                <a:latin typeface="IBM Plex Sans" panose="020B050305020300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text</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644769" y="365125"/>
            <a:ext cx="10710619" cy="1325563"/>
          </a:xfrm>
        </p:spPr>
        <p:txBody>
          <a:bodyPr/>
          <a:lstStyle/>
          <a:p>
            <a:r>
              <a:rPr lang="en-US" dirty="0"/>
              <a:t>CLICK TO EDIT TITLE</a:t>
            </a:r>
          </a:p>
        </p:txBody>
      </p:sp>
      <p:sp>
        <p:nvSpPr>
          <p:cNvPr id="3" name="Content Placeholder 2"/>
          <p:cNvSpPr>
            <a:spLocks noGrp="1"/>
          </p:cNvSpPr>
          <p:nvPr>
            <p:ph idx="1" hasCustomPrompt="1"/>
          </p:nvPr>
        </p:nvSpPr>
        <p:spPr/>
        <p:txBody>
          <a:bodyPr/>
          <a:lstStyle>
            <a:lvl1pPr marL="228600" indent="-228600">
              <a:defRPr/>
            </a:lvl1pPr>
            <a:lvl2pPr marL="502920" indent="-228600">
              <a:buSzPct val="100000"/>
              <a:buFont typeface="System Font Regular"/>
              <a:buChar char="-"/>
              <a:defRPr/>
            </a:lvl2pPr>
            <a:lvl3pPr marL="777240" indent="-228600">
              <a:buSzPct val="100000"/>
              <a:buFont typeface="System Font Regular"/>
              <a:buChar char="-"/>
              <a:defRPr/>
            </a:lvl3pPr>
            <a:lvl4pPr marL="1005840" indent="-228600">
              <a:buSzPct val="100000"/>
              <a:buFont typeface="System Font Regular"/>
              <a:buChar char="-"/>
              <a:defRPr/>
            </a:lvl4pPr>
            <a:lvl5pPr marL="1280160" indent="-228600">
              <a:buSzPct val="100000"/>
              <a:buFont typeface="System Font Regular"/>
              <a:buChar char="-"/>
              <a:defRPr/>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ubhead and Content">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646359" y="365127"/>
            <a:ext cx="10709031" cy="734621"/>
          </a:xfrm>
        </p:spPr>
        <p:txBody>
          <a:bodyPr/>
          <a:lstStyle/>
          <a:p>
            <a:r>
              <a:rPr lang="en-US" dirty="0"/>
              <a:t>CLICK TO EDIT TITLE</a:t>
            </a:r>
          </a:p>
        </p:txBody>
      </p:sp>
      <p:sp>
        <p:nvSpPr>
          <p:cNvPr id="4" name="Text Placeholder 3"/>
          <p:cNvSpPr>
            <a:spLocks noGrp="1"/>
          </p:cNvSpPr>
          <p:nvPr>
            <p:ph type="body" sz="quarter" idx="13" hasCustomPrompt="1"/>
          </p:nvPr>
        </p:nvSpPr>
        <p:spPr>
          <a:xfrm>
            <a:off x="644771" y="1345482"/>
            <a:ext cx="10709031" cy="734620"/>
          </a:xfrm>
        </p:spPr>
        <p:txBody>
          <a:bodyPr>
            <a:normAutofit/>
          </a:bodyPr>
          <a:lstStyle>
            <a:lvl1pPr marL="0" indent="0">
              <a:buNone/>
              <a:defRPr sz="2000" b="0" i="0">
                <a:solidFill>
                  <a:schemeClr val="accent1"/>
                </a:solidFill>
                <a:latin typeface="IBM Plex Sans Light" panose="020B0403050203000203" pitchFamily="34" charset="0"/>
              </a:defRPr>
            </a:lvl1pPr>
            <a:lvl2pPr marL="457200" indent="0">
              <a:buNone/>
              <a:defRPr b="0" i="0">
                <a:solidFill>
                  <a:schemeClr val="accent1"/>
                </a:solidFill>
                <a:latin typeface="IBM Plex Sans Light" panose="020B0403050203000203" pitchFamily="34" charset="0"/>
              </a:defRPr>
            </a:lvl2pPr>
            <a:lvl3pPr marL="914400" indent="0">
              <a:buNone/>
              <a:defRPr b="0" i="0">
                <a:solidFill>
                  <a:schemeClr val="accent1"/>
                </a:solidFill>
                <a:latin typeface="IBM Plex Sans Light" panose="020B0403050203000203" pitchFamily="34" charset="0"/>
              </a:defRPr>
            </a:lvl3pPr>
            <a:lvl4pPr marL="1371600" indent="0">
              <a:buNone/>
              <a:defRPr b="0" i="0">
                <a:solidFill>
                  <a:schemeClr val="accent1"/>
                </a:solidFill>
                <a:latin typeface="IBM Plex Sans Light" panose="020B0403050203000203" pitchFamily="34" charset="0"/>
              </a:defRPr>
            </a:lvl4pPr>
            <a:lvl5pPr marL="1828800" indent="0">
              <a:buNone/>
              <a:defRPr b="0" i="0">
                <a:solidFill>
                  <a:schemeClr val="accent1"/>
                </a:solidFill>
                <a:latin typeface="IBM Plex Sans Light" panose="020B0403050203000203" pitchFamily="34" charset="0"/>
              </a:defRPr>
            </a:lvl5pPr>
          </a:lstStyle>
          <a:p>
            <a:pPr lvl="0"/>
            <a:r>
              <a:rPr lang="en-US" dirty="0"/>
              <a:t>Make sure to use brand colors when creating tables and graphs. If graphs are placed from an outside source, please reformat to use the Stevens Theme Colors set in this template.</a:t>
            </a:r>
          </a:p>
        </p:txBody>
      </p:sp>
      <p:sp>
        <p:nvSpPr>
          <p:cNvPr id="3" name="Content Placeholder 2"/>
          <p:cNvSpPr>
            <a:spLocks noGrp="1"/>
          </p:cNvSpPr>
          <p:nvPr>
            <p:ph idx="1" hasCustomPrompt="1"/>
          </p:nvPr>
        </p:nvSpPr>
        <p:spPr>
          <a:xfrm>
            <a:off x="644771" y="2202874"/>
            <a:ext cx="10709031" cy="3879273"/>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644769" y="365125"/>
            <a:ext cx="10710619" cy="1325563"/>
          </a:xfrm>
        </p:spPr>
        <p:txBody>
          <a:bodyPr/>
          <a:lstStyle/>
          <a:p>
            <a:r>
              <a:rPr lang="en-US" dirty="0"/>
              <a:t>CLICK TO EDIT TITLE</a:t>
            </a:r>
          </a:p>
        </p:txBody>
      </p:sp>
      <p:sp>
        <p:nvSpPr>
          <p:cNvPr id="3" name="Content Placeholder 2"/>
          <p:cNvSpPr>
            <a:spLocks noGrp="1"/>
          </p:cNvSpPr>
          <p:nvPr>
            <p:ph sz="half" idx="1" hasCustomPrompt="1"/>
          </p:nvPr>
        </p:nvSpPr>
        <p:spPr>
          <a:xfrm>
            <a:off x="644769" y="1825625"/>
            <a:ext cx="5181600" cy="435133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6172200" y="1825625"/>
            <a:ext cx="5181600" cy="435133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644769" y="365125"/>
            <a:ext cx="10710619" cy="1325563"/>
          </a:xfrm>
        </p:spPr>
        <p:txBody>
          <a:bodyPr/>
          <a:lstStyle/>
          <a:p>
            <a:r>
              <a:rPr lang="en-US" dirty="0"/>
              <a:t>CLICK TO EDIT TITLE</a:t>
            </a:r>
          </a:p>
        </p:txBody>
      </p:sp>
      <p:sp>
        <p:nvSpPr>
          <p:cNvPr id="3" name="Content Placeholder 2"/>
          <p:cNvSpPr>
            <a:spLocks noGrp="1"/>
          </p:cNvSpPr>
          <p:nvPr>
            <p:ph sz="half" idx="1" hasCustomPrompt="1"/>
          </p:nvPr>
        </p:nvSpPr>
        <p:spPr>
          <a:xfrm>
            <a:off x="644773" y="1825625"/>
            <a:ext cx="3296919" cy="435133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3"/>
          <p:cNvSpPr>
            <a:spLocks noGrp="1"/>
          </p:cNvSpPr>
          <p:nvPr>
            <p:ph sz="half" idx="13" hasCustomPrompt="1"/>
          </p:nvPr>
        </p:nvSpPr>
        <p:spPr>
          <a:xfrm>
            <a:off x="4351622" y="1825625"/>
            <a:ext cx="3296919" cy="435133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8058471" y="1825625"/>
            <a:ext cx="3296919" cy="435133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hree Content and Subhead">
    <p:spTree>
      <p:nvGrpSpPr>
        <p:cNvPr id="1" name=""/>
        <p:cNvGrpSpPr/>
        <p:nvPr/>
      </p:nvGrpSpPr>
      <p:grpSpPr>
        <a:xfrm>
          <a:off x="0" y="0"/>
          <a:ext cx="0" cy="0"/>
          <a:chOff x="0" y="0"/>
          <a:chExt cx="0" cy="0"/>
        </a:xfrm>
      </p:grpSpPr>
      <p:sp>
        <p:nvSpPr>
          <p:cNvPr id="10" name="Title 1"/>
          <p:cNvSpPr>
            <a:spLocks noGrp="1"/>
          </p:cNvSpPr>
          <p:nvPr>
            <p:ph type="title" hasCustomPrompt="1"/>
          </p:nvPr>
        </p:nvSpPr>
        <p:spPr>
          <a:xfrm>
            <a:off x="646359" y="365127"/>
            <a:ext cx="10709031" cy="734621"/>
          </a:xfrm>
        </p:spPr>
        <p:txBody>
          <a:bodyPr/>
          <a:lstStyle/>
          <a:p>
            <a:r>
              <a:rPr lang="en-US" dirty="0"/>
              <a:t>CLICK TO EDIT TITLE</a:t>
            </a:r>
          </a:p>
        </p:txBody>
      </p:sp>
      <p:sp>
        <p:nvSpPr>
          <p:cNvPr id="11" name="Text Placeholder 3"/>
          <p:cNvSpPr>
            <a:spLocks noGrp="1"/>
          </p:cNvSpPr>
          <p:nvPr>
            <p:ph type="body" sz="quarter" idx="14"/>
          </p:nvPr>
        </p:nvSpPr>
        <p:spPr>
          <a:xfrm>
            <a:off x="644771" y="1345482"/>
            <a:ext cx="10709031" cy="734620"/>
          </a:xfrm>
        </p:spPr>
        <p:txBody>
          <a:bodyPr>
            <a:normAutofit/>
          </a:bodyPr>
          <a:lstStyle>
            <a:lvl1pPr marL="0" indent="0">
              <a:buNone/>
              <a:defRPr sz="2000" b="0" i="0">
                <a:solidFill>
                  <a:schemeClr val="accent1"/>
                </a:solidFill>
                <a:latin typeface="IBM Plex Sans Light" panose="020B0403050203000203" pitchFamily="34" charset="0"/>
              </a:defRPr>
            </a:lvl1pPr>
            <a:lvl2pPr marL="457200" indent="0">
              <a:buNone/>
              <a:defRPr b="0" i="0">
                <a:solidFill>
                  <a:schemeClr val="accent1"/>
                </a:solidFill>
                <a:latin typeface="IBM Plex Sans Light" panose="020B0403050203000203" pitchFamily="34" charset="0"/>
              </a:defRPr>
            </a:lvl2pPr>
            <a:lvl3pPr marL="914400" indent="0">
              <a:buNone/>
              <a:defRPr b="0" i="0">
                <a:solidFill>
                  <a:schemeClr val="accent1"/>
                </a:solidFill>
                <a:latin typeface="IBM Plex Sans Light" panose="020B0403050203000203" pitchFamily="34" charset="0"/>
              </a:defRPr>
            </a:lvl3pPr>
            <a:lvl4pPr marL="1371600" indent="0">
              <a:buNone/>
              <a:defRPr b="0" i="0">
                <a:solidFill>
                  <a:schemeClr val="accent1"/>
                </a:solidFill>
                <a:latin typeface="IBM Plex Sans Light" panose="020B0403050203000203" pitchFamily="34" charset="0"/>
              </a:defRPr>
            </a:lvl4pPr>
            <a:lvl5pPr marL="1828800" indent="0">
              <a:buNone/>
              <a:defRPr b="0" i="0">
                <a:solidFill>
                  <a:schemeClr val="accent1"/>
                </a:solidFill>
                <a:latin typeface="IBM Plex Sans Light" panose="020B0403050203000203" pitchFamily="34" charset="0"/>
              </a:defRPr>
            </a:lvl5pPr>
          </a:lstStyle>
          <a:p>
            <a:pPr lvl="0"/>
            <a:endParaRPr lang="en-US" dirty="0"/>
          </a:p>
        </p:txBody>
      </p:sp>
      <p:sp>
        <p:nvSpPr>
          <p:cNvPr id="3" name="Content Placeholder 2"/>
          <p:cNvSpPr>
            <a:spLocks noGrp="1"/>
          </p:cNvSpPr>
          <p:nvPr>
            <p:ph sz="half" idx="1" hasCustomPrompt="1"/>
          </p:nvPr>
        </p:nvSpPr>
        <p:spPr>
          <a:xfrm>
            <a:off x="644773" y="2325836"/>
            <a:ext cx="3296919" cy="385112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3"/>
          <p:cNvSpPr>
            <a:spLocks noGrp="1"/>
          </p:cNvSpPr>
          <p:nvPr>
            <p:ph sz="half" idx="13" hasCustomPrompt="1"/>
          </p:nvPr>
        </p:nvSpPr>
        <p:spPr>
          <a:xfrm>
            <a:off x="4351622" y="2325836"/>
            <a:ext cx="3296919" cy="385112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8058471" y="2325836"/>
            <a:ext cx="3296919" cy="385112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644769" y="365125"/>
            <a:ext cx="10710619" cy="1325563"/>
          </a:xfrm>
        </p:spPr>
        <p:txBody>
          <a:bodyPr/>
          <a:lstStyle/>
          <a:p>
            <a:r>
              <a:rPr lang="en-US" dirty="0"/>
              <a:t>CLICK TO EDIT TITLE</a:t>
            </a:r>
          </a:p>
        </p:txBody>
      </p:sp>
      <p:sp>
        <p:nvSpPr>
          <p:cNvPr id="5" name="Text Placeholder 4"/>
          <p:cNvSpPr>
            <a:spLocks noGrp="1"/>
          </p:cNvSpPr>
          <p:nvPr>
            <p:ph type="body" sz="quarter" idx="13" hasCustomPrompt="1"/>
          </p:nvPr>
        </p:nvSpPr>
        <p:spPr>
          <a:xfrm>
            <a:off x="644526" y="1962352"/>
            <a:ext cx="4954588" cy="1828165"/>
          </a:xfrm>
        </p:spPr>
        <p:txBody>
          <a:bodyPr>
            <a:noAutofit/>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text</a:t>
            </a:r>
          </a:p>
        </p:txBody>
      </p:sp>
      <p:sp>
        <p:nvSpPr>
          <p:cNvPr id="9" name="Text Placeholder 4"/>
          <p:cNvSpPr>
            <a:spLocks noGrp="1"/>
          </p:cNvSpPr>
          <p:nvPr>
            <p:ph type="body" sz="quarter" idx="14" hasCustomPrompt="1"/>
          </p:nvPr>
        </p:nvSpPr>
        <p:spPr>
          <a:xfrm>
            <a:off x="6400803" y="1962352"/>
            <a:ext cx="4954588" cy="1828165"/>
          </a:xfrm>
        </p:spPr>
        <p:txBody>
          <a:bodyPr>
            <a:noAutofit/>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text</a:t>
            </a:r>
          </a:p>
        </p:txBody>
      </p:sp>
      <p:sp>
        <p:nvSpPr>
          <p:cNvPr id="10" name="Text Placeholder 4"/>
          <p:cNvSpPr>
            <a:spLocks noGrp="1"/>
          </p:cNvSpPr>
          <p:nvPr>
            <p:ph type="body" sz="quarter" idx="15" hasCustomPrompt="1"/>
          </p:nvPr>
        </p:nvSpPr>
        <p:spPr>
          <a:xfrm>
            <a:off x="644526" y="4119680"/>
            <a:ext cx="4954588" cy="1828165"/>
          </a:xfrm>
        </p:spPr>
        <p:txBody>
          <a:bodyPr>
            <a:noAutofit/>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text</a:t>
            </a:r>
          </a:p>
        </p:txBody>
      </p:sp>
      <p:sp>
        <p:nvSpPr>
          <p:cNvPr id="11" name="Text Placeholder 4"/>
          <p:cNvSpPr>
            <a:spLocks noGrp="1"/>
          </p:cNvSpPr>
          <p:nvPr>
            <p:ph type="body" sz="quarter" idx="16" hasCustomPrompt="1"/>
          </p:nvPr>
        </p:nvSpPr>
        <p:spPr>
          <a:xfrm>
            <a:off x="6400803" y="4119680"/>
            <a:ext cx="4954588" cy="1828165"/>
          </a:xfrm>
        </p:spPr>
        <p:txBody>
          <a:bodyPr>
            <a:noAutofit/>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text</a:t>
            </a:r>
          </a:p>
        </p:txBody>
      </p:sp>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Four Content and subhead">
    <p:spTree>
      <p:nvGrpSpPr>
        <p:cNvPr id="1" name=""/>
        <p:cNvGrpSpPr/>
        <p:nvPr/>
      </p:nvGrpSpPr>
      <p:grpSpPr>
        <a:xfrm>
          <a:off x="0" y="0"/>
          <a:ext cx="0" cy="0"/>
          <a:chOff x="0" y="0"/>
          <a:chExt cx="0" cy="0"/>
        </a:xfrm>
      </p:grpSpPr>
      <p:sp>
        <p:nvSpPr>
          <p:cNvPr id="12" name="Title 1"/>
          <p:cNvSpPr>
            <a:spLocks noGrp="1"/>
          </p:cNvSpPr>
          <p:nvPr>
            <p:ph type="title" hasCustomPrompt="1"/>
          </p:nvPr>
        </p:nvSpPr>
        <p:spPr>
          <a:xfrm>
            <a:off x="646359" y="365127"/>
            <a:ext cx="10709031" cy="734621"/>
          </a:xfrm>
        </p:spPr>
        <p:txBody>
          <a:bodyPr/>
          <a:lstStyle/>
          <a:p>
            <a:r>
              <a:rPr lang="en-US" dirty="0"/>
              <a:t>CLICK TO EDIT TITLE</a:t>
            </a:r>
          </a:p>
        </p:txBody>
      </p:sp>
      <p:sp>
        <p:nvSpPr>
          <p:cNvPr id="13" name="Text Placeholder 3"/>
          <p:cNvSpPr>
            <a:spLocks noGrp="1"/>
          </p:cNvSpPr>
          <p:nvPr>
            <p:ph type="body" sz="quarter" idx="17" hasCustomPrompt="1"/>
          </p:nvPr>
        </p:nvSpPr>
        <p:spPr>
          <a:xfrm>
            <a:off x="644771" y="1345482"/>
            <a:ext cx="10709031" cy="734620"/>
          </a:xfrm>
        </p:spPr>
        <p:txBody>
          <a:bodyPr>
            <a:normAutofit/>
          </a:bodyPr>
          <a:lstStyle>
            <a:lvl1pPr marL="0" indent="0">
              <a:buNone/>
              <a:defRPr sz="2000" b="0" i="0">
                <a:solidFill>
                  <a:schemeClr val="accent1"/>
                </a:solidFill>
                <a:latin typeface="IBM Plex Sans Light" panose="020B0403050203000203" pitchFamily="34" charset="0"/>
              </a:defRPr>
            </a:lvl1pPr>
            <a:lvl2pPr marL="457200" indent="0">
              <a:buNone/>
              <a:defRPr b="0" i="0">
                <a:solidFill>
                  <a:schemeClr val="accent1"/>
                </a:solidFill>
                <a:latin typeface="IBM Plex Sans Light" panose="020B0403050203000203" pitchFamily="34" charset="0"/>
              </a:defRPr>
            </a:lvl2pPr>
            <a:lvl3pPr marL="914400" indent="0">
              <a:buNone/>
              <a:defRPr b="0" i="0">
                <a:solidFill>
                  <a:schemeClr val="accent1"/>
                </a:solidFill>
                <a:latin typeface="IBM Plex Sans Light" panose="020B0403050203000203" pitchFamily="34" charset="0"/>
              </a:defRPr>
            </a:lvl3pPr>
            <a:lvl4pPr marL="1371600" indent="0">
              <a:buNone/>
              <a:defRPr b="0" i="0">
                <a:solidFill>
                  <a:schemeClr val="accent1"/>
                </a:solidFill>
                <a:latin typeface="IBM Plex Sans Light" panose="020B0403050203000203" pitchFamily="34" charset="0"/>
              </a:defRPr>
            </a:lvl4pPr>
            <a:lvl5pPr marL="1828800" indent="0">
              <a:buNone/>
              <a:defRPr b="0" i="0">
                <a:solidFill>
                  <a:schemeClr val="accent1"/>
                </a:solidFill>
                <a:latin typeface="IBM Plex Sans Light" panose="020B0403050203000203" pitchFamily="34" charset="0"/>
              </a:defRPr>
            </a:lvl5pPr>
          </a:lstStyle>
          <a:p>
            <a:pPr lvl="0"/>
            <a:r>
              <a:rPr lang="en-US" dirty="0"/>
              <a:t>Click to edit subhead</a:t>
            </a:r>
          </a:p>
        </p:txBody>
      </p:sp>
      <p:sp>
        <p:nvSpPr>
          <p:cNvPr id="5" name="Text Placeholder 4"/>
          <p:cNvSpPr>
            <a:spLocks noGrp="1"/>
          </p:cNvSpPr>
          <p:nvPr>
            <p:ph type="body" sz="quarter" idx="13" hasCustomPrompt="1"/>
          </p:nvPr>
        </p:nvSpPr>
        <p:spPr>
          <a:xfrm>
            <a:off x="644526" y="2233235"/>
            <a:ext cx="4954588" cy="1651807"/>
          </a:xfrm>
        </p:spPr>
        <p:txBody>
          <a:bodyPr>
            <a:noAutofit/>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text</a:t>
            </a:r>
          </a:p>
        </p:txBody>
      </p:sp>
      <p:sp>
        <p:nvSpPr>
          <p:cNvPr id="9" name="Text Placeholder 4"/>
          <p:cNvSpPr>
            <a:spLocks noGrp="1"/>
          </p:cNvSpPr>
          <p:nvPr>
            <p:ph type="body" sz="quarter" idx="14" hasCustomPrompt="1"/>
          </p:nvPr>
        </p:nvSpPr>
        <p:spPr>
          <a:xfrm>
            <a:off x="6400803" y="2233235"/>
            <a:ext cx="4954588" cy="1651807"/>
          </a:xfrm>
        </p:spPr>
        <p:txBody>
          <a:bodyPr>
            <a:noAutofit/>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text</a:t>
            </a:r>
          </a:p>
        </p:txBody>
      </p:sp>
      <p:sp>
        <p:nvSpPr>
          <p:cNvPr id="10" name="Text Placeholder 4"/>
          <p:cNvSpPr>
            <a:spLocks noGrp="1"/>
          </p:cNvSpPr>
          <p:nvPr>
            <p:ph type="body" sz="quarter" idx="15" hasCustomPrompt="1"/>
          </p:nvPr>
        </p:nvSpPr>
        <p:spPr>
          <a:xfrm>
            <a:off x="644526" y="4448441"/>
            <a:ext cx="4954588" cy="1651807"/>
          </a:xfrm>
        </p:spPr>
        <p:txBody>
          <a:bodyPr>
            <a:noAutofit/>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text</a:t>
            </a:r>
          </a:p>
        </p:txBody>
      </p:sp>
      <p:sp>
        <p:nvSpPr>
          <p:cNvPr id="11" name="Text Placeholder 4"/>
          <p:cNvSpPr>
            <a:spLocks noGrp="1"/>
          </p:cNvSpPr>
          <p:nvPr>
            <p:ph type="body" sz="quarter" idx="16" hasCustomPrompt="1"/>
          </p:nvPr>
        </p:nvSpPr>
        <p:spPr>
          <a:xfrm>
            <a:off x="6400803" y="4448441"/>
            <a:ext cx="4954588" cy="1651807"/>
          </a:xfrm>
        </p:spPr>
        <p:txBody>
          <a:bodyPr>
            <a:noAutofit/>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text</a:t>
            </a:r>
          </a:p>
        </p:txBody>
      </p:sp>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Five Content">
    <p:spTree>
      <p:nvGrpSpPr>
        <p:cNvPr id="1" name=""/>
        <p:cNvGrpSpPr/>
        <p:nvPr/>
      </p:nvGrpSpPr>
      <p:grpSpPr>
        <a:xfrm>
          <a:off x="0" y="0"/>
          <a:ext cx="0" cy="0"/>
          <a:chOff x="0" y="0"/>
          <a:chExt cx="0" cy="0"/>
        </a:xfrm>
      </p:grpSpPr>
      <p:sp>
        <p:nvSpPr>
          <p:cNvPr id="14" name="Title 1"/>
          <p:cNvSpPr>
            <a:spLocks noGrp="1"/>
          </p:cNvSpPr>
          <p:nvPr>
            <p:ph type="title" hasCustomPrompt="1"/>
          </p:nvPr>
        </p:nvSpPr>
        <p:spPr>
          <a:xfrm>
            <a:off x="644769" y="365125"/>
            <a:ext cx="10710619" cy="1325563"/>
          </a:xfrm>
        </p:spPr>
        <p:txBody>
          <a:bodyPr/>
          <a:lstStyle/>
          <a:p>
            <a:r>
              <a:rPr lang="en-US" dirty="0"/>
              <a:t>CLICK TO EDIT TITLE</a:t>
            </a:r>
          </a:p>
        </p:txBody>
      </p:sp>
      <p:sp>
        <p:nvSpPr>
          <p:cNvPr id="15" name="Content Placeholder 2"/>
          <p:cNvSpPr>
            <a:spLocks noGrp="1"/>
          </p:cNvSpPr>
          <p:nvPr>
            <p:ph sz="half" idx="1" hasCustomPrompt="1"/>
          </p:nvPr>
        </p:nvSpPr>
        <p:spPr>
          <a:xfrm>
            <a:off x="644771" y="2210082"/>
            <a:ext cx="4572000" cy="3890163"/>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13" hasCustomPrompt="1"/>
          </p:nvPr>
        </p:nvSpPr>
        <p:spPr>
          <a:xfrm>
            <a:off x="5359999" y="2210085"/>
            <a:ext cx="2926080" cy="1651807"/>
          </a:xfrm>
        </p:spPr>
        <p:txBody>
          <a:bodyPr>
            <a:noAutofit/>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text</a:t>
            </a:r>
          </a:p>
        </p:txBody>
      </p:sp>
      <p:sp>
        <p:nvSpPr>
          <p:cNvPr id="9" name="Text Placeholder 4"/>
          <p:cNvSpPr>
            <a:spLocks noGrp="1"/>
          </p:cNvSpPr>
          <p:nvPr>
            <p:ph type="body" sz="quarter" idx="14" hasCustomPrompt="1"/>
          </p:nvPr>
        </p:nvSpPr>
        <p:spPr>
          <a:xfrm>
            <a:off x="8429308" y="2210086"/>
            <a:ext cx="2926080" cy="1651807"/>
          </a:xfrm>
        </p:spPr>
        <p:txBody>
          <a:bodyPr>
            <a:noAutofit/>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text</a:t>
            </a:r>
          </a:p>
        </p:txBody>
      </p:sp>
      <p:sp>
        <p:nvSpPr>
          <p:cNvPr id="10" name="Text Placeholder 4"/>
          <p:cNvSpPr>
            <a:spLocks noGrp="1"/>
          </p:cNvSpPr>
          <p:nvPr>
            <p:ph type="body" sz="quarter" idx="15" hasCustomPrompt="1"/>
          </p:nvPr>
        </p:nvSpPr>
        <p:spPr>
          <a:xfrm>
            <a:off x="5359999" y="4448439"/>
            <a:ext cx="2926080" cy="1651807"/>
          </a:xfrm>
        </p:spPr>
        <p:txBody>
          <a:bodyPr>
            <a:noAutofit/>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text</a:t>
            </a:r>
          </a:p>
        </p:txBody>
      </p:sp>
      <p:sp>
        <p:nvSpPr>
          <p:cNvPr id="11" name="Text Placeholder 4"/>
          <p:cNvSpPr>
            <a:spLocks noGrp="1"/>
          </p:cNvSpPr>
          <p:nvPr>
            <p:ph type="body" sz="quarter" idx="16" hasCustomPrompt="1"/>
          </p:nvPr>
        </p:nvSpPr>
        <p:spPr>
          <a:xfrm>
            <a:off x="8429308" y="4448441"/>
            <a:ext cx="2926080" cy="1651807"/>
          </a:xfrm>
        </p:spPr>
        <p:txBody>
          <a:bodyPr>
            <a:noAutofit/>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text</a:t>
            </a:r>
          </a:p>
        </p:txBody>
      </p:sp>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Five Content and subhead">
    <p:spTree>
      <p:nvGrpSpPr>
        <p:cNvPr id="1" name=""/>
        <p:cNvGrpSpPr/>
        <p:nvPr/>
      </p:nvGrpSpPr>
      <p:grpSpPr>
        <a:xfrm>
          <a:off x="0" y="0"/>
          <a:ext cx="0" cy="0"/>
          <a:chOff x="0" y="0"/>
          <a:chExt cx="0" cy="0"/>
        </a:xfrm>
      </p:grpSpPr>
      <p:sp>
        <p:nvSpPr>
          <p:cNvPr id="12" name="Title 1"/>
          <p:cNvSpPr>
            <a:spLocks noGrp="1"/>
          </p:cNvSpPr>
          <p:nvPr>
            <p:ph type="title" hasCustomPrompt="1"/>
          </p:nvPr>
        </p:nvSpPr>
        <p:spPr>
          <a:xfrm>
            <a:off x="646359" y="365127"/>
            <a:ext cx="10709031" cy="734621"/>
          </a:xfrm>
        </p:spPr>
        <p:txBody>
          <a:bodyPr/>
          <a:lstStyle/>
          <a:p>
            <a:r>
              <a:rPr lang="en-US" dirty="0"/>
              <a:t>CLICK TO EDIT TITLE</a:t>
            </a:r>
          </a:p>
        </p:txBody>
      </p:sp>
      <p:sp>
        <p:nvSpPr>
          <p:cNvPr id="13" name="Text Placeholder 3"/>
          <p:cNvSpPr>
            <a:spLocks noGrp="1"/>
          </p:cNvSpPr>
          <p:nvPr>
            <p:ph type="body" sz="quarter" idx="17" hasCustomPrompt="1"/>
          </p:nvPr>
        </p:nvSpPr>
        <p:spPr>
          <a:xfrm>
            <a:off x="644771" y="1345482"/>
            <a:ext cx="10709031" cy="734620"/>
          </a:xfrm>
        </p:spPr>
        <p:txBody>
          <a:bodyPr>
            <a:normAutofit/>
          </a:bodyPr>
          <a:lstStyle>
            <a:lvl1pPr marL="0" indent="0">
              <a:buNone/>
              <a:defRPr sz="2000" b="0" i="0">
                <a:solidFill>
                  <a:schemeClr val="accent1"/>
                </a:solidFill>
                <a:latin typeface="IBM Plex Sans Light" panose="020B0403050203000203" pitchFamily="34" charset="0"/>
              </a:defRPr>
            </a:lvl1pPr>
            <a:lvl2pPr marL="457200" indent="0">
              <a:buNone/>
              <a:defRPr b="0" i="0">
                <a:solidFill>
                  <a:schemeClr val="accent1"/>
                </a:solidFill>
                <a:latin typeface="IBM Plex Sans Light" panose="020B0403050203000203" pitchFamily="34" charset="0"/>
              </a:defRPr>
            </a:lvl2pPr>
            <a:lvl3pPr marL="914400" indent="0">
              <a:buNone/>
              <a:defRPr b="0" i="0">
                <a:solidFill>
                  <a:schemeClr val="accent1"/>
                </a:solidFill>
                <a:latin typeface="IBM Plex Sans Light" panose="020B0403050203000203" pitchFamily="34" charset="0"/>
              </a:defRPr>
            </a:lvl3pPr>
            <a:lvl4pPr marL="1371600" indent="0">
              <a:buNone/>
              <a:defRPr b="0" i="0">
                <a:solidFill>
                  <a:schemeClr val="accent1"/>
                </a:solidFill>
                <a:latin typeface="IBM Plex Sans Light" panose="020B0403050203000203" pitchFamily="34" charset="0"/>
              </a:defRPr>
            </a:lvl4pPr>
            <a:lvl5pPr marL="1828800" indent="0">
              <a:buNone/>
              <a:defRPr b="0" i="0">
                <a:solidFill>
                  <a:schemeClr val="accent1"/>
                </a:solidFill>
                <a:latin typeface="IBM Plex Sans Light" panose="020B0403050203000203" pitchFamily="34" charset="0"/>
              </a:defRPr>
            </a:lvl5pPr>
          </a:lstStyle>
          <a:p>
            <a:pPr lvl="0"/>
            <a:r>
              <a:rPr lang="en-US" dirty="0"/>
              <a:t>Click to edit subhead</a:t>
            </a:r>
          </a:p>
        </p:txBody>
      </p:sp>
      <p:sp>
        <p:nvSpPr>
          <p:cNvPr id="15" name="Content Placeholder 2"/>
          <p:cNvSpPr>
            <a:spLocks noGrp="1"/>
          </p:cNvSpPr>
          <p:nvPr>
            <p:ph sz="half" idx="1" hasCustomPrompt="1"/>
          </p:nvPr>
        </p:nvSpPr>
        <p:spPr>
          <a:xfrm>
            <a:off x="644771" y="2210082"/>
            <a:ext cx="4572000" cy="3890163"/>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13" hasCustomPrompt="1"/>
          </p:nvPr>
        </p:nvSpPr>
        <p:spPr>
          <a:xfrm>
            <a:off x="5359205" y="2210086"/>
            <a:ext cx="2926080" cy="1651807"/>
          </a:xfrm>
        </p:spPr>
        <p:txBody>
          <a:bodyPr>
            <a:noAutofit/>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text</a:t>
            </a:r>
          </a:p>
        </p:txBody>
      </p:sp>
      <p:sp>
        <p:nvSpPr>
          <p:cNvPr id="9" name="Text Placeholder 4"/>
          <p:cNvSpPr>
            <a:spLocks noGrp="1"/>
          </p:cNvSpPr>
          <p:nvPr>
            <p:ph type="body" sz="quarter" idx="14" hasCustomPrompt="1"/>
          </p:nvPr>
        </p:nvSpPr>
        <p:spPr>
          <a:xfrm>
            <a:off x="8427720" y="2210086"/>
            <a:ext cx="2926080" cy="1651807"/>
          </a:xfrm>
        </p:spPr>
        <p:txBody>
          <a:bodyPr>
            <a:noAutofit/>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text</a:t>
            </a:r>
          </a:p>
        </p:txBody>
      </p:sp>
      <p:sp>
        <p:nvSpPr>
          <p:cNvPr id="10" name="Text Placeholder 4"/>
          <p:cNvSpPr>
            <a:spLocks noGrp="1"/>
          </p:cNvSpPr>
          <p:nvPr>
            <p:ph type="body" sz="quarter" idx="15" hasCustomPrompt="1"/>
          </p:nvPr>
        </p:nvSpPr>
        <p:spPr>
          <a:xfrm>
            <a:off x="5359205" y="4448441"/>
            <a:ext cx="2926080" cy="1651807"/>
          </a:xfrm>
        </p:spPr>
        <p:txBody>
          <a:bodyPr>
            <a:noAutofit/>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text</a:t>
            </a:r>
          </a:p>
        </p:txBody>
      </p:sp>
      <p:sp>
        <p:nvSpPr>
          <p:cNvPr id="11" name="Text Placeholder 4"/>
          <p:cNvSpPr>
            <a:spLocks noGrp="1"/>
          </p:cNvSpPr>
          <p:nvPr>
            <p:ph type="body" sz="quarter" idx="16" hasCustomPrompt="1"/>
          </p:nvPr>
        </p:nvSpPr>
        <p:spPr>
          <a:xfrm>
            <a:off x="8427720" y="4448441"/>
            <a:ext cx="2926080" cy="1651807"/>
          </a:xfrm>
        </p:spPr>
        <p:txBody>
          <a:bodyPr>
            <a:noAutofit/>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text</a:t>
            </a:r>
          </a:p>
        </p:txBody>
      </p:sp>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ntent, Subhead">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646359" y="365127"/>
            <a:ext cx="10709031" cy="734621"/>
          </a:xfrm>
        </p:spPr>
        <p:txBody>
          <a:bodyPr/>
          <a:lstStyle/>
          <a:p>
            <a:r>
              <a:rPr lang="en-US" dirty="0"/>
              <a:t>CLICK TO EDIT TITLE</a:t>
            </a:r>
          </a:p>
        </p:txBody>
      </p:sp>
      <p:sp>
        <p:nvSpPr>
          <p:cNvPr id="9" name="Text Placeholder 3"/>
          <p:cNvSpPr>
            <a:spLocks noGrp="1"/>
          </p:cNvSpPr>
          <p:nvPr>
            <p:ph type="body" sz="quarter" idx="13" hasCustomPrompt="1"/>
          </p:nvPr>
        </p:nvSpPr>
        <p:spPr>
          <a:xfrm>
            <a:off x="644771" y="1345482"/>
            <a:ext cx="10709031" cy="734620"/>
          </a:xfrm>
        </p:spPr>
        <p:txBody>
          <a:bodyPr>
            <a:normAutofit/>
          </a:bodyPr>
          <a:lstStyle>
            <a:lvl1pPr marL="0" indent="0">
              <a:buNone/>
              <a:defRPr sz="2000" b="0" i="0">
                <a:solidFill>
                  <a:schemeClr val="accent1"/>
                </a:solidFill>
                <a:latin typeface="IBM Plex Sans Light" panose="020B0403050203000203" pitchFamily="34" charset="0"/>
              </a:defRPr>
            </a:lvl1pPr>
            <a:lvl2pPr marL="457200" indent="0">
              <a:buNone/>
              <a:defRPr b="0" i="0">
                <a:solidFill>
                  <a:schemeClr val="accent1"/>
                </a:solidFill>
                <a:latin typeface="IBM Plex Sans Light" panose="020B0403050203000203" pitchFamily="34" charset="0"/>
              </a:defRPr>
            </a:lvl2pPr>
            <a:lvl3pPr marL="914400" indent="0">
              <a:buNone/>
              <a:defRPr b="0" i="0">
                <a:solidFill>
                  <a:schemeClr val="accent1"/>
                </a:solidFill>
                <a:latin typeface="IBM Plex Sans Light" panose="020B0403050203000203" pitchFamily="34" charset="0"/>
              </a:defRPr>
            </a:lvl3pPr>
            <a:lvl4pPr marL="1371600" indent="0">
              <a:buNone/>
              <a:defRPr b="0" i="0">
                <a:solidFill>
                  <a:schemeClr val="accent1"/>
                </a:solidFill>
                <a:latin typeface="IBM Plex Sans Light" panose="020B0403050203000203" pitchFamily="34" charset="0"/>
              </a:defRPr>
            </a:lvl4pPr>
            <a:lvl5pPr marL="1828800" indent="0">
              <a:buNone/>
              <a:defRPr b="0" i="0">
                <a:solidFill>
                  <a:schemeClr val="accent1"/>
                </a:solidFill>
                <a:latin typeface="IBM Plex Sans Light" panose="020B0403050203000203" pitchFamily="34" charset="0"/>
              </a:defRPr>
            </a:lvl5pPr>
          </a:lstStyle>
          <a:p>
            <a:pPr lvl="0"/>
            <a:r>
              <a:rPr lang="en-US" dirty="0"/>
              <a:t>Click to edit subhead</a:t>
            </a:r>
          </a:p>
        </p:txBody>
      </p:sp>
      <p:sp>
        <p:nvSpPr>
          <p:cNvPr id="3" name="Content Placeholder 2"/>
          <p:cNvSpPr>
            <a:spLocks noGrp="1"/>
          </p:cNvSpPr>
          <p:nvPr>
            <p:ph sz="half" idx="1" hasCustomPrompt="1"/>
          </p:nvPr>
        </p:nvSpPr>
        <p:spPr>
          <a:xfrm>
            <a:off x="644769" y="2325836"/>
            <a:ext cx="5181600" cy="385112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6172200" y="2325836"/>
            <a:ext cx="5181600" cy="385112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44769" y="365125"/>
            <a:ext cx="10710619" cy="1325563"/>
          </a:xfrm>
        </p:spPr>
        <p:txBody>
          <a:bodyPr/>
          <a:lstStyle/>
          <a:p>
            <a:r>
              <a:rPr lang="en-US" dirty="0"/>
              <a:t>CLICK TO EDIT TITLE</a:t>
            </a:r>
          </a:p>
        </p:txBody>
      </p:sp>
      <p:sp>
        <p:nvSpPr>
          <p:cNvPr id="3" name="Text Placeholder 2"/>
          <p:cNvSpPr>
            <a:spLocks noGrp="1"/>
          </p:cNvSpPr>
          <p:nvPr>
            <p:ph type="body" idx="1" hasCustomPrompt="1"/>
          </p:nvPr>
        </p:nvSpPr>
        <p:spPr>
          <a:xfrm>
            <a:off x="644772"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text</a:t>
            </a:r>
          </a:p>
        </p:txBody>
      </p:sp>
      <p:sp>
        <p:nvSpPr>
          <p:cNvPr id="4" name="Content Placeholder 3"/>
          <p:cNvSpPr>
            <a:spLocks noGrp="1"/>
          </p:cNvSpPr>
          <p:nvPr>
            <p:ph sz="half" idx="2" hasCustomPrompt="1"/>
          </p:nvPr>
        </p:nvSpPr>
        <p:spPr>
          <a:xfrm>
            <a:off x="644772" y="2505075"/>
            <a:ext cx="5157787" cy="3684588"/>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hasCustomPrompt="1"/>
          </p:nvPr>
        </p:nvSpPr>
        <p:spPr>
          <a:xfrm>
            <a:off x="6172202"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text</a:t>
            </a:r>
          </a:p>
        </p:txBody>
      </p:sp>
      <p:sp>
        <p:nvSpPr>
          <p:cNvPr id="6" name="Content Placeholder 5"/>
          <p:cNvSpPr>
            <a:spLocks noGrp="1"/>
          </p:cNvSpPr>
          <p:nvPr>
            <p:ph sz="quarter" idx="4" hasCustomPrompt="1"/>
          </p:nvPr>
        </p:nvSpPr>
        <p:spPr>
          <a:xfrm>
            <a:off x="6172202" y="2505075"/>
            <a:ext cx="5183188" cy="3684588"/>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lide Number Placeholder 8"/>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TITLE</a:t>
            </a:r>
          </a:p>
        </p:txBody>
      </p:sp>
      <p:sp>
        <p:nvSpPr>
          <p:cNvPr id="5" name="Slide Number Placeholder 4"/>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Rectangle 1"/>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
        <p:nvSpPr>
          <p:cNvPr id="3" name="Content Placeholder 2"/>
          <p:cNvSpPr>
            <a:spLocks noGrp="1"/>
          </p:cNvSpPr>
          <p:nvPr>
            <p:ph idx="1" hasCustomPrompt="1"/>
          </p:nvPr>
        </p:nvSpPr>
        <p:spPr>
          <a:xfrm>
            <a:off x="5183188" y="987428"/>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hasCustomPrompt="1"/>
          </p:nvPr>
        </p:nvSpPr>
        <p:spPr>
          <a:xfrm>
            <a:off x="644773" y="2057402"/>
            <a:ext cx="412725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text</a:t>
            </a:r>
          </a:p>
        </p:txBody>
      </p:sp>
      <p:sp>
        <p:nvSpPr>
          <p:cNvPr id="2" name="Title 1"/>
          <p:cNvSpPr>
            <a:spLocks noGrp="1"/>
          </p:cNvSpPr>
          <p:nvPr>
            <p:ph type="title" hasCustomPrompt="1"/>
          </p:nvPr>
        </p:nvSpPr>
        <p:spPr>
          <a:xfrm>
            <a:off x="644773" y="457200"/>
            <a:ext cx="4127255" cy="1600200"/>
          </a:xfrm>
        </p:spPr>
        <p:txBody>
          <a:bodyPr anchor="b"/>
          <a:lstStyle>
            <a:lvl1pPr>
              <a:defRPr sz="3200"/>
            </a:lvl1pPr>
          </a:lstStyle>
          <a:p>
            <a:r>
              <a:rPr lang="en-US" dirty="0"/>
              <a:t>CLICK TO EDIT TITLE</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44773" y="457200"/>
            <a:ext cx="4127255" cy="1600200"/>
          </a:xfrm>
        </p:spPr>
        <p:txBody>
          <a:bodyPr anchor="b"/>
          <a:lstStyle>
            <a:lvl1pPr>
              <a:defRPr sz="3200"/>
            </a:lvl1pPr>
          </a:lstStyle>
          <a:p>
            <a:r>
              <a:rPr lang="en-US" dirty="0"/>
              <a:t>Click to edit title</a:t>
            </a:r>
          </a:p>
        </p:txBody>
      </p:sp>
      <p:sp>
        <p:nvSpPr>
          <p:cNvPr id="4" name="Text Placeholder 3"/>
          <p:cNvSpPr>
            <a:spLocks noGrp="1"/>
          </p:cNvSpPr>
          <p:nvPr>
            <p:ph type="body" sz="half" idx="2" hasCustomPrompt="1"/>
          </p:nvPr>
        </p:nvSpPr>
        <p:spPr>
          <a:xfrm>
            <a:off x="644773" y="2057402"/>
            <a:ext cx="412725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text</a:t>
            </a:r>
          </a:p>
        </p:txBody>
      </p:sp>
      <p:sp>
        <p:nvSpPr>
          <p:cNvPr id="3" name="Picture Placeholder 2"/>
          <p:cNvSpPr>
            <a:spLocks noGrp="1"/>
          </p:cNvSpPr>
          <p:nvPr>
            <p:ph type="pic" idx="1"/>
          </p:nvPr>
        </p:nvSpPr>
        <p:spPr>
          <a:xfrm>
            <a:off x="5183188" y="987428"/>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title</a:t>
            </a:r>
          </a:p>
        </p:txBody>
      </p:sp>
      <p:sp>
        <p:nvSpPr>
          <p:cNvPr id="3" name="Vertical Text Placeholder 2"/>
          <p:cNvSpPr>
            <a:spLocks noGrp="1"/>
          </p:cNvSpPr>
          <p:nvPr>
            <p:ph type="body" orient="vert" idx="1" hasCustomPrompt="1"/>
          </p:nvPr>
        </p:nvSpPr>
        <p:spPr/>
        <p:txBody>
          <a:bodyPr vert="eaVert"/>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2" y="365127"/>
            <a:ext cx="2628900" cy="5811839"/>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44769" y="365127"/>
            <a:ext cx="7927731" cy="581183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hank You Slide">
    <p:spTree>
      <p:nvGrpSpPr>
        <p:cNvPr id="1" name=""/>
        <p:cNvGrpSpPr/>
        <p:nvPr/>
      </p:nvGrpSpPr>
      <p:grpSpPr>
        <a:xfrm>
          <a:off x="0" y="0"/>
          <a:ext cx="0" cy="0"/>
          <a:chOff x="0" y="0"/>
          <a:chExt cx="0" cy="0"/>
        </a:xfrm>
      </p:grpSpPr>
      <p:pic>
        <p:nvPicPr>
          <p:cNvPr id="6" name="Picture 5" descr="A picture containing person, crowd, event, several&#10;&#10;Description automatically generated"/>
          <p:cNvPicPr>
            <a:picLocks noChangeAspect="1"/>
          </p:cNvPicPr>
          <p:nvPr userDrawn="1"/>
        </p:nvPicPr>
        <p:blipFill rotWithShape="1">
          <a:blip r:embed="rId2"/>
          <a:srcRect l="28985"/>
          <a:stretch>
            <a:fillRect/>
          </a:stretch>
        </p:blipFill>
        <p:spPr>
          <a:xfrm>
            <a:off x="2" y="0"/>
            <a:ext cx="7305260" cy="6858000"/>
          </a:xfrm>
          <a:prstGeom prst="rect">
            <a:avLst/>
          </a:prstGeom>
        </p:spPr>
      </p:pic>
      <p:pic>
        <p:nvPicPr>
          <p:cNvPr id="3" name="Picture 2" descr="A picture containing shape&#10;&#10;Description automatically generated"/>
          <p:cNvPicPr>
            <a:picLocks noChangeAspect="1"/>
          </p:cNvPicPr>
          <p:nvPr userDrawn="1"/>
        </p:nvPicPr>
        <p:blipFill>
          <a:blip r:embed="rId3"/>
          <a:stretch>
            <a:fillRect/>
          </a:stretch>
        </p:blipFill>
        <p:spPr>
          <a:xfrm>
            <a:off x="0" y="0"/>
            <a:ext cx="12192000" cy="6858000"/>
          </a:xfrm>
          <a:prstGeom prst="rect">
            <a:avLst/>
          </a:prstGeom>
        </p:spPr>
      </p:pic>
      <p:sp>
        <p:nvSpPr>
          <p:cNvPr id="5" name="TextBox 4"/>
          <p:cNvSpPr txBox="1"/>
          <p:nvPr userDrawn="1"/>
        </p:nvSpPr>
        <p:spPr>
          <a:xfrm>
            <a:off x="7284722" y="3144277"/>
            <a:ext cx="4245895" cy="923330"/>
          </a:xfrm>
          <a:prstGeom prst="rect">
            <a:avLst/>
          </a:prstGeom>
          <a:noFill/>
        </p:spPr>
        <p:txBody>
          <a:bodyPr wrap="square" rtlCol="0">
            <a:spAutoFit/>
          </a:bodyPr>
          <a:lstStyle/>
          <a:p>
            <a:pPr algn="r"/>
            <a:r>
              <a:rPr lang="en-US" sz="5400" b="0" i="0" dirty="0">
                <a:solidFill>
                  <a:schemeClr val="bg1"/>
                </a:solidFill>
                <a:latin typeface="Saira Condensed Condensed Light" pitchFamily="2" charset="77"/>
              </a:rPr>
              <a:t>THANK </a:t>
            </a:r>
            <a:r>
              <a:rPr lang="en-US" sz="5400" b="1" i="0" dirty="0">
                <a:solidFill>
                  <a:schemeClr val="bg1"/>
                </a:solidFill>
                <a:latin typeface="Saira Condensed Condensed Light" pitchFamily="2" charset="77"/>
              </a:rPr>
              <a:t>YOU</a:t>
            </a:r>
          </a:p>
        </p:txBody>
      </p:sp>
      <p:sp>
        <p:nvSpPr>
          <p:cNvPr id="9" name="TextBox 8"/>
          <p:cNvSpPr txBox="1"/>
          <p:nvPr userDrawn="1"/>
        </p:nvSpPr>
        <p:spPr>
          <a:xfrm>
            <a:off x="6096002" y="5170418"/>
            <a:ext cx="5434615" cy="584775"/>
          </a:xfrm>
          <a:prstGeom prst="rect">
            <a:avLst/>
          </a:prstGeom>
          <a:noFill/>
        </p:spPr>
        <p:txBody>
          <a:bodyPr wrap="square" rtlCol="0">
            <a:spAutoFit/>
          </a:bodyPr>
          <a:lstStyle/>
          <a:p>
            <a:pPr algn="r"/>
            <a:r>
              <a:rPr lang="en-US" sz="1600" b="1" kern="1200" dirty="0">
                <a:solidFill>
                  <a:schemeClr val="bg1"/>
                </a:solidFill>
                <a:effectLst/>
                <a:latin typeface="IBM Plex Sans" panose="020B0503050203000203" pitchFamily="34" charset="0"/>
                <a:ea typeface="+mn-ea"/>
                <a:cs typeface="+mn-cs"/>
              </a:rPr>
              <a:t>Stevens Institute of Technology</a:t>
            </a:r>
            <a:br>
              <a:rPr lang="en-US" sz="1600" b="1" kern="1200" dirty="0">
                <a:solidFill>
                  <a:schemeClr val="bg1"/>
                </a:solidFill>
                <a:effectLst/>
                <a:latin typeface="IBM Plex Sans" panose="020B0503050203000203" pitchFamily="34" charset="0"/>
                <a:ea typeface="+mn-ea"/>
                <a:cs typeface="+mn-cs"/>
              </a:rPr>
            </a:br>
            <a:r>
              <a:rPr lang="en-US" sz="1600" kern="1200" dirty="0">
                <a:solidFill>
                  <a:schemeClr val="bg1"/>
                </a:solidFill>
                <a:effectLst/>
                <a:latin typeface="IBM Plex Sans" panose="020B0503050203000203" pitchFamily="34" charset="0"/>
                <a:ea typeface="+mn-ea"/>
                <a:cs typeface="+mn-cs"/>
              </a:rPr>
              <a:t>1 Castle Point Terrace, Hoboken, NJ 07030</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5"/>
          <a:stretch>
            <a:fillRect/>
          </a:stretch>
        </p:blipFill>
        <p:spPr>
          <a:xfrm>
            <a:off x="0" y="0"/>
            <a:ext cx="12192000" cy="6858000"/>
          </a:xfrm>
          <a:prstGeom prst="rect">
            <a:avLst/>
          </a:prstGeom>
        </p:spPr>
      </p:pic>
      <p:sp>
        <p:nvSpPr>
          <p:cNvPr id="2" name="Title Placeholder 1"/>
          <p:cNvSpPr>
            <a:spLocks noGrp="1"/>
          </p:cNvSpPr>
          <p:nvPr>
            <p:ph type="title"/>
          </p:nvPr>
        </p:nvSpPr>
        <p:spPr>
          <a:xfrm>
            <a:off x="644771" y="365125"/>
            <a:ext cx="10709031" cy="1325563"/>
          </a:xfrm>
          <a:prstGeom prst="rect">
            <a:avLst/>
          </a:prstGeom>
        </p:spPr>
        <p:txBody>
          <a:bodyPr vert="horz" lIns="91440" tIns="45720" rIns="91440" bIns="45720" rtlCol="0" anchor="t">
            <a:normAutofit/>
          </a:bodyPr>
          <a:lstStyle/>
          <a:p>
            <a:r>
              <a:rPr lang="en-US" dirty="0"/>
              <a:t>CLICK TO EDIT TITLE</a:t>
            </a:r>
          </a:p>
        </p:txBody>
      </p:sp>
      <p:sp>
        <p:nvSpPr>
          <p:cNvPr id="3" name="Text Placeholder 2"/>
          <p:cNvSpPr>
            <a:spLocks noGrp="1"/>
          </p:cNvSpPr>
          <p:nvPr>
            <p:ph type="body" idx="1"/>
          </p:nvPr>
        </p:nvSpPr>
        <p:spPr>
          <a:xfrm>
            <a:off x="644771" y="1825625"/>
            <a:ext cx="10709031" cy="4235176"/>
          </a:xfrm>
          <a:prstGeom prst="rect">
            <a:avLst/>
          </a:prstGeom>
        </p:spPr>
        <p:txBody>
          <a:bodyPr vert="horz" lIns="91440" tIns="45720" rIns="91440" bIns="45720" rtlCol="0">
            <a:normAutofit/>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4"/>
          </p:nvPr>
        </p:nvSpPr>
        <p:spPr>
          <a:xfrm>
            <a:off x="9375913" y="6276840"/>
            <a:ext cx="2743200" cy="365125"/>
          </a:xfrm>
          <a:prstGeom prst="rect">
            <a:avLst/>
          </a:prstGeom>
        </p:spPr>
        <p:txBody>
          <a:bodyPr vert="horz" lIns="91440" tIns="45720" rIns="91440" bIns="45720" rtlCol="0" anchor="ctr"/>
          <a:lstStyle>
            <a:lvl1pPr algn="r">
              <a:defRPr sz="1200" b="1" i="0">
                <a:solidFill>
                  <a:schemeClr val="accent1"/>
                </a:solidFill>
                <a:latin typeface="IBM Plex Sans" panose="020B0503050203000203" pitchFamily="34" charset="0"/>
              </a:defRPr>
            </a:lvl1pPr>
          </a:lstStyle>
          <a:p>
            <a:fld id="{4267CD5E-26CF-4249-8540-BB1D07FD4227}"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Lst>
  <p:hf hdr="0" ftr="0"/>
  <p:txStyles>
    <p:titleStyle>
      <a:lvl1pPr algn="l" defTabSz="913765" rtl="0" eaLnBrk="1" latinLnBrk="0" hangingPunct="1">
        <a:lnSpc>
          <a:spcPct val="90000"/>
        </a:lnSpc>
        <a:spcBef>
          <a:spcPct val="0"/>
        </a:spcBef>
        <a:buNone/>
        <a:defRPr sz="4000" b="1" i="0" kern="1200">
          <a:solidFill>
            <a:schemeClr val="tx1"/>
          </a:solidFill>
          <a:latin typeface="Saira Condensed Condensed SemiBold" pitchFamily="2" charset="77"/>
          <a:ea typeface="+mj-ea"/>
          <a:cs typeface="+mj-cs"/>
        </a:defRPr>
      </a:lvl1pPr>
    </p:titleStyle>
    <p:bodyStyle>
      <a:lvl1pPr marL="228600" indent="-228600" algn="l" defTabSz="913765" rtl="0" eaLnBrk="1" latinLnBrk="0" hangingPunct="1">
        <a:lnSpc>
          <a:spcPct val="90000"/>
        </a:lnSpc>
        <a:spcBef>
          <a:spcPts val="1000"/>
        </a:spcBef>
        <a:buClr>
          <a:schemeClr val="accent4"/>
        </a:buClr>
        <a:buFont typeface="Wingdings" panose="05000000000000000000" pitchFamily="2" charset="2"/>
        <a:buChar char="§"/>
        <a:defRPr sz="1800" b="0" i="0" kern="1200">
          <a:solidFill>
            <a:schemeClr val="tx1"/>
          </a:solidFill>
          <a:latin typeface="IBM Plex Sans" panose="020B0503050203000203" pitchFamily="34" charset="0"/>
          <a:ea typeface="+mn-ea"/>
          <a:cs typeface="+mn-cs"/>
        </a:defRPr>
      </a:lvl1pPr>
      <a:lvl2pPr marL="502920" indent="-228600" algn="l" defTabSz="913765" rtl="0" eaLnBrk="1" latinLnBrk="0" hangingPunct="1">
        <a:lnSpc>
          <a:spcPct val="90000"/>
        </a:lnSpc>
        <a:spcBef>
          <a:spcPts val="500"/>
        </a:spcBef>
        <a:buClr>
          <a:schemeClr val="accent4"/>
        </a:buClr>
        <a:buFont typeface="System Font Regular"/>
        <a:buChar char="-"/>
        <a:defRPr sz="1800" b="0" i="0" kern="1200">
          <a:solidFill>
            <a:schemeClr val="tx1"/>
          </a:solidFill>
          <a:latin typeface="IBM Plex Sans" panose="020B0503050203000203" pitchFamily="34" charset="0"/>
          <a:ea typeface="+mn-ea"/>
          <a:cs typeface="+mn-cs"/>
        </a:defRPr>
      </a:lvl2pPr>
      <a:lvl3pPr marL="777240" indent="-228600" algn="l" defTabSz="913765" rtl="0" eaLnBrk="1" latinLnBrk="0" hangingPunct="1">
        <a:lnSpc>
          <a:spcPct val="90000"/>
        </a:lnSpc>
        <a:spcBef>
          <a:spcPts val="500"/>
        </a:spcBef>
        <a:buClr>
          <a:schemeClr val="accent4"/>
        </a:buClr>
        <a:buFont typeface="System Font Regular"/>
        <a:buChar char="-"/>
        <a:defRPr sz="1600" b="0" i="0" kern="1200">
          <a:solidFill>
            <a:schemeClr val="tx1"/>
          </a:solidFill>
          <a:latin typeface="IBM Plex Sans" panose="020B0503050203000203" pitchFamily="34" charset="0"/>
          <a:ea typeface="+mn-ea"/>
          <a:cs typeface="+mn-cs"/>
        </a:defRPr>
      </a:lvl3pPr>
      <a:lvl4pPr marL="1005840" indent="-228600" algn="l" defTabSz="913765" rtl="0" eaLnBrk="1" latinLnBrk="0" hangingPunct="1">
        <a:lnSpc>
          <a:spcPct val="90000"/>
        </a:lnSpc>
        <a:spcBef>
          <a:spcPts val="500"/>
        </a:spcBef>
        <a:buClr>
          <a:schemeClr val="accent4"/>
        </a:buClr>
        <a:buFont typeface="System Font Regular"/>
        <a:buChar char="-"/>
        <a:defRPr sz="1600" b="0" i="0" kern="1200">
          <a:solidFill>
            <a:schemeClr val="tx1"/>
          </a:solidFill>
          <a:latin typeface="IBM Plex Sans" panose="020B0503050203000203" pitchFamily="34" charset="0"/>
          <a:ea typeface="+mn-ea"/>
          <a:cs typeface="+mn-cs"/>
        </a:defRPr>
      </a:lvl4pPr>
      <a:lvl5pPr marL="1280160" indent="-228600" algn="l" defTabSz="913765" rtl="0" eaLnBrk="1" latinLnBrk="0" hangingPunct="1">
        <a:lnSpc>
          <a:spcPct val="90000"/>
        </a:lnSpc>
        <a:spcBef>
          <a:spcPts val="500"/>
        </a:spcBef>
        <a:buClr>
          <a:schemeClr val="accent4"/>
        </a:buClr>
        <a:buFont typeface="System Font Regular"/>
        <a:buChar char="-"/>
        <a:defRPr sz="1400" b="0" i="0" kern="1200">
          <a:solidFill>
            <a:schemeClr val="tx1"/>
          </a:solidFill>
          <a:latin typeface="IBM Plex Sans" panose="020B0503050203000203" pitchFamily="34" charset="0"/>
          <a:ea typeface="+mn-ea"/>
          <a:cs typeface="+mn-cs"/>
        </a:defRPr>
      </a:lvl5pPr>
      <a:lvl6pPr marL="2514600" indent="-228600" algn="l" defTabSz="913765"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3765"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3765"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3765"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scalingsoftwareagility.wordpress.com/" TargetMode="External"/><Relationship Id="rId2" Type="http://schemas.openxmlformats.org/officeDocument/2006/relationships/hyperlink" Target="https://scalingsoftwareagility.files.wordpress.com/2007/03/the-big-picture-of-enteprise-agilitywhitepaper.pdf" TargetMode="Externa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hyperlink" Target="https://www.agilest.org/scaled-agile/scrum-of-scrums/" TargetMode="External"/><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hyperlink" Target="https://scalingsoftwareagility.wordpress.com/" TargetMode="External"/><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1.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6.xml"/><Relationship Id="rId4" Type="http://schemas.openxmlformats.org/officeDocument/2006/relationships/hyperlink" Target="https://www.scaledagileframework.com/roadmap/" TargetMode="External"/></Relationships>
</file>

<file path=ppt/slides/_rels/slide3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hyperlink" Target="https://www.blackrock.com/lu/individual/themes/thematic-investing/why-invest-thematically" TargetMode="Externa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hyperlink" Target="https://www.aha.io/roadmapping/guide/agile/themes-vs-epics-vs-stories-vs-tasks" TargetMode="External"/><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2.xml"/></Relationships>
</file>

<file path=ppt/slides/_rels/slide3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9.png"/><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39059" y="1111974"/>
            <a:ext cx="8726170" cy="2061210"/>
          </a:xfrm>
        </p:spPr>
        <p:txBody>
          <a:bodyPr>
            <a:normAutofit/>
          </a:bodyPr>
          <a:lstStyle/>
          <a:p>
            <a:pPr algn="l"/>
            <a:r>
              <a:rPr lang="en-US" sz="4400" b="1" dirty="0">
                <a:latin typeface="Arial" panose="020B0604020202090204"/>
                <a:sym typeface="+mn-ea"/>
              </a:rPr>
              <a:t>SSW-555: Agile Methods for Software Development</a:t>
            </a:r>
            <a:endParaRPr lang="en-US" sz="4400" dirty="0"/>
          </a:p>
        </p:txBody>
      </p:sp>
      <p:sp>
        <p:nvSpPr>
          <p:cNvPr id="3" name="Subtitle 2"/>
          <p:cNvSpPr>
            <a:spLocks noGrp="1"/>
          </p:cNvSpPr>
          <p:nvPr>
            <p:ph type="subTitle" idx="1"/>
          </p:nvPr>
        </p:nvSpPr>
        <p:spPr>
          <a:xfrm>
            <a:off x="779349" y="3564436"/>
            <a:ext cx="7041742" cy="934635"/>
          </a:xfrm>
        </p:spPr>
        <p:txBody>
          <a:bodyPr>
            <a:normAutofit/>
          </a:bodyPr>
          <a:lstStyle/>
          <a:p>
            <a:pPr algn="l"/>
            <a:r>
              <a:rPr lang="en-US" sz="3200" b="1" dirty="0">
                <a:latin typeface="Arial Bold" panose="020B0604020202090204" charset="0"/>
                <a:cs typeface="Arial Bold" panose="020B0604020202090204" charset="0"/>
                <a:sym typeface="+mn-ea"/>
              </a:rPr>
              <a:t>Scaled Agile Framework (</a:t>
            </a:r>
            <a:r>
              <a:rPr lang="en-US" sz="3200" b="1" dirty="0" err="1">
                <a:latin typeface="Arial Bold" panose="020B0604020202090204" charset="0"/>
                <a:cs typeface="Arial Bold" panose="020B0604020202090204" charset="0"/>
                <a:sym typeface="+mn-ea"/>
              </a:rPr>
              <a:t>SAFe</a:t>
            </a:r>
            <a:r>
              <a:rPr lang="en-US" sz="3200" b="1" dirty="0">
                <a:latin typeface="Arial Bold" panose="020B0604020202090204" charset="0"/>
                <a:cs typeface="Arial Bold" panose="020B0604020202090204" charset="0"/>
                <a:sym typeface="+mn-ea"/>
              </a:rPr>
              <a:t>)</a:t>
            </a:r>
            <a:endParaRPr lang="en-US" sz="3200" b="1" dirty="0">
              <a:latin typeface="Arial Bold" panose="020B0604020202090204" charset="0"/>
              <a:cs typeface="Arial Bold" panose="020B0604020202090204" charset="0"/>
            </a:endParaRPr>
          </a:p>
        </p:txBody>
      </p:sp>
      <p:sp>
        <p:nvSpPr>
          <p:cNvPr id="5" name="Text Placeholder 4"/>
          <p:cNvSpPr>
            <a:spLocks noGrp="1"/>
          </p:cNvSpPr>
          <p:nvPr>
            <p:ph type="body" sz="quarter" idx="11"/>
          </p:nvPr>
        </p:nvSpPr>
        <p:spPr>
          <a:xfrm>
            <a:off x="873125" y="4726864"/>
            <a:ext cx="6854190" cy="903605"/>
          </a:xfrm>
        </p:spPr>
        <p:txBody>
          <a:bodyPr>
            <a:noAutofit/>
          </a:bodyPr>
          <a:lstStyle/>
          <a:p>
            <a:pPr algn="l"/>
            <a:r>
              <a:rPr lang="en-US" dirty="0">
                <a:latin typeface="Calibri"/>
                <a:sym typeface="+mn-ea"/>
              </a:rPr>
              <a:t>Instructor: Dr. Nafiseh Ghorbani </a:t>
            </a:r>
          </a:p>
          <a:p>
            <a:pPr algn="l"/>
            <a:r>
              <a:rPr lang="en-US" dirty="0">
                <a:latin typeface="Calibri"/>
                <a:sym typeface="+mn-ea"/>
              </a:rPr>
              <a:t>Department of Systems Engineering</a:t>
            </a:r>
          </a:p>
          <a:p>
            <a:pPr algn="l"/>
            <a:r>
              <a:rPr lang="en-US" dirty="0">
                <a:latin typeface="Calibri"/>
                <a:sym typeface="+mn-ea"/>
              </a:rPr>
              <a:t>Stevens Institute of Technology</a:t>
            </a:r>
            <a:endParaRPr lang="en-US" dirty="0">
              <a:latin typeface="Calibri"/>
            </a:endParaRPr>
          </a:p>
          <a:p>
            <a:pPr algn="l"/>
            <a:endParaRPr lang="en-US" dirty="0">
              <a:latin typeface="Calibri"/>
            </a:endParaRPr>
          </a:p>
        </p:txBody>
      </p:sp>
      <p:sp>
        <p:nvSpPr>
          <p:cNvPr id="4" name="Date Placeholder 3"/>
          <p:cNvSpPr>
            <a:spLocks noGrp="1"/>
          </p:cNvSpPr>
          <p:nvPr>
            <p:ph type="dt" sz="half" idx="10"/>
          </p:nvPr>
        </p:nvSpPr>
        <p:spPr>
          <a:xfrm>
            <a:off x="7914867" y="6474380"/>
            <a:ext cx="4131194" cy="230832"/>
          </a:xfrm>
        </p:spPr>
        <p:txBody>
          <a:bodyPr/>
          <a:lstStyle/>
          <a:p>
            <a:r>
              <a:rPr lang="en-US" sz="900" b="0" dirty="0"/>
              <a:t>This Lecture is based on material from Prof. Jim Rowland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Acknowledgements</a:t>
            </a:r>
          </a:p>
        </p:txBody>
      </p:sp>
      <p:sp>
        <p:nvSpPr>
          <p:cNvPr id="2" name="Content Placeholder 1"/>
          <p:cNvSpPr>
            <a:spLocks noGrp="1"/>
          </p:cNvSpPr>
          <p:nvPr>
            <p:ph idx="1"/>
          </p:nvPr>
        </p:nvSpPr>
        <p:spPr>
          <a:xfrm>
            <a:off x="644525" y="1453515"/>
            <a:ext cx="10709275" cy="4628515"/>
          </a:xfrm>
        </p:spPr>
        <p:txBody>
          <a:bodyPr/>
          <a:lstStyle/>
          <a:p>
            <a:pPr indent="419100">
              <a:lnSpc>
                <a:spcPct val="161000"/>
              </a:lnSpc>
            </a:pPr>
            <a:endParaRPr lang="en-US" dirty="0">
              <a:latin typeface="Arial" panose="020B0604020202090204"/>
              <a:sym typeface="+mn-ea"/>
            </a:endParaRPr>
          </a:p>
          <a:p>
            <a:pPr indent="0">
              <a:lnSpc>
                <a:spcPct val="161000"/>
              </a:lnSpc>
              <a:buNone/>
            </a:pPr>
            <a:r>
              <a:rPr lang="en-US" dirty="0">
                <a:latin typeface="Arial" panose="020B0604020202090204"/>
                <a:sym typeface="+mn-ea"/>
              </a:rPr>
              <a:t>Some of the material in these slides is from:</a:t>
            </a:r>
          </a:p>
          <a:p>
            <a:pPr indent="419100">
              <a:lnSpc>
                <a:spcPct val="161000"/>
              </a:lnSpc>
            </a:pPr>
            <a:r>
              <a:rPr lang="en-US" dirty="0">
                <a:latin typeface="Arial" panose="020B0604020202090204"/>
                <a:sym typeface="+mn-ea"/>
              </a:rPr>
              <a:t>"The Big Picture of Enterprise Agility" by Dean Leffingwell</a:t>
            </a:r>
          </a:p>
          <a:p>
            <a:pPr lvl="1" indent="0">
              <a:lnSpc>
                <a:spcPct val="161000"/>
              </a:lnSpc>
              <a:buNone/>
            </a:pPr>
            <a:r>
              <a:rPr lang="en-US" dirty="0">
                <a:latin typeface="Arial" panose="020B0604020202090204"/>
                <a:sym typeface="+mn-ea"/>
                <a:hlinkClick r:id="rId2"/>
              </a:rPr>
              <a:t>https://scalingsoftwareagility.files.wordpress.com/2007/03/the-big-picture-of-enteprise-agilitywhitepaper.pdf</a:t>
            </a:r>
            <a:endParaRPr lang="en-US" dirty="0">
              <a:latin typeface="Arial" panose="020B0604020202090204"/>
              <a:sym typeface="+mn-ea"/>
            </a:endParaRPr>
          </a:p>
          <a:p>
            <a:pPr indent="419100">
              <a:lnSpc>
                <a:spcPct val="161000"/>
              </a:lnSpc>
            </a:pPr>
            <a:r>
              <a:rPr lang="en-US" dirty="0">
                <a:latin typeface="Arial" panose="020B0604020202090204"/>
                <a:sym typeface="+mn-ea"/>
              </a:rPr>
              <a:t>Scaling Software Agility Blog</a:t>
            </a:r>
          </a:p>
          <a:p>
            <a:pPr lvl="1" indent="0">
              <a:lnSpc>
                <a:spcPct val="161000"/>
              </a:lnSpc>
              <a:buNone/>
            </a:pPr>
            <a:r>
              <a:rPr lang="en-US" dirty="0">
                <a:latin typeface="Arial" panose="020B0604020202090204"/>
                <a:sym typeface="+mn-ea"/>
                <a:hlinkClick r:id="rId3"/>
              </a:rPr>
              <a:t>https://scalingsoftwareagility.wordpress.com/</a:t>
            </a:r>
            <a:endParaRPr lang="en-US" dirty="0">
              <a:latin typeface="Arial" panose="020B0604020202090204"/>
              <a:sym typeface="+mn-ea"/>
            </a:endParaRPr>
          </a:p>
        </p:txBody>
      </p:sp>
      <p:sp>
        <p:nvSpPr>
          <p:cNvPr id="3" name="Slide Number Placeholder 2"/>
          <p:cNvSpPr>
            <a:spLocks noGrp="1"/>
          </p:cNvSpPr>
          <p:nvPr>
            <p:ph type="sldNum" sz="quarter" idx="12"/>
          </p:nvPr>
        </p:nvSpPr>
        <p:spPr/>
        <p:txBody>
          <a:bodyPr/>
          <a:lstStyle/>
          <a:p>
            <a:fld id="{4267CD5E-26CF-4249-8540-BB1D07FD4227}" type="slidenum">
              <a:rPr lang="en-US" smtClean="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Today's topics</a:t>
            </a:r>
          </a:p>
        </p:txBody>
      </p:sp>
      <p:sp>
        <p:nvSpPr>
          <p:cNvPr id="5" name="Text Placeholder 4"/>
          <p:cNvSpPr>
            <a:spLocks noGrp="1"/>
          </p:cNvSpPr>
          <p:nvPr>
            <p:ph type="body" sz="quarter" idx="13"/>
          </p:nvPr>
        </p:nvSpPr>
        <p:spPr>
          <a:xfrm>
            <a:off x="646676" y="1013377"/>
            <a:ext cx="10709031" cy="734620"/>
          </a:xfrm>
        </p:spPr>
        <p:txBody>
          <a:bodyPr/>
          <a:lstStyle/>
          <a:p>
            <a:pPr indent="127000"/>
            <a:r>
              <a:rPr lang="en-US">
                <a:latin typeface="Arial" panose="020B0604020202090204"/>
                <a:sym typeface="+mn-ea"/>
              </a:rPr>
              <a:t>Scaling Agile and Scrum to larger projects</a:t>
            </a:r>
            <a:endParaRPr lang="en-US"/>
          </a:p>
        </p:txBody>
      </p:sp>
      <p:sp>
        <p:nvSpPr>
          <p:cNvPr id="2" name="Content Placeholder 1"/>
          <p:cNvSpPr>
            <a:spLocks noGrp="1"/>
          </p:cNvSpPr>
          <p:nvPr>
            <p:ph idx="1"/>
          </p:nvPr>
        </p:nvSpPr>
        <p:spPr/>
        <p:txBody>
          <a:bodyPr/>
          <a:lstStyle/>
          <a:p>
            <a:r>
              <a:rPr lang="en-US" dirty="0">
                <a:latin typeface="Arial" panose="020B0604020202090204"/>
                <a:sym typeface="+mn-ea"/>
              </a:rPr>
              <a:t>Overview of </a:t>
            </a:r>
            <a:r>
              <a:rPr lang="en-US" dirty="0" err="1">
                <a:latin typeface="Arial" panose="020B0604020202090204"/>
                <a:sym typeface="+mn-ea"/>
              </a:rPr>
              <a:t>SAFe</a:t>
            </a:r>
            <a:r>
              <a:rPr lang="en-US" dirty="0">
                <a:latin typeface="Arial" panose="020B0604020202090204"/>
                <a:sym typeface="+mn-ea"/>
              </a:rPr>
              <a:t> </a:t>
            </a:r>
          </a:p>
          <a:p>
            <a:endParaRPr lang="en-US" dirty="0">
              <a:latin typeface="Arial" panose="020B0604020202090204"/>
              <a:sym typeface="+mn-ea"/>
            </a:endParaRPr>
          </a:p>
          <a:p>
            <a:r>
              <a:rPr lang="en-US" dirty="0">
                <a:latin typeface="Arial" panose="020B0604020202090204"/>
                <a:sym typeface="+mn-ea"/>
              </a:rPr>
              <a:t>Project Level of </a:t>
            </a:r>
            <a:r>
              <a:rPr lang="en-US" dirty="0" err="1">
                <a:latin typeface="Arial" panose="020B0604020202090204"/>
                <a:sym typeface="+mn-ea"/>
              </a:rPr>
              <a:t>SAFe</a:t>
            </a:r>
            <a:r>
              <a:rPr lang="en-US" dirty="0">
                <a:latin typeface="Arial" panose="020B0604020202090204"/>
                <a:sym typeface="+mn-ea"/>
              </a:rPr>
              <a:t> </a:t>
            </a:r>
          </a:p>
          <a:p>
            <a:endParaRPr lang="en-US" dirty="0">
              <a:latin typeface="Arial" panose="020B0604020202090204"/>
              <a:sym typeface="+mn-ea"/>
            </a:endParaRPr>
          </a:p>
          <a:p>
            <a:r>
              <a:rPr lang="en-US" dirty="0">
                <a:latin typeface="Arial" panose="020B0604020202090204"/>
                <a:sym typeface="+mn-ea"/>
              </a:rPr>
              <a:t>Program Level of </a:t>
            </a:r>
            <a:r>
              <a:rPr lang="en-US" dirty="0" err="1">
                <a:latin typeface="Arial" panose="020B0604020202090204"/>
                <a:sym typeface="+mn-ea"/>
              </a:rPr>
              <a:t>SAFe</a:t>
            </a:r>
            <a:r>
              <a:rPr lang="en-US" dirty="0">
                <a:latin typeface="Arial" panose="020B0604020202090204"/>
                <a:sym typeface="+mn-ea"/>
              </a:rPr>
              <a:t> </a:t>
            </a:r>
          </a:p>
          <a:p>
            <a:endParaRPr lang="en-US" dirty="0">
              <a:latin typeface="Arial" panose="020B0604020202090204"/>
              <a:sym typeface="+mn-ea"/>
            </a:endParaRPr>
          </a:p>
          <a:p>
            <a:r>
              <a:rPr lang="en-US" dirty="0">
                <a:latin typeface="Arial" panose="020B0604020202090204"/>
                <a:sym typeface="+mn-ea"/>
              </a:rPr>
              <a:t>Portfolio Level of </a:t>
            </a:r>
            <a:r>
              <a:rPr lang="en-US" dirty="0" err="1">
                <a:latin typeface="Arial" panose="020B0604020202090204"/>
                <a:sym typeface="+mn-ea"/>
              </a:rPr>
              <a:t>SAFe</a:t>
            </a:r>
            <a:endParaRPr lang="en-US" dirty="0">
              <a:latin typeface="Arial" panose="020B0604020202090204"/>
            </a:endParaRPr>
          </a:p>
          <a:p>
            <a:endParaRPr lang="en-US" dirty="0"/>
          </a:p>
        </p:txBody>
      </p:sp>
      <p:sp>
        <p:nvSpPr>
          <p:cNvPr id="3" name="Slide Number Placeholder 2"/>
          <p:cNvSpPr>
            <a:spLocks noGrp="1"/>
          </p:cNvSpPr>
          <p:nvPr>
            <p:ph type="sldNum" sz="quarter" idx="12"/>
          </p:nvPr>
        </p:nvSpPr>
        <p:spPr/>
        <p:txBody>
          <a:bodyPr/>
          <a:lstStyle/>
          <a:p>
            <a:fld id="{4267CD5E-26CF-4249-8540-BB1D07FD4227}" type="slidenum">
              <a:rPr lang="en-US" smtClean="0"/>
              <a:t>3</a:t>
            </a:fld>
            <a:endParaRPr lang="en-US"/>
          </a:p>
        </p:txBody>
      </p:sp>
      <p:pic>
        <p:nvPicPr>
          <p:cNvPr id="6" name="Picture 5"/>
          <p:cNvPicPr>
            <a:picLocks noChangeAspect="1"/>
          </p:cNvPicPr>
          <p:nvPr/>
        </p:nvPicPr>
        <p:blipFill>
          <a:blip r:embed="rId2"/>
          <a:srcRect/>
          <a:stretch/>
        </p:blipFill>
        <p:spPr>
          <a:xfrm>
            <a:off x="4489589" y="1380687"/>
            <a:ext cx="6536493" cy="493979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781F4A-6F25-D0D4-F58F-ECB82ECB28DA}"/>
              </a:ext>
            </a:extLst>
          </p:cNvPr>
          <p:cNvSpPr>
            <a:spLocks noGrp="1"/>
          </p:cNvSpPr>
          <p:nvPr>
            <p:ph type="title"/>
          </p:nvPr>
        </p:nvSpPr>
        <p:spPr/>
        <p:txBody>
          <a:bodyPr>
            <a:normAutofit fontScale="90000"/>
          </a:bodyPr>
          <a:lstStyle/>
          <a:p>
            <a:r>
              <a:rPr lang="en-US" dirty="0">
                <a:latin typeface="Arial" panose="020B0604020202090204"/>
                <a:sym typeface="+mn-ea"/>
              </a:rPr>
              <a:t>Overview of </a:t>
            </a:r>
            <a:r>
              <a:rPr lang="en-US" dirty="0" err="1">
                <a:latin typeface="Arial" panose="020B0604020202090204"/>
                <a:sym typeface="+mn-ea"/>
              </a:rPr>
              <a:t>SAFe</a:t>
            </a:r>
            <a:r>
              <a:rPr lang="en-US" dirty="0">
                <a:latin typeface="Arial" panose="020B0604020202090204"/>
                <a:sym typeface="+mn-ea"/>
              </a:rPr>
              <a:t> </a:t>
            </a:r>
            <a:br>
              <a:rPr lang="en-US" dirty="0">
                <a:latin typeface="Arial" panose="020B0604020202090204"/>
                <a:sym typeface="+mn-ea"/>
              </a:rPr>
            </a:br>
            <a:endParaRPr lang="en-US" dirty="0"/>
          </a:p>
        </p:txBody>
      </p:sp>
      <p:sp>
        <p:nvSpPr>
          <p:cNvPr id="4" name="Content Placeholder 3">
            <a:extLst>
              <a:ext uri="{FF2B5EF4-FFF2-40B4-BE49-F238E27FC236}">
                <a16:creationId xmlns:a16="http://schemas.microsoft.com/office/drawing/2014/main" id="{F77E9F4F-29F3-B084-83F7-A29710058F63}"/>
              </a:ext>
            </a:extLst>
          </p:cNvPr>
          <p:cNvSpPr>
            <a:spLocks noGrp="1"/>
          </p:cNvSpPr>
          <p:nvPr>
            <p:ph idx="1"/>
          </p:nvPr>
        </p:nvSpPr>
        <p:spPr>
          <a:xfrm>
            <a:off x="644771" y="1553497"/>
            <a:ext cx="10709031" cy="4528650"/>
          </a:xfrm>
        </p:spPr>
        <p:txBody>
          <a:bodyPr>
            <a:normAutofit/>
          </a:bodyPr>
          <a:lstStyle/>
          <a:p>
            <a:r>
              <a:rPr lang="en-US" sz="2800" dirty="0"/>
              <a:t>General overview of what </a:t>
            </a:r>
            <a:r>
              <a:rPr lang="en-US" sz="2800" dirty="0" err="1"/>
              <a:t>SAFe</a:t>
            </a:r>
            <a:r>
              <a:rPr lang="en-US" sz="2800" dirty="0"/>
              <a:t> refers to:</a:t>
            </a:r>
          </a:p>
          <a:p>
            <a:endParaRPr lang="en-US" sz="2800" b="1" dirty="0"/>
          </a:p>
          <a:p>
            <a:pPr lvl="1">
              <a:buFont typeface="Arial" panose="020B0604020202020204" pitchFamily="34" charset="0"/>
              <a:buChar char="•"/>
            </a:pPr>
            <a:r>
              <a:rPr lang="en-US" sz="2000" b="1" dirty="0"/>
              <a:t>Agile at Scale</a:t>
            </a:r>
            <a:r>
              <a:rPr lang="en-US" sz="2000" dirty="0"/>
              <a:t>: </a:t>
            </a:r>
            <a:r>
              <a:rPr lang="en-US" sz="2000" dirty="0" err="1"/>
              <a:t>SAFe</a:t>
            </a:r>
            <a:r>
              <a:rPr lang="en-US" sz="2000" dirty="0"/>
              <a:t> applies Agile principles across large organizations.</a:t>
            </a:r>
          </a:p>
          <a:p>
            <a:pPr lvl="1">
              <a:buFont typeface="Arial" panose="020B0604020202020204" pitchFamily="34" charset="0"/>
              <a:buChar char="•"/>
            </a:pPr>
            <a:r>
              <a:rPr lang="en-US" sz="2000" b="1" dirty="0"/>
              <a:t>Structured Methodology</a:t>
            </a:r>
            <a:r>
              <a:rPr lang="en-US" sz="2000" dirty="0"/>
              <a:t>: It provides a clear approach for teams, programs, and portfolios.</a:t>
            </a:r>
          </a:p>
          <a:p>
            <a:pPr lvl="1">
              <a:buFont typeface="Arial" panose="020B0604020202020204" pitchFamily="34" charset="0"/>
              <a:buChar char="•"/>
            </a:pPr>
            <a:r>
              <a:rPr lang="en-US" sz="2000" b="1" dirty="0"/>
              <a:t>Business Alignment</a:t>
            </a:r>
            <a:r>
              <a:rPr lang="en-US" sz="2000" dirty="0"/>
              <a:t>: Ensures development aligns with strategic goals.</a:t>
            </a:r>
          </a:p>
          <a:p>
            <a:pPr lvl="1">
              <a:buFont typeface="Arial" panose="020B0604020202020204" pitchFamily="34" charset="0"/>
              <a:buChar char="•"/>
            </a:pPr>
            <a:r>
              <a:rPr lang="en-US" sz="2000" b="1" dirty="0"/>
              <a:t>Defined Roles</a:t>
            </a:r>
            <a:r>
              <a:rPr lang="en-US" sz="2000" dirty="0"/>
              <a:t>: Clear roles and responsibilities for better coordination.</a:t>
            </a:r>
          </a:p>
          <a:p>
            <a:pPr lvl="1">
              <a:buFont typeface="Arial" panose="020B0604020202020204" pitchFamily="34" charset="0"/>
              <a:buChar char="•"/>
            </a:pPr>
            <a:r>
              <a:rPr lang="en-US" sz="2000" b="1" dirty="0"/>
              <a:t>Program/Portfolio Management</a:t>
            </a:r>
            <a:r>
              <a:rPr lang="en-US" sz="2000" dirty="0"/>
              <a:t>: Manages complex initiatives across teams.</a:t>
            </a:r>
          </a:p>
          <a:p>
            <a:endParaRPr lang="en-US" sz="2400" dirty="0"/>
          </a:p>
        </p:txBody>
      </p:sp>
      <p:sp>
        <p:nvSpPr>
          <p:cNvPr id="5" name="Slide Number Placeholder 4">
            <a:extLst>
              <a:ext uri="{FF2B5EF4-FFF2-40B4-BE49-F238E27FC236}">
                <a16:creationId xmlns:a16="http://schemas.microsoft.com/office/drawing/2014/main" id="{8E4ED87A-9FB2-68B6-E196-0E09D93D0373}"/>
              </a:ext>
            </a:extLst>
          </p:cNvPr>
          <p:cNvSpPr>
            <a:spLocks noGrp="1"/>
          </p:cNvSpPr>
          <p:nvPr>
            <p:ph type="sldNum" sz="quarter" idx="12"/>
          </p:nvPr>
        </p:nvSpPr>
        <p:spPr/>
        <p:txBody>
          <a:bodyPr/>
          <a:lstStyle/>
          <a:p>
            <a:fld id="{4267CD5E-26CF-4249-8540-BB1D07FD4227}" type="slidenum">
              <a:rPr lang="en-US" smtClean="0"/>
              <a:t>4</a:t>
            </a:fld>
            <a:endParaRPr lang="en-US"/>
          </a:p>
        </p:txBody>
      </p:sp>
    </p:spTree>
    <p:extLst>
      <p:ext uri="{BB962C8B-B14F-4D97-AF65-F5344CB8AC3E}">
        <p14:creationId xmlns:p14="http://schemas.microsoft.com/office/powerpoint/2010/main" val="22871934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17FBB3-B217-612D-AD42-E65652594194}"/>
              </a:ext>
            </a:extLst>
          </p:cNvPr>
          <p:cNvSpPr>
            <a:spLocks noGrp="1"/>
          </p:cNvSpPr>
          <p:nvPr>
            <p:ph type="title"/>
          </p:nvPr>
        </p:nvSpPr>
        <p:spPr/>
        <p:txBody>
          <a:bodyPr>
            <a:normAutofit fontScale="90000"/>
          </a:bodyPr>
          <a:lstStyle/>
          <a:p>
            <a:r>
              <a:rPr lang="en-US" dirty="0">
                <a:latin typeface="Arial" panose="020B0604020202090204"/>
                <a:sym typeface="+mn-ea"/>
              </a:rPr>
              <a:t>Overview of </a:t>
            </a:r>
            <a:r>
              <a:rPr lang="en-US" dirty="0" err="1">
                <a:latin typeface="Arial" panose="020B0604020202090204"/>
                <a:sym typeface="+mn-ea"/>
              </a:rPr>
              <a:t>SAFe</a:t>
            </a:r>
            <a:r>
              <a:rPr lang="en-US" dirty="0">
                <a:latin typeface="Arial" panose="020B0604020202090204"/>
                <a:sym typeface="+mn-ea"/>
              </a:rPr>
              <a:t> </a:t>
            </a:r>
            <a:br>
              <a:rPr lang="en-US" dirty="0">
                <a:latin typeface="Arial" panose="020B0604020202090204"/>
                <a:sym typeface="+mn-ea"/>
              </a:rPr>
            </a:br>
            <a:endParaRPr lang="en-US" dirty="0"/>
          </a:p>
        </p:txBody>
      </p:sp>
      <p:sp>
        <p:nvSpPr>
          <p:cNvPr id="4" name="Content Placeholder 3">
            <a:extLst>
              <a:ext uri="{FF2B5EF4-FFF2-40B4-BE49-F238E27FC236}">
                <a16:creationId xmlns:a16="http://schemas.microsoft.com/office/drawing/2014/main" id="{171318CA-C670-91B8-85EE-1D0A341F4B49}"/>
              </a:ext>
            </a:extLst>
          </p:cNvPr>
          <p:cNvSpPr>
            <a:spLocks noGrp="1"/>
          </p:cNvSpPr>
          <p:nvPr>
            <p:ph idx="1"/>
          </p:nvPr>
        </p:nvSpPr>
        <p:spPr>
          <a:xfrm>
            <a:off x="644771" y="1356852"/>
            <a:ext cx="10709031" cy="4725295"/>
          </a:xfrm>
        </p:spPr>
        <p:txBody>
          <a:bodyPr>
            <a:normAutofit/>
          </a:bodyPr>
          <a:lstStyle/>
          <a:p>
            <a:pPr marL="0" indent="0">
              <a:buNone/>
            </a:pPr>
            <a:r>
              <a:rPr lang="en-US" sz="2800" dirty="0"/>
              <a:t>General overview of what </a:t>
            </a:r>
            <a:r>
              <a:rPr lang="en-US" sz="2800" dirty="0" err="1"/>
              <a:t>SAFe</a:t>
            </a:r>
            <a:r>
              <a:rPr lang="en-US" sz="2800" dirty="0"/>
              <a:t> refers to:</a:t>
            </a:r>
          </a:p>
          <a:p>
            <a:pPr marL="274320" lvl="1" indent="0">
              <a:buNone/>
            </a:pPr>
            <a:endParaRPr lang="en-US" sz="2000" b="1" dirty="0"/>
          </a:p>
          <a:p>
            <a:pPr lvl="1">
              <a:buFont typeface="Arial" panose="020B0604020202020204" pitchFamily="34" charset="0"/>
              <a:buChar char="•"/>
            </a:pPr>
            <a:r>
              <a:rPr lang="en-US" sz="2000" b="1" dirty="0"/>
              <a:t>Iterative Development</a:t>
            </a:r>
            <a:r>
              <a:rPr lang="en-US" sz="2000" dirty="0"/>
              <a:t>: Uses sprints for incremental development.</a:t>
            </a:r>
          </a:p>
          <a:p>
            <a:pPr lvl="1">
              <a:buFont typeface="Arial" panose="020B0604020202020204" pitchFamily="34" charset="0"/>
              <a:buChar char="•"/>
            </a:pPr>
            <a:r>
              <a:rPr lang="en-US" sz="2000" b="1" dirty="0"/>
              <a:t>Continuous Delivery</a:t>
            </a:r>
            <a:r>
              <a:rPr lang="en-US" sz="2000" dirty="0"/>
              <a:t>: Focuses on fast, predictable releases.</a:t>
            </a:r>
          </a:p>
          <a:p>
            <a:pPr lvl="1">
              <a:buFont typeface="Arial" panose="020B0604020202020204" pitchFamily="34" charset="0"/>
              <a:buChar char="•"/>
            </a:pPr>
            <a:r>
              <a:rPr lang="en-US" sz="2000" b="1" dirty="0"/>
              <a:t>Cadence &amp; Synchronization</a:t>
            </a:r>
            <a:r>
              <a:rPr lang="en-US" sz="2000" dirty="0"/>
              <a:t>: Regular schedules for planning and delivery.</a:t>
            </a:r>
          </a:p>
          <a:p>
            <a:pPr lvl="1">
              <a:buFont typeface="Arial" panose="020B0604020202020204" pitchFamily="34" charset="0"/>
              <a:buChar char="•"/>
            </a:pPr>
            <a:r>
              <a:rPr lang="en-US" sz="2000" b="1" dirty="0"/>
              <a:t>Value Delivery</a:t>
            </a:r>
            <a:r>
              <a:rPr lang="en-US" sz="2000" dirty="0"/>
              <a:t>: Prioritizes delivering value to customers.</a:t>
            </a:r>
          </a:p>
          <a:p>
            <a:pPr lvl="1">
              <a:buFont typeface="Arial" panose="020B0604020202020204" pitchFamily="34" charset="0"/>
              <a:buChar char="•"/>
            </a:pPr>
            <a:r>
              <a:rPr lang="en-US" sz="2000" b="1" dirty="0"/>
              <a:t>Built-in Quality</a:t>
            </a:r>
            <a:r>
              <a:rPr lang="en-US" sz="2000" dirty="0"/>
              <a:t>: Emphasizes quality throughout development.</a:t>
            </a:r>
          </a:p>
          <a:p>
            <a:endParaRPr lang="en-US" sz="2400" dirty="0"/>
          </a:p>
          <a:p>
            <a:r>
              <a:rPr lang="en-US" sz="2800" dirty="0" err="1"/>
              <a:t>SAFe</a:t>
            </a:r>
            <a:r>
              <a:rPr lang="en-US" sz="2800" dirty="0"/>
              <a:t> helps organizations </a:t>
            </a:r>
            <a:r>
              <a:rPr lang="en-US" sz="2800" b="1" dirty="0"/>
              <a:t>scale Agile practices </a:t>
            </a:r>
            <a:r>
              <a:rPr lang="en-US" sz="2800" dirty="0"/>
              <a:t>to improve </a:t>
            </a:r>
            <a:r>
              <a:rPr lang="en-US" sz="2800" b="1" dirty="0"/>
              <a:t>collaboration</a:t>
            </a:r>
            <a:r>
              <a:rPr lang="en-US" sz="2800" dirty="0"/>
              <a:t>, </a:t>
            </a:r>
            <a:r>
              <a:rPr lang="en-US" sz="2800" b="1" dirty="0"/>
              <a:t>efficiency</a:t>
            </a:r>
            <a:r>
              <a:rPr lang="en-US" sz="2800" dirty="0"/>
              <a:t>, and </a:t>
            </a:r>
            <a:r>
              <a:rPr lang="en-US" sz="2800" b="1" dirty="0"/>
              <a:t>value delivery</a:t>
            </a:r>
            <a:r>
              <a:rPr lang="en-US" sz="2800" dirty="0"/>
              <a:t>.</a:t>
            </a:r>
          </a:p>
          <a:p>
            <a:endParaRPr lang="en-US" sz="2000" dirty="0"/>
          </a:p>
        </p:txBody>
      </p:sp>
      <p:sp>
        <p:nvSpPr>
          <p:cNvPr id="5" name="Slide Number Placeholder 4">
            <a:extLst>
              <a:ext uri="{FF2B5EF4-FFF2-40B4-BE49-F238E27FC236}">
                <a16:creationId xmlns:a16="http://schemas.microsoft.com/office/drawing/2014/main" id="{836F8945-5BC2-256D-6750-205BA5C6F916}"/>
              </a:ext>
            </a:extLst>
          </p:cNvPr>
          <p:cNvSpPr>
            <a:spLocks noGrp="1"/>
          </p:cNvSpPr>
          <p:nvPr>
            <p:ph type="sldNum" sz="quarter" idx="12"/>
          </p:nvPr>
        </p:nvSpPr>
        <p:spPr/>
        <p:txBody>
          <a:bodyPr/>
          <a:lstStyle/>
          <a:p>
            <a:fld id="{4267CD5E-26CF-4249-8540-BB1D07FD4227}" type="slidenum">
              <a:rPr lang="en-US" smtClean="0"/>
              <a:t>5</a:t>
            </a:fld>
            <a:endParaRPr lang="en-US"/>
          </a:p>
        </p:txBody>
      </p:sp>
    </p:spTree>
    <p:extLst>
      <p:ext uri="{BB962C8B-B14F-4D97-AF65-F5344CB8AC3E}">
        <p14:creationId xmlns:p14="http://schemas.microsoft.com/office/powerpoint/2010/main" val="30832961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latin typeface="Arial" panose="020B0604020202090204"/>
                <a:sym typeface="+mn-ea"/>
              </a:rPr>
              <a:t>Limitations of Scrum for large projects</a:t>
            </a:r>
            <a:endParaRPr lang="en-US" dirty="0"/>
          </a:p>
        </p:txBody>
      </p:sp>
      <p:sp>
        <p:nvSpPr>
          <p:cNvPr id="2" name="Content Placeholder 1"/>
          <p:cNvSpPr>
            <a:spLocks noGrp="1"/>
          </p:cNvSpPr>
          <p:nvPr>
            <p:ph idx="1"/>
          </p:nvPr>
        </p:nvSpPr>
        <p:spPr>
          <a:xfrm>
            <a:off x="646430" y="1339850"/>
            <a:ext cx="10709275" cy="5031454"/>
          </a:xfrm>
        </p:spPr>
        <p:txBody>
          <a:bodyPr>
            <a:normAutofit fontScale="90000" lnSpcReduction="10000"/>
          </a:bodyPr>
          <a:lstStyle/>
          <a:p>
            <a:pPr indent="584200">
              <a:lnSpc>
                <a:spcPct val="170000"/>
              </a:lnSpc>
            </a:pPr>
            <a:r>
              <a:rPr lang="en-US" sz="2000" b="1" dirty="0">
                <a:latin typeface="Arial" panose="020B0604020202090204"/>
                <a:sym typeface="+mn-ea"/>
              </a:rPr>
              <a:t>Small teams</a:t>
            </a:r>
          </a:p>
          <a:p>
            <a:pPr lvl="1" indent="584200">
              <a:lnSpc>
                <a:spcPct val="170000"/>
              </a:lnSpc>
            </a:pPr>
            <a:r>
              <a:rPr lang="en-US" dirty="0">
                <a:latin typeface="Arial" panose="020B0604020202090204"/>
                <a:sym typeface="+mn-ea"/>
              </a:rPr>
              <a:t>Self-directed teams - don't wait for instructions from the boss</a:t>
            </a:r>
          </a:p>
          <a:p>
            <a:pPr lvl="1" indent="584200">
              <a:lnSpc>
                <a:spcPct val="170000"/>
              </a:lnSpc>
            </a:pPr>
            <a:r>
              <a:rPr lang="en-US" dirty="0">
                <a:latin typeface="Arial" panose="020B0604020202090204"/>
                <a:sym typeface="+mn-ea"/>
              </a:rPr>
              <a:t>Rely on face-to-face communication</a:t>
            </a:r>
          </a:p>
          <a:p>
            <a:pPr indent="584200">
              <a:lnSpc>
                <a:spcPct val="170000"/>
              </a:lnSpc>
            </a:pPr>
            <a:r>
              <a:rPr lang="en-US" sz="2000" b="1" dirty="0">
                <a:latin typeface="Arial" panose="020B0604020202090204"/>
                <a:sym typeface="+mn-ea"/>
              </a:rPr>
              <a:t>Only short-term planning</a:t>
            </a:r>
          </a:p>
          <a:p>
            <a:pPr lvl="1" indent="584200">
              <a:lnSpc>
                <a:spcPct val="170000"/>
              </a:lnSpc>
            </a:pPr>
            <a:r>
              <a:rPr lang="en-US" dirty="0">
                <a:latin typeface="Arial" panose="020B0604020202090204"/>
                <a:sym typeface="+mn-ea"/>
              </a:rPr>
              <a:t>No Big Design Up Front (BDUF) </a:t>
            </a:r>
          </a:p>
          <a:p>
            <a:pPr lvl="2" indent="584200">
              <a:lnSpc>
                <a:spcPct val="170000"/>
              </a:lnSpc>
            </a:pPr>
            <a:r>
              <a:rPr lang="en-US" dirty="0">
                <a:latin typeface="Arial" panose="020B0604020202090204"/>
                <a:sym typeface="+mn-ea"/>
              </a:rPr>
              <a:t>FDD recommends JEDI (</a:t>
            </a:r>
            <a:r>
              <a:rPr lang="en-US" dirty="0">
                <a:latin typeface="Arial" panose="020B0604020202090204"/>
              </a:rPr>
              <a:t>Just Enough Design Initially)</a:t>
            </a:r>
            <a:endParaRPr lang="en-US" dirty="0">
              <a:latin typeface="Arial" panose="020B0604020202090204"/>
              <a:sym typeface="+mn-ea"/>
            </a:endParaRPr>
          </a:p>
          <a:p>
            <a:pPr lvl="1" indent="584200">
              <a:lnSpc>
                <a:spcPct val="170000"/>
              </a:lnSpc>
            </a:pPr>
            <a:r>
              <a:rPr lang="en-US" dirty="0">
                <a:latin typeface="Arial" panose="020B0604020202090204"/>
                <a:sym typeface="+mn-ea"/>
              </a:rPr>
              <a:t>Isolated projects</a:t>
            </a:r>
          </a:p>
          <a:p>
            <a:pPr indent="584200">
              <a:lnSpc>
                <a:spcPct val="170000"/>
              </a:lnSpc>
            </a:pPr>
            <a:r>
              <a:rPr lang="en-US" sz="2000" b="1" dirty="0">
                <a:latin typeface="Arial" panose="020B0604020202090204"/>
                <a:sym typeface="+mn-ea"/>
              </a:rPr>
              <a:t>Single Product Owner (Customer) </a:t>
            </a:r>
          </a:p>
          <a:p>
            <a:pPr lvl="1" indent="584200">
              <a:lnSpc>
                <a:spcPct val="170000"/>
              </a:lnSpc>
            </a:pPr>
            <a:r>
              <a:rPr lang="en-US" dirty="0">
                <a:latin typeface="Arial" panose="020B0604020202090204"/>
                <a:sym typeface="+mn-ea"/>
              </a:rPr>
              <a:t>Answers developers' questions </a:t>
            </a:r>
          </a:p>
          <a:p>
            <a:pPr lvl="1" indent="584200">
              <a:lnSpc>
                <a:spcPct val="170000"/>
              </a:lnSpc>
            </a:pPr>
            <a:r>
              <a:rPr lang="en-US" dirty="0">
                <a:latin typeface="Arial" panose="020B0604020202090204"/>
                <a:sym typeface="+mn-ea"/>
              </a:rPr>
              <a:t>Sets priorities and release dates</a:t>
            </a:r>
            <a:endParaRPr lang="en-US" dirty="0">
              <a:latin typeface="Arial" panose="020B0604020202090204"/>
            </a:endParaRPr>
          </a:p>
          <a:p>
            <a:pPr indent="584200">
              <a:lnSpc>
                <a:spcPct val="170000"/>
              </a:lnSpc>
            </a:pPr>
            <a:endParaRPr lang="en-US" dirty="0">
              <a:latin typeface="Arial" panose="020B0604020202090204"/>
            </a:endParaRPr>
          </a:p>
          <a:p>
            <a:endParaRPr lang="en-US" dirty="0"/>
          </a:p>
        </p:txBody>
      </p:sp>
      <p:sp>
        <p:nvSpPr>
          <p:cNvPr id="3" name="Slide Number Placeholder 2"/>
          <p:cNvSpPr>
            <a:spLocks noGrp="1"/>
          </p:cNvSpPr>
          <p:nvPr>
            <p:ph type="sldNum" sz="quarter" idx="12"/>
          </p:nvPr>
        </p:nvSpPr>
        <p:spPr/>
        <p:txBody>
          <a:bodyPr/>
          <a:lstStyle/>
          <a:p>
            <a:fld id="{4267CD5E-26CF-4249-8540-BB1D07FD4227}" type="slidenum">
              <a:rPr lang="en-US" smtClean="0"/>
              <a:t>6</a:t>
            </a:fld>
            <a:endParaRPr lang="en-US"/>
          </a:p>
        </p:txBody>
      </p:sp>
      <p:pic>
        <p:nvPicPr>
          <p:cNvPr id="6" name="Picture 5"/>
          <p:cNvPicPr>
            <a:picLocks noChangeAspect="1"/>
          </p:cNvPicPr>
          <p:nvPr/>
        </p:nvPicPr>
        <p:blipFill>
          <a:blip r:embed="rId2"/>
          <a:srcRect/>
          <a:stretch/>
        </p:blipFill>
        <p:spPr>
          <a:xfrm>
            <a:off x="6560638" y="2663007"/>
            <a:ext cx="4101149" cy="205057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dirty="0">
                <a:latin typeface="Arial" panose="020B0604020202090204"/>
                <a:sym typeface="+mn-ea"/>
              </a:rPr>
              <a:t>FDD recommends JEDI</a:t>
            </a:r>
          </a:p>
        </p:txBody>
      </p:sp>
      <p:sp>
        <p:nvSpPr>
          <p:cNvPr id="2" name="Content Placeholder 1"/>
          <p:cNvSpPr>
            <a:spLocks noGrp="1"/>
          </p:cNvSpPr>
          <p:nvPr>
            <p:ph idx="1"/>
          </p:nvPr>
        </p:nvSpPr>
        <p:spPr>
          <a:xfrm>
            <a:off x="646359" y="1165860"/>
            <a:ext cx="10709275" cy="4526280"/>
          </a:xfrm>
        </p:spPr>
        <p:txBody>
          <a:bodyPr>
            <a:noAutofit/>
          </a:bodyPr>
          <a:lstStyle/>
          <a:p>
            <a:pPr indent="0" algn="l" rtl="0" eaLnBrk="0" fontAlgn="auto">
              <a:lnSpc>
                <a:spcPct val="100000"/>
              </a:lnSpc>
            </a:pPr>
            <a:endParaRPr lang="en-US" altLang="en-US" sz="2400" dirty="0">
              <a:latin typeface="Arial" panose="020B0604020202020204" pitchFamily="34" charset="0"/>
              <a:cs typeface="Arial" panose="020B0604020202020204" pitchFamily="34" charset="0"/>
            </a:endParaRPr>
          </a:p>
          <a:p>
            <a:pPr indent="584200" fontAlgn="auto">
              <a:lnSpc>
                <a:spcPct val="150000"/>
              </a:lnSpc>
            </a:pPr>
            <a:r>
              <a:rPr sz="1600" dirty="0">
                <a:latin typeface="Arial" panose="020B0604020202090204"/>
                <a:sym typeface="+mn-ea"/>
              </a:rPr>
              <a:t>Up-front modeling – "Just Enough Design Initially (JEDI)", to avoid refactoring</a:t>
            </a:r>
            <a:r>
              <a:rPr lang="en-US" sz="1600" dirty="0">
                <a:latin typeface="Arial" panose="020B0604020202090204"/>
                <a:sym typeface="+mn-ea"/>
              </a:rPr>
              <a:t> </a:t>
            </a:r>
            <a:endParaRPr sz="1600" dirty="0">
              <a:latin typeface="Arial" panose="020B0604020202090204"/>
              <a:sym typeface="+mn-ea"/>
            </a:endParaRPr>
          </a:p>
          <a:p>
            <a:pPr marL="228600" lvl="1" indent="584200" fontAlgn="auto">
              <a:lnSpc>
                <a:spcPct val="150000"/>
              </a:lnSpc>
              <a:spcBef>
                <a:spcPts val="1000"/>
              </a:spcBef>
              <a:buFont typeface="Wingdings" panose="05000000000000000000" pitchFamily="2" charset="2"/>
              <a:buChar char="§"/>
            </a:pPr>
            <a:r>
              <a:rPr sz="1600" dirty="0">
                <a:latin typeface="Arial" panose="020B0604020202090204"/>
                <a:sym typeface="+mn-ea"/>
              </a:rPr>
              <a:t>Bias toward getting it right the first time</a:t>
            </a:r>
            <a:r>
              <a:rPr lang="en-US" sz="1600" dirty="0">
                <a:latin typeface="Arial" panose="020B0604020202090204"/>
                <a:sym typeface="+mn-ea"/>
              </a:rPr>
              <a:t> </a:t>
            </a:r>
            <a:endParaRPr lang="en-US" altLang="en-US" sz="1600" dirty="0">
              <a:latin typeface="Arial" panose="020B0604020202090204"/>
            </a:endParaRPr>
          </a:p>
          <a:p>
            <a:pPr indent="584200" fontAlgn="auto">
              <a:lnSpc>
                <a:spcPct val="150000"/>
              </a:lnSpc>
            </a:pPr>
            <a:r>
              <a:rPr sz="1600" dirty="0">
                <a:latin typeface="Arial" panose="020B0604020202090204"/>
                <a:sym typeface="+mn-ea"/>
              </a:rPr>
              <a:t>FDD values documentation (models, notes, reference documents) </a:t>
            </a:r>
            <a:endParaRPr lang="en-US" sz="1600" dirty="0">
              <a:latin typeface="Arial" panose="020B0604020202090204"/>
              <a:sym typeface="+mn-ea"/>
            </a:endParaRPr>
          </a:p>
          <a:p>
            <a:pPr indent="584200" fontAlgn="auto">
              <a:lnSpc>
                <a:spcPct val="150000"/>
              </a:lnSpc>
            </a:pPr>
            <a:r>
              <a:rPr sz="1600" dirty="0">
                <a:latin typeface="Arial" panose="020B0604020202090204"/>
                <a:sym typeface="+mn-ea"/>
              </a:rPr>
              <a:t>More emphasis on progress tracking and reporting</a:t>
            </a:r>
            <a:r>
              <a:rPr lang="en-US" sz="1600" dirty="0">
                <a:latin typeface="Arial" panose="020B0604020202090204"/>
                <a:sym typeface="+mn-ea"/>
              </a:rPr>
              <a:t> </a:t>
            </a:r>
            <a:endParaRPr lang="en-US" altLang="en-US" sz="1600" dirty="0">
              <a:latin typeface="Arial" panose="020B0604020202090204"/>
            </a:endParaRPr>
          </a:p>
          <a:p>
            <a:pPr indent="584200" fontAlgn="auto">
              <a:lnSpc>
                <a:spcPct val="150000"/>
              </a:lnSpc>
            </a:pPr>
            <a:r>
              <a:rPr sz="1600" dirty="0">
                <a:latin typeface="Arial" panose="020B0604020202090204"/>
                <a:sym typeface="+mn-ea"/>
              </a:rPr>
              <a:t>Dynamic feature teams</a:t>
            </a:r>
            <a:r>
              <a:rPr lang="en-US" sz="1600" dirty="0">
                <a:latin typeface="Arial" panose="020B0604020202090204"/>
                <a:sym typeface="+mn-ea"/>
              </a:rPr>
              <a:t> </a:t>
            </a:r>
            <a:endParaRPr lang="en-US" altLang="en-US" sz="1600" dirty="0">
              <a:latin typeface="Arial" panose="020B0604020202090204"/>
            </a:endParaRPr>
          </a:p>
          <a:p>
            <a:pPr indent="584200" fontAlgn="auto">
              <a:lnSpc>
                <a:spcPct val="150000"/>
              </a:lnSpc>
            </a:pPr>
            <a:r>
              <a:rPr sz="1600" dirty="0">
                <a:latin typeface="Arial" panose="020B0604020202090204"/>
                <a:sym typeface="+mn-ea"/>
              </a:rPr>
              <a:t>Chief Programmers vs</a:t>
            </a:r>
            <a:r>
              <a:rPr lang="en-US" sz="1600" dirty="0">
                <a:latin typeface="Arial" panose="020B0604020202090204"/>
                <a:sym typeface="+mn-ea"/>
              </a:rPr>
              <a:t> </a:t>
            </a:r>
            <a:r>
              <a:rPr sz="1600" dirty="0">
                <a:latin typeface="Arial" panose="020B0604020202090204"/>
                <a:sym typeface="+mn-ea"/>
              </a:rPr>
              <a:t>developers</a:t>
            </a:r>
            <a:r>
              <a:rPr lang="en-US" sz="1600" dirty="0">
                <a:latin typeface="Arial" panose="020B0604020202090204"/>
                <a:sym typeface="+mn-ea"/>
              </a:rPr>
              <a:t> </a:t>
            </a:r>
            <a:endParaRPr lang="en-US" altLang="en-US" sz="1600" dirty="0">
              <a:latin typeface="Arial" panose="020B0604020202090204"/>
            </a:endParaRPr>
          </a:p>
          <a:p>
            <a:pPr indent="584200" fontAlgn="auto">
              <a:lnSpc>
                <a:spcPct val="150000"/>
              </a:lnSpc>
            </a:pPr>
            <a:r>
              <a:rPr sz="1600" dirty="0">
                <a:latin typeface="Arial" panose="020B0604020202090204"/>
                <a:sym typeface="+mn-ea"/>
              </a:rPr>
              <a:t>Design and code owned by individuals</a:t>
            </a:r>
            <a:r>
              <a:rPr lang="en-US" sz="1600" dirty="0">
                <a:latin typeface="Arial" panose="020B0604020202090204"/>
                <a:sym typeface="+mn-ea"/>
              </a:rPr>
              <a:t> </a:t>
            </a:r>
            <a:endParaRPr sz="1600" dirty="0">
              <a:latin typeface="Arial" panose="020B0604020202090204"/>
              <a:sym typeface="+mn-ea"/>
            </a:endParaRPr>
          </a:p>
          <a:p>
            <a:pPr indent="584200" fontAlgn="auto">
              <a:lnSpc>
                <a:spcPct val="150000"/>
              </a:lnSpc>
            </a:pPr>
            <a:r>
              <a:rPr sz="1600" dirty="0">
                <a:latin typeface="Arial" panose="020B0604020202090204"/>
                <a:sym typeface="+mn-ea"/>
              </a:rPr>
              <a:t>Code inspections/peer reviews instead of pair programming</a:t>
            </a:r>
            <a:endParaRPr lang="en-US" sz="1600" dirty="0">
              <a:latin typeface="Arial" panose="020B0604020202090204"/>
              <a:sym typeface="+mn-ea"/>
            </a:endParaRPr>
          </a:p>
        </p:txBody>
      </p:sp>
      <p:sp>
        <p:nvSpPr>
          <p:cNvPr id="3" name="Slide Number Placeholder 2"/>
          <p:cNvSpPr>
            <a:spLocks noGrp="1"/>
          </p:cNvSpPr>
          <p:nvPr>
            <p:ph type="sldNum" sz="quarter" idx="12"/>
          </p:nvPr>
        </p:nvSpPr>
        <p:spPr/>
        <p:txBody>
          <a:bodyPr/>
          <a:lstStyle/>
          <a:p>
            <a:fld id="{4267CD5E-26CF-4249-8540-BB1D07FD4227}" type="slidenum">
              <a:rPr lang="en-US" smtClean="0"/>
              <a:t>7</a:t>
            </a:fld>
            <a:endParaRPr lang="en-US"/>
          </a:p>
        </p:txBody>
      </p:sp>
      <p:pic>
        <p:nvPicPr>
          <p:cNvPr id="228" name="picture 228"/>
          <p:cNvPicPr>
            <a:picLocks noChangeAspect="1"/>
          </p:cNvPicPr>
          <p:nvPr/>
        </p:nvPicPr>
        <p:blipFill>
          <a:blip r:embed="rId2"/>
          <a:stretch>
            <a:fillRect/>
          </a:stretch>
        </p:blipFill>
        <p:spPr>
          <a:xfrm rot="21600000">
            <a:off x="8964930" y="3346450"/>
            <a:ext cx="2390775" cy="192976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a:latin typeface="Arial" panose="020B0604020202090204"/>
                <a:sym typeface="+mn-ea"/>
              </a:rPr>
              <a:t>Scrum of Scrums: One solution</a:t>
            </a:r>
            <a:endParaRPr lang="en-US"/>
          </a:p>
        </p:txBody>
      </p:sp>
      <p:sp>
        <p:nvSpPr>
          <p:cNvPr id="5" name="Text Placeholder 4"/>
          <p:cNvSpPr>
            <a:spLocks noGrp="1"/>
          </p:cNvSpPr>
          <p:nvPr>
            <p:ph type="body" sz="quarter" idx="13"/>
          </p:nvPr>
        </p:nvSpPr>
        <p:spPr/>
        <p:txBody>
          <a:bodyPr/>
          <a:lstStyle/>
          <a:p>
            <a:pPr indent="88900"/>
            <a:r>
              <a:rPr lang="en-US">
                <a:latin typeface="Arial" panose="020B0604020202090204"/>
                <a:sym typeface="+mn-ea"/>
              </a:rPr>
              <a:t>Scrum of scrums provides one technique to scale Scrum to larger projects</a:t>
            </a:r>
            <a:endParaRPr lang="en-US"/>
          </a:p>
        </p:txBody>
      </p:sp>
      <p:sp>
        <p:nvSpPr>
          <p:cNvPr id="3" name="Slide Number Placeholder 2"/>
          <p:cNvSpPr>
            <a:spLocks noGrp="1"/>
          </p:cNvSpPr>
          <p:nvPr>
            <p:ph type="sldNum" sz="quarter" idx="12"/>
          </p:nvPr>
        </p:nvSpPr>
        <p:spPr/>
        <p:txBody>
          <a:bodyPr/>
          <a:lstStyle/>
          <a:p>
            <a:fld id="{4267CD5E-26CF-4249-8540-BB1D07FD4227}" type="slidenum">
              <a:rPr lang="en-US" smtClean="0"/>
              <a:t>8</a:t>
            </a:fld>
            <a:endParaRPr lang="en-US"/>
          </a:p>
        </p:txBody>
      </p:sp>
      <p:pic>
        <p:nvPicPr>
          <p:cNvPr id="6" name="Content Placeholder 5"/>
          <p:cNvPicPr>
            <a:picLocks noGrp="1" noChangeAspect="1"/>
          </p:cNvPicPr>
          <p:nvPr>
            <p:ph idx="1"/>
          </p:nvPr>
        </p:nvPicPr>
        <p:blipFill>
          <a:blip r:embed="rId2"/>
          <a:srcRect/>
          <a:stretch/>
        </p:blipFill>
        <p:spPr>
          <a:xfrm>
            <a:off x="3110529" y="1839713"/>
            <a:ext cx="5443126" cy="3950154"/>
          </a:xfrm>
          <a:prstGeom prst="rect">
            <a:avLst/>
          </a:prstGeom>
        </p:spPr>
      </p:pic>
      <p:sp>
        <p:nvSpPr>
          <p:cNvPr id="7" name="Text Box 6"/>
          <p:cNvSpPr txBox="1"/>
          <p:nvPr/>
        </p:nvSpPr>
        <p:spPr>
          <a:xfrm>
            <a:off x="3489849" y="5789867"/>
            <a:ext cx="4684486" cy="261610"/>
          </a:xfrm>
          <a:prstGeom prst="rect">
            <a:avLst/>
          </a:prstGeom>
          <a:noFill/>
        </p:spPr>
        <p:txBody>
          <a:bodyPr wrap="square" rtlCol="0">
            <a:spAutoFit/>
          </a:bodyPr>
          <a:lstStyle/>
          <a:p>
            <a:pPr algn="ctr"/>
            <a:r>
              <a:rPr lang="en-US" sz="1100" dirty="0">
                <a:latin typeface="Arial" panose="020B0604020202090204"/>
                <a:sym typeface="+mn-ea"/>
                <a:hlinkClick r:id="rId3"/>
              </a:rPr>
              <a:t>https://www.agilest.org/scaled-agile/scrum-of-scrums/</a:t>
            </a:r>
            <a:endParaRPr lang="en-US" sz="1100" dirty="0">
              <a:latin typeface="Arial" panose="020B0604020202090204"/>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44454" y="365127"/>
            <a:ext cx="10709031" cy="734621"/>
          </a:xfrm>
        </p:spPr>
        <p:txBody>
          <a:bodyPr>
            <a:normAutofit/>
          </a:bodyPr>
          <a:lstStyle/>
          <a:p>
            <a:r>
              <a:rPr lang="en-US">
                <a:latin typeface="Arial" panose="020B0604020202090204"/>
                <a:sym typeface="+mn-ea"/>
              </a:rPr>
              <a:t>Overview of SAFe</a:t>
            </a:r>
            <a:endParaRPr lang="en-US"/>
          </a:p>
        </p:txBody>
      </p:sp>
      <p:sp>
        <p:nvSpPr>
          <p:cNvPr id="3" name="Slide Number Placeholder 2"/>
          <p:cNvSpPr>
            <a:spLocks noGrp="1"/>
          </p:cNvSpPr>
          <p:nvPr>
            <p:ph type="sldNum" sz="quarter" idx="12"/>
          </p:nvPr>
        </p:nvSpPr>
        <p:spPr/>
        <p:txBody>
          <a:bodyPr/>
          <a:lstStyle/>
          <a:p>
            <a:fld id="{4267CD5E-26CF-4249-8540-BB1D07FD4227}" type="slidenum">
              <a:rPr lang="en-US" smtClean="0"/>
              <a:t>9</a:t>
            </a:fld>
            <a:endParaRPr lang="en-US"/>
          </a:p>
        </p:txBody>
      </p:sp>
      <p:pic>
        <p:nvPicPr>
          <p:cNvPr id="8" name="Picture 7"/>
          <p:cNvPicPr>
            <a:picLocks noChangeAspect="1"/>
          </p:cNvPicPr>
          <p:nvPr/>
        </p:nvPicPr>
        <p:blipFill>
          <a:blip r:embed="rId2"/>
          <a:srcRect/>
          <a:stretch/>
        </p:blipFill>
        <p:spPr>
          <a:xfrm>
            <a:off x="1104187" y="909820"/>
            <a:ext cx="7101814" cy="5367020"/>
          </a:xfrm>
          <a:prstGeom prst="rect">
            <a:avLst/>
          </a:prstGeom>
        </p:spPr>
      </p:pic>
      <p:sp>
        <p:nvSpPr>
          <p:cNvPr id="2" name="Text Box 1"/>
          <p:cNvSpPr txBox="1"/>
          <p:nvPr/>
        </p:nvSpPr>
        <p:spPr>
          <a:xfrm>
            <a:off x="8339216" y="6015230"/>
            <a:ext cx="2916614" cy="261610"/>
          </a:xfrm>
          <a:prstGeom prst="rect">
            <a:avLst/>
          </a:prstGeom>
          <a:noFill/>
        </p:spPr>
        <p:txBody>
          <a:bodyPr wrap="square" rtlCol="0">
            <a:spAutoFit/>
          </a:bodyPr>
          <a:lstStyle/>
          <a:p>
            <a:r>
              <a:rPr lang="en-US" sz="1100">
                <a:hlinkClick r:id="rId3" action="ppaction://hlinkfile"/>
              </a:rPr>
              <a:t>https://scalingsoftwareagility.wordpress.com/</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a:latin typeface="Arial" panose="020B0604020202090204"/>
                <a:sym typeface="+mn-ea"/>
              </a:rPr>
              <a:t>Three levels of organization</a:t>
            </a:r>
            <a:endParaRPr lang="en-US"/>
          </a:p>
        </p:txBody>
      </p:sp>
      <p:sp>
        <p:nvSpPr>
          <p:cNvPr id="3" name="Slide Number Placeholder 2"/>
          <p:cNvSpPr>
            <a:spLocks noGrp="1"/>
          </p:cNvSpPr>
          <p:nvPr>
            <p:ph type="sldNum" sz="quarter" idx="12"/>
          </p:nvPr>
        </p:nvSpPr>
        <p:spPr/>
        <p:txBody>
          <a:bodyPr/>
          <a:lstStyle/>
          <a:p>
            <a:fld id="{4267CD5E-26CF-4249-8540-BB1D07FD4227}" type="slidenum">
              <a:rPr lang="en-US" smtClean="0"/>
              <a:t>10</a:t>
            </a:fld>
            <a:endParaRPr lang="en-US"/>
          </a:p>
        </p:txBody>
      </p:sp>
      <p:graphicFrame>
        <p:nvGraphicFramePr>
          <p:cNvPr id="2" name="Table 1"/>
          <p:cNvGraphicFramePr/>
          <p:nvPr>
            <p:custDataLst>
              <p:tags r:id="rId1"/>
            </p:custDataLst>
            <p:extLst>
              <p:ext uri="{D42A27DB-BD31-4B8C-83A1-F6EECF244321}">
                <p14:modId xmlns:p14="http://schemas.microsoft.com/office/powerpoint/2010/main" val="350445363"/>
              </p:ext>
            </p:extLst>
          </p:nvPr>
        </p:nvGraphicFramePr>
        <p:xfrm>
          <a:off x="1564807" y="1413042"/>
          <a:ext cx="7965440" cy="4378960"/>
        </p:xfrm>
        <a:graphic>
          <a:graphicData uri="http://schemas.openxmlformats.org/drawingml/2006/table">
            <a:tbl>
              <a:tblPr firstRow="1" bandRow="1">
                <a:tableStyleId>{5C22544A-7EE6-4342-B048-85BDC9FD1C3A}</a:tableStyleId>
              </a:tblPr>
              <a:tblGrid>
                <a:gridCol w="1991360">
                  <a:extLst>
                    <a:ext uri="{9D8B030D-6E8A-4147-A177-3AD203B41FA5}">
                      <a16:colId xmlns:a16="http://schemas.microsoft.com/office/drawing/2014/main" val="20000"/>
                    </a:ext>
                  </a:extLst>
                </a:gridCol>
                <a:gridCol w="1991360">
                  <a:extLst>
                    <a:ext uri="{9D8B030D-6E8A-4147-A177-3AD203B41FA5}">
                      <a16:colId xmlns:a16="http://schemas.microsoft.com/office/drawing/2014/main" val="20001"/>
                    </a:ext>
                  </a:extLst>
                </a:gridCol>
                <a:gridCol w="1836420">
                  <a:extLst>
                    <a:ext uri="{9D8B030D-6E8A-4147-A177-3AD203B41FA5}">
                      <a16:colId xmlns:a16="http://schemas.microsoft.com/office/drawing/2014/main" val="20002"/>
                    </a:ext>
                  </a:extLst>
                </a:gridCol>
                <a:gridCol w="2146300">
                  <a:extLst>
                    <a:ext uri="{9D8B030D-6E8A-4147-A177-3AD203B41FA5}">
                      <a16:colId xmlns:a16="http://schemas.microsoft.com/office/drawing/2014/main" val="20003"/>
                    </a:ext>
                  </a:extLst>
                </a:gridCol>
              </a:tblGrid>
              <a:tr h="1094740">
                <a:tc>
                  <a:txBody>
                    <a:bodyPr/>
                    <a:lstStyle/>
                    <a:p>
                      <a:pPr>
                        <a:buNone/>
                      </a:pPr>
                      <a:r>
                        <a:rPr lang="en-US"/>
                        <a:t>Level</a:t>
                      </a:r>
                    </a:p>
                  </a:txBody>
                  <a:tcPr/>
                </a:tc>
                <a:tc>
                  <a:txBody>
                    <a:bodyPr/>
                    <a:lstStyle/>
                    <a:p>
                      <a:pPr>
                        <a:buNone/>
                      </a:pPr>
                      <a:r>
                        <a:rPr lang="en-US"/>
                        <a:t>Role</a:t>
                      </a:r>
                    </a:p>
                  </a:txBody>
                  <a:tcPr/>
                </a:tc>
                <a:tc>
                  <a:txBody>
                    <a:bodyPr/>
                    <a:lstStyle/>
                    <a:p>
                      <a:pPr>
                        <a:buNone/>
                      </a:pPr>
                      <a:r>
                        <a:rPr lang="en-US"/>
                        <a:t>Title</a:t>
                      </a:r>
                    </a:p>
                  </a:txBody>
                  <a:tcPr/>
                </a:tc>
                <a:tc>
                  <a:txBody>
                    <a:bodyPr/>
                    <a:lstStyle/>
                    <a:p>
                      <a:pPr>
                        <a:buNone/>
                      </a:pPr>
                      <a:r>
                        <a:rPr lang="en-US"/>
                        <a:t>Requirements</a:t>
                      </a:r>
                    </a:p>
                  </a:txBody>
                  <a:tcPr/>
                </a:tc>
                <a:extLst>
                  <a:ext uri="{0D108BD9-81ED-4DB2-BD59-A6C34878D82A}">
                    <a16:rowId xmlns:a16="http://schemas.microsoft.com/office/drawing/2014/main" val="10000"/>
                  </a:ext>
                </a:extLst>
              </a:tr>
              <a:tr h="1094740">
                <a:tc>
                  <a:txBody>
                    <a:bodyPr/>
                    <a:lstStyle/>
                    <a:p>
                      <a:pPr>
                        <a:buNone/>
                      </a:pPr>
                      <a:r>
                        <a:rPr lang="en-US" b="1"/>
                        <a:t>Portfolio</a:t>
                      </a:r>
                    </a:p>
                  </a:txBody>
                  <a:tcPr/>
                </a:tc>
                <a:tc>
                  <a:txBody>
                    <a:bodyPr/>
                    <a:lstStyle/>
                    <a:p>
                      <a:pPr>
                        <a:buNone/>
                      </a:pPr>
                      <a:r>
                        <a:rPr lang="en-US"/>
                        <a:t>Long-term planning</a:t>
                      </a:r>
                    </a:p>
                  </a:txBody>
                  <a:tcPr/>
                </a:tc>
                <a:tc>
                  <a:txBody>
                    <a:bodyPr/>
                    <a:lstStyle/>
                    <a:p>
                      <a:pPr>
                        <a:buNone/>
                      </a:pPr>
                      <a:r>
                        <a:rPr lang="en-US"/>
                        <a:t>Portfolio Manager</a:t>
                      </a:r>
                    </a:p>
                  </a:txBody>
                  <a:tcPr/>
                </a:tc>
                <a:tc>
                  <a:txBody>
                    <a:bodyPr/>
                    <a:lstStyle/>
                    <a:p>
                      <a:pPr>
                        <a:buNone/>
                      </a:pPr>
                      <a:r>
                        <a:rPr lang="en-US" dirty="0"/>
                        <a:t>Theme/Epics</a:t>
                      </a:r>
                    </a:p>
                  </a:txBody>
                  <a:tcPr/>
                </a:tc>
                <a:extLst>
                  <a:ext uri="{0D108BD9-81ED-4DB2-BD59-A6C34878D82A}">
                    <a16:rowId xmlns:a16="http://schemas.microsoft.com/office/drawing/2014/main" val="10001"/>
                  </a:ext>
                </a:extLst>
              </a:tr>
              <a:tr h="1094740">
                <a:tc>
                  <a:txBody>
                    <a:bodyPr/>
                    <a:lstStyle/>
                    <a:p>
                      <a:pPr>
                        <a:buNone/>
                      </a:pPr>
                      <a:r>
                        <a:rPr lang="en-US" b="1"/>
                        <a:t>Program</a:t>
                      </a:r>
                    </a:p>
                  </a:txBody>
                  <a:tcPr/>
                </a:tc>
                <a:tc>
                  <a:txBody>
                    <a:bodyPr/>
                    <a:lstStyle/>
                    <a:p>
                      <a:pPr>
                        <a:buNone/>
                      </a:pPr>
                      <a:r>
                        <a:rPr lang="en-US"/>
                        <a:t>Large system management</a:t>
                      </a:r>
                    </a:p>
                  </a:txBody>
                  <a:tcPr/>
                </a:tc>
                <a:tc>
                  <a:txBody>
                    <a:bodyPr/>
                    <a:lstStyle/>
                    <a:p>
                      <a:pPr>
                        <a:buNone/>
                      </a:pPr>
                      <a:r>
                        <a:rPr lang="en-US"/>
                        <a:t>Product Manager</a:t>
                      </a:r>
                    </a:p>
                  </a:txBody>
                  <a:tcPr/>
                </a:tc>
                <a:tc>
                  <a:txBody>
                    <a:bodyPr/>
                    <a:lstStyle/>
                    <a:p>
                      <a:pPr>
                        <a:buNone/>
                      </a:pPr>
                      <a:r>
                        <a:rPr lang="en-US" dirty="0"/>
                        <a:t>Epics/Features</a:t>
                      </a:r>
                    </a:p>
                  </a:txBody>
                  <a:tcPr/>
                </a:tc>
                <a:extLst>
                  <a:ext uri="{0D108BD9-81ED-4DB2-BD59-A6C34878D82A}">
                    <a16:rowId xmlns:a16="http://schemas.microsoft.com/office/drawing/2014/main" val="10002"/>
                  </a:ext>
                </a:extLst>
              </a:tr>
              <a:tr h="1094740">
                <a:tc>
                  <a:txBody>
                    <a:bodyPr/>
                    <a:lstStyle/>
                    <a:p>
                      <a:pPr>
                        <a:buNone/>
                      </a:pPr>
                      <a:r>
                        <a:rPr lang="en-US" b="1"/>
                        <a:t>Project</a:t>
                      </a:r>
                    </a:p>
                  </a:txBody>
                  <a:tcPr/>
                </a:tc>
                <a:tc>
                  <a:txBody>
                    <a:bodyPr/>
                    <a:lstStyle/>
                    <a:p>
                      <a:pPr>
                        <a:buNone/>
                      </a:pPr>
                      <a:r>
                        <a:rPr lang="en-US"/>
                        <a:t>Traditional Scrum teams</a:t>
                      </a:r>
                    </a:p>
                  </a:txBody>
                  <a:tcPr/>
                </a:tc>
                <a:tc>
                  <a:txBody>
                    <a:bodyPr/>
                    <a:lstStyle/>
                    <a:p>
                      <a:pPr>
                        <a:buNone/>
                      </a:pPr>
                      <a:r>
                        <a:rPr lang="en-US"/>
                        <a:t>Product Owner</a:t>
                      </a:r>
                    </a:p>
                  </a:txBody>
                  <a:tcPr/>
                </a:tc>
                <a:tc>
                  <a:txBody>
                    <a:bodyPr/>
                    <a:lstStyle/>
                    <a:p>
                      <a:pPr>
                        <a:buNone/>
                      </a:pPr>
                      <a:r>
                        <a:rPr lang="en-US" dirty="0"/>
                        <a:t>User Stories</a:t>
                      </a: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a:latin typeface="Arial" panose="020B0604020202090204"/>
                <a:sym typeface="+mn-ea"/>
              </a:rPr>
              <a:t>Project Level of SAFe</a:t>
            </a:r>
            <a:endParaRPr lang="en-US"/>
          </a:p>
        </p:txBody>
      </p:sp>
      <p:sp>
        <p:nvSpPr>
          <p:cNvPr id="2" name="Content Placeholder 1"/>
          <p:cNvSpPr>
            <a:spLocks noGrp="1"/>
          </p:cNvSpPr>
          <p:nvPr>
            <p:ph idx="1"/>
          </p:nvPr>
        </p:nvSpPr>
        <p:spPr>
          <a:xfrm>
            <a:off x="644525" y="1797050"/>
            <a:ext cx="10709275" cy="4284980"/>
          </a:xfrm>
        </p:spPr>
        <p:txBody>
          <a:bodyPr>
            <a:normAutofit/>
          </a:bodyPr>
          <a:lstStyle/>
          <a:p>
            <a:pPr marL="438150" indent="-495300">
              <a:lnSpc>
                <a:spcPct val="115000"/>
              </a:lnSpc>
            </a:pPr>
            <a:endParaRPr lang="en-US" dirty="0">
              <a:latin typeface="Arial" panose="020B0604020202090204"/>
              <a:sym typeface="+mn-ea"/>
            </a:endParaRPr>
          </a:p>
          <a:p>
            <a:pPr marL="438150" indent="-495300">
              <a:lnSpc>
                <a:spcPct val="115000"/>
              </a:lnSpc>
            </a:pPr>
            <a:endParaRPr lang="en-US" dirty="0">
              <a:latin typeface="Arial" panose="020B0604020202090204"/>
              <a:sym typeface="+mn-ea"/>
            </a:endParaRPr>
          </a:p>
          <a:p>
            <a:pPr marL="438150" indent="-495300">
              <a:lnSpc>
                <a:spcPct val="115000"/>
              </a:lnSpc>
            </a:pPr>
            <a:endParaRPr lang="en-US" dirty="0">
              <a:latin typeface="Arial" panose="020B0604020202090204"/>
              <a:sym typeface="+mn-ea"/>
            </a:endParaRPr>
          </a:p>
          <a:p>
            <a:pPr marL="438150" indent="-495300">
              <a:lnSpc>
                <a:spcPct val="115000"/>
              </a:lnSpc>
            </a:pPr>
            <a:endParaRPr lang="en-US" dirty="0">
              <a:latin typeface="Arial" panose="020B0604020202090204"/>
              <a:sym typeface="+mn-ea"/>
            </a:endParaRPr>
          </a:p>
          <a:p>
            <a:pPr>
              <a:lnSpc>
                <a:spcPct val="115000"/>
              </a:lnSpc>
            </a:pPr>
            <a:r>
              <a:rPr lang="en-US" sz="2000" dirty="0">
                <a:latin typeface="Arial" panose="020B0604020202090204"/>
                <a:sym typeface="+mn-ea"/>
              </a:rPr>
              <a:t>Agile teams define, implement, and test user stories. </a:t>
            </a:r>
          </a:p>
          <a:p>
            <a:pPr lvl="1">
              <a:lnSpc>
                <a:spcPct val="115000"/>
              </a:lnSpc>
            </a:pPr>
            <a:r>
              <a:rPr lang="en-US" sz="2000" dirty="0">
                <a:latin typeface="Arial" panose="020B0604020202090204"/>
                <a:sym typeface="+mn-ea"/>
              </a:rPr>
              <a:t>Use Lean, Scrum and/or Kanban</a:t>
            </a:r>
          </a:p>
          <a:p>
            <a:pPr lvl="1">
              <a:lnSpc>
                <a:spcPct val="115000"/>
              </a:lnSpc>
            </a:pPr>
            <a:r>
              <a:rPr lang="en-US" sz="2000" dirty="0">
                <a:latin typeface="Arial" panose="020B0604020202090204"/>
                <a:sym typeface="+mn-ea"/>
              </a:rPr>
              <a:t>Deliver components or features</a:t>
            </a:r>
          </a:p>
          <a:p>
            <a:pPr>
              <a:lnSpc>
                <a:spcPct val="115000"/>
              </a:lnSpc>
            </a:pPr>
            <a:r>
              <a:rPr lang="en-US" sz="2000" dirty="0">
                <a:latin typeface="Arial" panose="020B0604020202090204"/>
                <a:sym typeface="+mn-ea"/>
              </a:rPr>
              <a:t>Small enterprises may have a few teams</a:t>
            </a:r>
          </a:p>
          <a:p>
            <a:pPr>
              <a:lnSpc>
                <a:spcPct val="115000"/>
              </a:lnSpc>
            </a:pPr>
            <a:r>
              <a:rPr lang="en-US" sz="2000" dirty="0">
                <a:latin typeface="Arial" panose="020B0604020202090204"/>
                <a:sym typeface="+mn-ea"/>
              </a:rPr>
              <a:t>Larger enterprises may have </a:t>
            </a:r>
            <a:r>
              <a:rPr lang="en-US" sz="2000" b="1" dirty="0">
                <a:solidFill>
                  <a:srgbClr val="C00000"/>
                </a:solidFill>
                <a:latin typeface="Arial" panose="020B0604020202090204"/>
                <a:sym typeface="+mn-ea"/>
              </a:rPr>
              <a:t>“pods” </a:t>
            </a:r>
            <a:r>
              <a:rPr lang="en-US" sz="2000" dirty="0">
                <a:latin typeface="Arial" panose="020B0604020202090204"/>
                <a:sym typeface="+mn-ea"/>
              </a:rPr>
              <a:t>of teams</a:t>
            </a:r>
            <a:endParaRPr lang="en-US" sz="2000" dirty="0">
              <a:latin typeface="Arial" panose="020B0604020202090204"/>
            </a:endParaRPr>
          </a:p>
          <a:p>
            <a:pPr indent="495300"/>
            <a:endParaRPr lang="en-US" sz="2000" dirty="0"/>
          </a:p>
        </p:txBody>
      </p:sp>
      <p:sp>
        <p:nvSpPr>
          <p:cNvPr id="3" name="Slide Number Placeholder 2"/>
          <p:cNvSpPr>
            <a:spLocks noGrp="1"/>
          </p:cNvSpPr>
          <p:nvPr>
            <p:ph type="sldNum" sz="quarter" idx="12"/>
          </p:nvPr>
        </p:nvSpPr>
        <p:spPr/>
        <p:txBody>
          <a:bodyPr/>
          <a:lstStyle/>
          <a:p>
            <a:fld id="{4267CD5E-26CF-4249-8540-BB1D07FD4227}" type="slidenum">
              <a:rPr lang="en-US" smtClean="0"/>
              <a:t>11</a:t>
            </a:fld>
            <a:endParaRPr lang="en-US"/>
          </a:p>
        </p:txBody>
      </p:sp>
      <p:pic>
        <p:nvPicPr>
          <p:cNvPr id="6" name="Picture 5"/>
          <p:cNvPicPr>
            <a:picLocks noChangeAspect="1"/>
          </p:cNvPicPr>
          <p:nvPr/>
        </p:nvPicPr>
        <p:blipFill>
          <a:blip r:embed="rId2"/>
          <a:srcRect/>
          <a:stretch/>
        </p:blipFill>
        <p:spPr>
          <a:xfrm>
            <a:off x="1705567" y="1099820"/>
            <a:ext cx="8780230" cy="226504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a:latin typeface="Arial" panose="020B0604020202090204"/>
                <a:sym typeface="+mn-ea"/>
              </a:rPr>
              <a:t>Project Level: Agile Teams</a:t>
            </a:r>
            <a:endParaRPr lang="en-US"/>
          </a:p>
        </p:txBody>
      </p:sp>
      <p:sp>
        <p:nvSpPr>
          <p:cNvPr id="2" name="Content Placeholder 1"/>
          <p:cNvSpPr>
            <a:spLocks noGrp="1"/>
          </p:cNvSpPr>
          <p:nvPr>
            <p:ph idx="1"/>
          </p:nvPr>
        </p:nvSpPr>
        <p:spPr>
          <a:xfrm>
            <a:off x="646676" y="1489769"/>
            <a:ext cx="10709031" cy="3879273"/>
          </a:xfrm>
        </p:spPr>
        <p:txBody>
          <a:bodyPr>
            <a:normAutofit fontScale="92500" lnSpcReduction="10000"/>
          </a:bodyPr>
          <a:lstStyle/>
          <a:p>
            <a:r>
              <a:rPr lang="en-US" sz="2100" dirty="0">
                <a:latin typeface="Arial" panose="020B0604020202090204"/>
                <a:sym typeface="+mn-ea"/>
              </a:rPr>
              <a:t>5-9 people</a:t>
            </a:r>
          </a:p>
          <a:p>
            <a:endParaRPr lang="en-US" sz="2100" dirty="0">
              <a:latin typeface="Arial" panose="020B0604020202090204"/>
              <a:sym typeface="+mn-ea"/>
            </a:endParaRPr>
          </a:p>
          <a:p>
            <a:r>
              <a:rPr lang="en-US" sz="2100" dirty="0">
                <a:latin typeface="Arial" panose="020B0604020202090204"/>
                <a:sym typeface="+mn-ea"/>
              </a:rPr>
              <a:t>Organized around a single component or feature</a:t>
            </a:r>
          </a:p>
          <a:p>
            <a:pPr lvl="1"/>
            <a:r>
              <a:rPr lang="en-US" sz="2100" dirty="0">
                <a:latin typeface="Arial" panose="020B0604020202090204"/>
                <a:sym typeface="+mn-ea"/>
              </a:rPr>
              <a:t>Define user stories </a:t>
            </a:r>
          </a:p>
          <a:p>
            <a:pPr lvl="1"/>
            <a:r>
              <a:rPr lang="en-US" sz="2100" dirty="0">
                <a:latin typeface="Arial" panose="020B0604020202090204"/>
                <a:sym typeface="+mn-ea"/>
              </a:rPr>
              <a:t>Build </a:t>
            </a:r>
          </a:p>
          <a:p>
            <a:pPr lvl="1"/>
            <a:r>
              <a:rPr lang="en-US" sz="2100" dirty="0">
                <a:latin typeface="Arial" panose="020B0604020202090204"/>
                <a:sym typeface="+mn-ea"/>
              </a:rPr>
              <a:t>Test </a:t>
            </a:r>
          </a:p>
          <a:p>
            <a:pPr lvl="1"/>
            <a:r>
              <a:rPr lang="en-US" sz="2100" dirty="0">
                <a:latin typeface="Arial" panose="020B0604020202090204"/>
                <a:sym typeface="+mn-ea"/>
              </a:rPr>
              <a:t>May do acceptance testing</a:t>
            </a:r>
          </a:p>
          <a:p>
            <a:pPr marL="0" indent="0">
              <a:buNone/>
            </a:pPr>
            <a:endParaRPr lang="en-US" sz="2100" dirty="0">
              <a:latin typeface="Arial" panose="020B0604020202090204"/>
              <a:sym typeface="+mn-ea"/>
            </a:endParaRPr>
          </a:p>
          <a:p>
            <a:r>
              <a:rPr lang="en-US" sz="2100" dirty="0">
                <a:latin typeface="Arial" panose="020B0604020202090204"/>
                <a:sym typeface="+mn-ea"/>
              </a:rPr>
              <a:t>May be supported by specialists:</a:t>
            </a:r>
          </a:p>
          <a:p>
            <a:pPr lvl="1"/>
            <a:r>
              <a:rPr lang="en-US" sz="2100" dirty="0">
                <a:latin typeface="Arial" panose="020B0604020202090204"/>
                <a:sym typeface="+mn-ea"/>
              </a:rPr>
              <a:t>Architects</a:t>
            </a:r>
          </a:p>
          <a:p>
            <a:pPr lvl="1"/>
            <a:r>
              <a:rPr lang="en-US" sz="2100" dirty="0">
                <a:latin typeface="Arial" panose="020B0604020202090204"/>
                <a:sym typeface="+mn-ea"/>
              </a:rPr>
              <a:t>Technical writers</a:t>
            </a:r>
          </a:p>
          <a:p>
            <a:pPr lvl="1"/>
            <a:r>
              <a:rPr lang="en-US" sz="2100" dirty="0">
                <a:latin typeface="Arial" panose="020B0604020202090204"/>
                <a:sym typeface="+mn-ea"/>
              </a:rPr>
              <a:t>Internal IT</a:t>
            </a:r>
            <a:endParaRPr lang="en-US" sz="2100" dirty="0">
              <a:latin typeface="Arial" panose="020B0604020202090204"/>
            </a:endParaRPr>
          </a:p>
          <a:p>
            <a:endParaRPr lang="en-US" dirty="0">
              <a:latin typeface="Arial" panose="020B0604020202090204"/>
              <a:sym typeface="+mn-ea"/>
            </a:endParaRPr>
          </a:p>
          <a:p>
            <a:endParaRPr lang="en-US" dirty="0">
              <a:latin typeface="Arial" panose="020B0604020202090204"/>
              <a:sym typeface="+mn-ea"/>
            </a:endParaRPr>
          </a:p>
          <a:p>
            <a:pPr lvl="1"/>
            <a:endParaRPr lang="en-US" dirty="0">
              <a:latin typeface="Arial" panose="020B0604020202090204"/>
            </a:endParaRPr>
          </a:p>
          <a:p>
            <a:endParaRPr lang="en-US" dirty="0">
              <a:latin typeface="Arial" panose="020B0604020202090204"/>
            </a:endParaRPr>
          </a:p>
        </p:txBody>
      </p:sp>
      <p:sp>
        <p:nvSpPr>
          <p:cNvPr id="3" name="Slide Number Placeholder 2"/>
          <p:cNvSpPr>
            <a:spLocks noGrp="1"/>
          </p:cNvSpPr>
          <p:nvPr>
            <p:ph type="sldNum" sz="quarter" idx="12"/>
          </p:nvPr>
        </p:nvSpPr>
        <p:spPr/>
        <p:txBody>
          <a:bodyPr/>
          <a:lstStyle/>
          <a:p>
            <a:fld id="{4267CD5E-26CF-4249-8540-BB1D07FD4227}" type="slidenum">
              <a:rPr lang="en-US" smtClean="0"/>
              <a:t>12</a:t>
            </a:fld>
            <a:endParaRPr lang="en-US"/>
          </a:p>
        </p:txBody>
      </p:sp>
      <p:pic>
        <p:nvPicPr>
          <p:cNvPr id="6" name="Picture 5"/>
          <p:cNvPicPr>
            <a:picLocks noChangeAspect="1"/>
          </p:cNvPicPr>
          <p:nvPr/>
        </p:nvPicPr>
        <p:blipFill>
          <a:blip r:embed="rId2"/>
          <a:srcRect/>
          <a:stretch/>
        </p:blipFill>
        <p:spPr>
          <a:xfrm>
            <a:off x="7389052" y="1346200"/>
            <a:ext cx="3586095" cy="26924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atin typeface="Arial" panose="020B0604020202090204"/>
                <a:sym typeface="+mn-ea"/>
              </a:rPr>
              <a:t>Project Level: Pods of Agile Teams</a:t>
            </a:r>
            <a:endParaRPr lang="en-US"/>
          </a:p>
        </p:txBody>
      </p:sp>
      <p:sp>
        <p:nvSpPr>
          <p:cNvPr id="2" name="Content Placeholder 1"/>
          <p:cNvSpPr>
            <a:spLocks noGrp="1"/>
          </p:cNvSpPr>
          <p:nvPr>
            <p:ph idx="1"/>
          </p:nvPr>
        </p:nvSpPr>
        <p:spPr>
          <a:xfrm>
            <a:off x="646359" y="1592826"/>
            <a:ext cx="10709275" cy="4395391"/>
          </a:xfrm>
        </p:spPr>
        <p:txBody>
          <a:bodyPr/>
          <a:lstStyle/>
          <a:p>
            <a:pPr marL="428625" lvl="1" indent="0">
              <a:lnSpc>
                <a:spcPct val="137000"/>
              </a:lnSpc>
              <a:spcAft>
                <a:spcPts val="210"/>
              </a:spcAft>
              <a:buNone/>
            </a:pPr>
            <a:endParaRPr lang="en-US" dirty="0">
              <a:latin typeface="Arial" panose="020B0604020202090204"/>
            </a:endParaRPr>
          </a:p>
          <a:p>
            <a:pPr marL="514350" indent="-285750">
              <a:lnSpc>
                <a:spcPct val="121000"/>
              </a:lnSpc>
            </a:pPr>
            <a:r>
              <a:rPr lang="en-US" sz="2000" dirty="0">
                <a:latin typeface="Arial" panose="020B0604020202090204"/>
                <a:sym typeface="+mn-ea"/>
              </a:rPr>
              <a:t>Larger systems may require groups of teams </a:t>
            </a:r>
          </a:p>
          <a:p>
            <a:pPr marL="788670" lvl="1" indent="-285750">
              <a:lnSpc>
                <a:spcPct val="121000"/>
              </a:lnSpc>
            </a:pPr>
            <a:r>
              <a:rPr lang="en-US" dirty="0">
                <a:latin typeface="Arial" panose="020B0604020202090204"/>
                <a:sym typeface="+mn-ea"/>
              </a:rPr>
              <a:t>Deliver features, systems/subsystems</a:t>
            </a:r>
          </a:p>
          <a:p>
            <a:pPr marL="514350" indent="-285750">
              <a:lnSpc>
                <a:spcPct val="121000"/>
              </a:lnSpc>
            </a:pPr>
            <a:r>
              <a:rPr lang="en-US" sz="2000" dirty="0">
                <a:latin typeface="Arial" panose="020B0604020202090204"/>
                <a:sym typeface="+mn-ea"/>
              </a:rPr>
              <a:t>3-10 teams cooperating with one another</a:t>
            </a:r>
            <a:endParaRPr lang="en-US" dirty="0">
              <a:latin typeface="Arial" panose="020B0604020202090204"/>
              <a:sym typeface="+mn-ea"/>
            </a:endParaRPr>
          </a:p>
          <a:p>
            <a:pPr marL="514350" indent="-285750">
              <a:lnSpc>
                <a:spcPct val="121000"/>
              </a:lnSpc>
            </a:pPr>
            <a:r>
              <a:rPr lang="en-US" sz="2000" dirty="0">
                <a:latin typeface="Arial" panose="020B0604020202090204"/>
                <a:sym typeface="+mn-ea"/>
              </a:rPr>
              <a:t>50-100 people collaborating face-to-face</a:t>
            </a:r>
            <a:endParaRPr lang="en-US" dirty="0">
              <a:latin typeface="Arial" panose="020B0604020202090204"/>
              <a:sym typeface="+mn-ea"/>
            </a:endParaRPr>
          </a:p>
          <a:p>
            <a:pPr marL="514350" indent="-285750">
              <a:lnSpc>
                <a:spcPct val="121000"/>
              </a:lnSpc>
            </a:pPr>
            <a:r>
              <a:rPr lang="en-US" sz="2000" dirty="0">
                <a:latin typeface="Arial" panose="020B0604020202090204"/>
                <a:sym typeface="+mn-ea"/>
              </a:rPr>
              <a:t>Each team primarily works alone but the other teams are readily available for collaboration</a:t>
            </a:r>
            <a:endParaRPr lang="en-US" sz="2000" dirty="0">
              <a:latin typeface="Arial" panose="020B0604020202090204"/>
            </a:endParaRPr>
          </a:p>
          <a:p>
            <a:pPr indent="0">
              <a:lnSpc>
                <a:spcPct val="121000"/>
              </a:lnSpc>
              <a:buNone/>
            </a:pPr>
            <a:endParaRPr lang="en-US" dirty="0">
              <a:latin typeface="Arial" panose="020B0604020202090204"/>
            </a:endParaRPr>
          </a:p>
        </p:txBody>
      </p:sp>
      <p:sp>
        <p:nvSpPr>
          <p:cNvPr id="3" name="Slide Number Placeholder 2"/>
          <p:cNvSpPr>
            <a:spLocks noGrp="1"/>
          </p:cNvSpPr>
          <p:nvPr>
            <p:ph type="sldNum" sz="quarter" idx="12"/>
          </p:nvPr>
        </p:nvSpPr>
        <p:spPr/>
        <p:txBody>
          <a:bodyPr/>
          <a:lstStyle/>
          <a:p>
            <a:fld id="{4267CD5E-26CF-4249-8540-BB1D07FD4227}" type="slidenum">
              <a:rPr lang="en-US" smtClean="0"/>
              <a:t>13</a:t>
            </a:fld>
            <a:endParaRPr lang="en-US"/>
          </a:p>
        </p:txBody>
      </p:sp>
      <p:pic>
        <p:nvPicPr>
          <p:cNvPr id="6" name="Picture 5"/>
          <p:cNvPicPr>
            <a:picLocks noChangeAspect="1"/>
          </p:cNvPicPr>
          <p:nvPr/>
        </p:nvPicPr>
        <p:blipFill>
          <a:blip r:embed="rId2"/>
          <a:srcRect/>
          <a:stretch/>
        </p:blipFill>
        <p:spPr>
          <a:xfrm>
            <a:off x="7515798" y="1388371"/>
            <a:ext cx="3231715" cy="242633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dirty="0">
                <a:latin typeface="Arial" panose="020B0604020202090204"/>
                <a:sym typeface="+mn-ea"/>
              </a:rPr>
              <a:t>Project Level: Roles on Agile Teams</a:t>
            </a:r>
            <a:endParaRPr lang="en-US" dirty="0"/>
          </a:p>
        </p:txBody>
      </p:sp>
      <p:sp>
        <p:nvSpPr>
          <p:cNvPr id="2" name="Content Placeholder 1"/>
          <p:cNvSpPr>
            <a:spLocks noGrp="1"/>
          </p:cNvSpPr>
          <p:nvPr>
            <p:ph idx="1"/>
          </p:nvPr>
        </p:nvSpPr>
        <p:spPr>
          <a:xfrm>
            <a:off x="644525" y="1294765"/>
            <a:ext cx="10709275" cy="4981575"/>
          </a:xfrm>
        </p:spPr>
        <p:txBody>
          <a:bodyPr>
            <a:normAutofit/>
          </a:bodyPr>
          <a:lstStyle/>
          <a:p>
            <a:pPr marL="514350" indent="-285750">
              <a:spcAft>
                <a:spcPts val="210"/>
              </a:spcAft>
            </a:pPr>
            <a:r>
              <a:rPr lang="en-US" b="1" dirty="0">
                <a:latin typeface="Arial" panose="020B0604020202090204"/>
                <a:sym typeface="+mn-ea"/>
              </a:rPr>
              <a:t>Product Owner</a:t>
            </a:r>
            <a:endParaRPr lang="en-US" b="1" dirty="0">
              <a:latin typeface="Arial" panose="020B0604020202090204"/>
            </a:endParaRPr>
          </a:p>
          <a:p>
            <a:pPr marL="945515" lvl="1" indent="-285750">
              <a:lnSpc>
                <a:spcPct val="143000"/>
              </a:lnSpc>
            </a:pPr>
            <a:r>
              <a:rPr lang="en-US" dirty="0">
                <a:latin typeface="Arial" panose="020B0604020202090204"/>
                <a:sym typeface="+mn-ea"/>
              </a:rPr>
              <a:t>Determine and prioritize requirements </a:t>
            </a:r>
          </a:p>
          <a:p>
            <a:pPr marL="945515" lvl="1" indent="-285750">
              <a:lnSpc>
                <a:spcPct val="143000"/>
              </a:lnSpc>
            </a:pPr>
            <a:r>
              <a:rPr lang="en-US" dirty="0">
                <a:latin typeface="Arial" panose="020B0604020202090204"/>
                <a:sym typeface="+mn-ea"/>
              </a:rPr>
              <a:t>Maintain Product Backlog</a:t>
            </a:r>
          </a:p>
          <a:p>
            <a:pPr marL="945515" lvl="1" indent="-285750">
              <a:lnSpc>
                <a:spcPct val="143000"/>
              </a:lnSpc>
            </a:pPr>
            <a:r>
              <a:rPr lang="en-US" dirty="0">
                <a:latin typeface="Arial" panose="020B0604020202090204"/>
                <a:sym typeface="+mn-ea"/>
              </a:rPr>
              <a:t>Collocated with the team for daily interaction</a:t>
            </a:r>
          </a:p>
          <a:p>
            <a:pPr marL="514350" indent="-285750">
              <a:spcAft>
                <a:spcPts val="210"/>
              </a:spcAft>
            </a:pPr>
            <a:r>
              <a:rPr lang="en-US" b="1" dirty="0">
                <a:latin typeface="Arial" panose="020B0604020202090204"/>
                <a:sym typeface="+mn-ea"/>
              </a:rPr>
              <a:t>Scrum/Agile Master</a:t>
            </a:r>
          </a:p>
          <a:p>
            <a:pPr marL="957580" lvl="1" indent="-285750">
              <a:lnSpc>
                <a:spcPct val="132000"/>
              </a:lnSpc>
            </a:pPr>
            <a:r>
              <a:rPr lang="en-US" dirty="0">
                <a:latin typeface="Arial" panose="020B0604020202090204"/>
                <a:sym typeface="+mn-ea"/>
              </a:rPr>
              <a:t>Train and coach team in use of Scrum </a:t>
            </a:r>
          </a:p>
          <a:p>
            <a:pPr marL="957580" lvl="1" indent="-285750">
              <a:lnSpc>
                <a:spcPct val="132000"/>
              </a:lnSpc>
            </a:pPr>
            <a:r>
              <a:rPr lang="en-US" dirty="0">
                <a:latin typeface="Arial" panose="020B0604020202090204"/>
                <a:sym typeface="+mn-ea"/>
              </a:rPr>
              <a:t>Act as "management/leadership proxy” </a:t>
            </a:r>
          </a:p>
          <a:p>
            <a:pPr marL="1231900" lvl="2" indent="-285750">
              <a:lnSpc>
                <a:spcPct val="132000"/>
              </a:lnSpc>
            </a:pPr>
            <a:r>
              <a:rPr lang="en-US" dirty="0">
                <a:latin typeface="Arial" panose="020B0604020202090204"/>
                <a:sym typeface="+mn-ea"/>
              </a:rPr>
              <a:t>Product management role</a:t>
            </a:r>
            <a:endParaRPr lang="en-US" b="1" dirty="0">
              <a:latin typeface="Arial" panose="020B0604020202090204"/>
              <a:sym typeface="+mn-ea"/>
            </a:endParaRPr>
          </a:p>
          <a:p>
            <a:pPr marL="514350" indent="-285750">
              <a:spcAft>
                <a:spcPts val="210"/>
              </a:spcAft>
            </a:pPr>
            <a:r>
              <a:rPr lang="en-US" b="1" dirty="0">
                <a:latin typeface="Arial" panose="020B0604020202090204"/>
                <a:sym typeface="+mn-ea"/>
              </a:rPr>
              <a:t>Developer</a:t>
            </a:r>
            <a:endParaRPr lang="en-US" b="1" dirty="0">
              <a:latin typeface="Arial" panose="020B0604020202090204"/>
            </a:endParaRPr>
          </a:p>
          <a:p>
            <a:pPr marL="683260" indent="-285750">
              <a:lnSpc>
                <a:spcPct val="132000"/>
              </a:lnSpc>
            </a:pPr>
            <a:r>
              <a:rPr lang="en-US" dirty="0">
                <a:latin typeface="Arial" panose="020B0604020202090204"/>
                <a:sym typeface="+mn-ea"/>
              </a:rPr>
              <a:t>Define, build, test and deliver software</a:t>
            </a:r>
          </a:p>
          <a:p>
            <a:pPr marL="683260" indent="-285750">
              <a:lnSpc>
                <a:spcPct val="132000"/>
              </a:lnSpc>
            </a:pPr>
            <a:r>
              <a:rPr lang="en-US" dirty="0">
                <a:latin typeface="Arial" panose="020B0604020202090204"/>
                <a:sym typeface="+mn-ea"/>
              </a:rPr>
              <a:t>May include "full or part-time architects, tech leads, user experience and documentation experts"</a:t>
            </a:r>
            <a:endParaRPr lang="en-US" b="1" dirty="0">
              <a:latin typeface="Arial" panose="020B0604020202090204"/>
              <a:sym typeface="+mn-ea"/>
            </a:endParaRPr>
          </a:p>
          <a:p>
            <a:pPr indent="177800">
              <a:lnSpc>
                <a:spcPct val="108000"/>
              </a:lnSpc>
            </a:pPr>
            <a:endParaRPr lang="en-US" dirty="0">
              <a:latin typeface="Arial" panose="020B0604020202090204"/>
            </a:endParaRPr>
          </a:p>
          <a:p>
            <a:pPr marL="397510" indent="12700">
              <a:lnSpc>
                <a:spcPct val="132000"/>
              </a:lnSpc>
            </a:pPr>
            <a:endParaRPr lang="en-US" dirty="0">
              <a:latin typeface="Arial" panose="020B0604020202090204"/>
            </a:endParaRPr>
          </a:p>
          <a:p>
            <a:pPr marL="385445" indent="12700">
              <a:lnSpc>
                <a:spcPct val="143000"/>
              </a:lnSpc>
            </a:pPr>
            <a:endParaRPr lang="en-US" dirty="0"/>
          </a:p>
        </p:txBody>
      </p:sp>
      <p:sp>
        <p:nvSpPr>
          <p:cNvPr id="3" name="Slide Number Placeholder 2"/>
          <p:cNvSpPr>
            <a:spLocks noGrp="1"/>
          </p:cNvSpPr>
          <p:nvPr>
            <p:ph type="sldNum" sz="quarter" idx="12"/>
          </p:nvPr>
        </p:nvSpPr>
        <p:spPr/>
        <p:txBody>
          <a:bodyPr/>
          <a:lstStyle/>
          <a:p>
            <a:fld id="{4267CD5E-26CF-4249-8540-BB1D07FD4227}" type="slidenum">
              <a:rPr lang="en-US" smtClean="0"/>
              <a:t>14</a:t>
            </a:fld>
            <a:endParaRPr lang="en-US"/>
          </a:p>
        </p:txBody>
      </p:sp>
      <p:pic>
        <p:nvPicPr>
          <p:cNvPr id="6" name="Picture 5"/>
          <p:cNvPicPr>
            <a:picLocks noChangeAspect="1"/>
          </p:cNvPicPr>
          <p:nvPr/>
        </p:nvPicPr>
        <p:blipFill>
          <a:blip r:embed="rId2"/>
          <a:srcRect/>
          <a:stretch/>
        </p:blipFill>
        <p:spPr>
          <a:xfrm>
            <a:off x="7002036" y="1901106"/>
            <a:ext cx="3586095" cy="26924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a:latin typeface="Arial" panose="020B0604020202090204"/>
                <a:sym typeface="+mn-ea"/>
              </a:rPr>
              <a:t>Project Level: Iterations (Sprints)</a:t>
            </a:r>
            <a:endParaRPr lang="en-US"/>
          </a:p>
        </p:txBody>
      </p:sp>
      <p:sp>
        <p:nvSpPr>
          <p:cNvPr id="2" name="Content Placeholder 1"/>
          <p:cNvSpPr>
            <a:spLocks noGrp="1"/>
          </p:cNvSpPr>
          <p:nvPr>
            <p:ph idx="1"/>
          </p:nvPr>
        </p:nvSpPr>
        <p:spPr>
          <a:xfrm>
            <a:off x="644525" y="1294765"/>
            <a:ext cx="10709275" cy="4787265"/>
          </a:xfrm>
        </p:spPr>
        <p:txBody>
          <a:bodyPr>
            <a:normAutofit/>
          </a:bodyPr>
          <a:lstStyle/>
          <a:p>
            <a:pPr marL="571500" indent="-342900">
              <a:lnSpc>
                <a:spcPct val="133000"/>
              </a:lnSpc>
            </a:pPr>
            <a:r>
              <a:rPr lang="en-US" sz="2000" dirty="0">
                <a:latin typeface="Arial" panose="020B0604020202090204"/>
                <a:sym typeface="+mn-ea"/>
              </a:rPr>
              <a:t>Standard time-boxed intervals</a:t>
            </a:r>
          </a:p>
          <a:p>
            <a:pPr marL="571500" indent="-342900">
              <a:lnSpc>
                <a:spcPct val="133000"/>
              </a:lnSpc>
            </a:pPr>
            <a:r>
              <a:rPr lang="en-US" sz="2000" dirty="0">
                <a:latin typeface="Arial" panose="020B0604020202090204"/>
                <a:sym typeface="+mn-ea"/>
              </a:rPr>
              <a:t>Iteration length is same for all teams</a:t>
            </a:r>
            <a:endParaRPr lang="en-US" dirty="0">
              <a:latin typeface="Arial" panose="020B0604020202090204"/>
            </a:endParaRPr>
          </a:p>
          <a:p>
            <a:pPr marL="1129030" lvl="1" indent="-285750">
              <a:lnSpc>
                <a:spcPct val="145000"/>
              </a:lnSpc>
            </a:pPr>
            <a:r>
              <a:rPr lang="en-US" dirty="0">
                <a:latin typeface="Arial" panose="020B0604020202090204"/>
                <a:sym typeface="+mn-ea"/>
              </a:rPr>
              <a:t>Typically, 2-4 weeks</a:t>
            </a:r>
            <a:endParaRPr lang="en-US" dirty="0">
              <a:latin typeface="Arial" panose="020B0604020202090204"/>
            </a:endParaRPr>
          </a:p>
          <a:p>
            <a:pPr marL="1129030" lvl="1" indent="-285750">
              <a:lnSpc>
                <a:spcPct val="145000"/>
              </a:lnSpc>
            </a:pPr>
            <a:r>
              <a:rPr lang="en-US" dirty="0">
                <a:latin typeface="Arial" panose="020B0604020202090204"/>
                <a:sym typeface="+mn-ea"/>
              </a:rPr>
              <a:t>Need to integrate modules across teams</a:t>
            </a:r>
            <a:endParaRPr lang="en-US" dirty="0">
              <a:latin typeface="Arial" panose="020B0604020202090204"/>
            </a:endParaRPr>
          </a:p>
          <a:p>
            <a:pPr marL="1129030" lvl="1" indent="-285750">
              <a:lnSpc>
                <a:spcPct val="145000"/>
              </a:lnSpc>
            </a:pPr>
            <a:r>
              <a:rPr lang="en-US" dirty="0">
                <a:latin typeface="Arial" panose="020B0604020202090204"/>
                <a:sym typeface="+mn-ea"/>
              </a:rPr>
              <a:t>Features may slip to meet time-boxed intervals </a:t>
            </a:r>
          </a:p>
          <a:p>
            <a:pPr marL="1129030" lvl="1" indent="-285750">
              <a:lnSpc>
                <a:spcPct val="145000"/>
              </a:lnSpc>
            </a:pPr>
            <a:r>
              <a:rPr lang="en-US" dirty="0">
                <a:latin typeface="Arial" panose="020B0604020202090204"/>
                <a:sym typeface="+mn-ea"/>
              </a:rPr>
              <a:t>Must meet quality goals</a:t>
            </a:r>
          </a:p>
          <a:p>
            <a:pPr marL="571500" indent="-342900">
              <a:lnSpc>
                <a:spcPct val="133000"/>
              </a:lnSpc>
            </a:pPr>
            <a:r>
              <a:rPr lang="en-US" sz="2000" dirty="0">
                <a:latin typeface="Arial" panose="020B0604020202090204"/>
                <a:sym typeface="+mn-ea"/>
              </a:rPr>
              <a:t>Each release contains:</a:t>
            </a:r>
            <a:endParaRPr lang="en-US" dirty="0">
              <a:latin typeface="Arial" panose="020B0604020202090204"/>
            </a:endParaRPr>
          </a:p>
          <a:p>
            <a:pPr marL="1129030" lvl="1" indent="-285750">
              <a:lnSpc>
                <a:spcPct val="145000"/>
              </a:lnSpc>
            </a:pPr>
            <a:r>
              <a:rPr lang="en-US" dirty="0">
                <a:latin typeface="Arial" panose="020B0604020202090204"/>
                <a:sym typeface="+mn-ea"/>
              </a:rPr>
              <a:t>4-5 development iterations/sprints</a:t>
            </a:r>
            <a:endParaRPr lang="en-US" dirty="0">
              <a:latin typeface="Arial" panose="020B0604020202090204"/>
            </a:endParaRPr>
          </a:p>
          <a:p>
            <a:pPr marL="1129030" lvl="1" indent="-285750">
              <a:lnSpc>
                <a:spcPct val="130000"/>
              </a:lnSpc>
            </a:pPr>
            <a:r>
              <a:rPr lang="en-US" dirty="0">
                <a:latin typeface="Calibri"/>
                <a:sym typeface="+mn-ea"/>
              </a:rPr>
              <a:t>1 </a:t>
            </a:r>
            <a:r>
              <a:rPr lang="en-US" dirty="0">
                <a:latin typeface="Arial" panose="020B0604020202090204"/>
                <a:sym typeface="+mn-ea"/>
              </a:rPr>
              <a:t>"hardening" iteration - resolve integration problems, etc. </a:t>
            </a:r>
          </a:p>
          <a:p>
            <a:pPr marL="1129030" lvl="1" indent="-285750">
              <a:lnSpc>
                <a:spcPct val="130000"/>
              </a:lnSpc>
            </a:pPr>
            <a:r>
              <a:rPr lang="en-US" dirty="0">
                <a:latin typeface="Arial" panose="020B0604020202090204"/>
                <a:sym typeface="+mn-ea"/>
              </a:rPr>
              <a:t>Fully shippable increment every 90 days or so</a:t>
            </a:r>
            <a:endParaRPr lang="en-US" dirty="0">
              <a:latin typeface="Arial" panose="020B0604020202090204"/>
            </a:endParaRPr>
          </a:p>
          <a:p>
            <a:pPr indent="203200">
              <a:lnSpc>
                <a:spcPct val="133000"/>
              </a:lnSpc>
            </a:pPr>
            <a:endParaRPr lang="en-US" dirty="0">
              <a:latin typeface="Arial" panose="020B0604020202090204"/>
              <a:sym typeface="+mn-ea"/>
            </a:endParaRPr>
          </a:p>
          <a:p>
            <a:pPr marL="386080" indent="25400">
              <a:lnSpc>
                <a:spcPct val="145000"/>
              </a:lnSpc>
            </a:pPr>
            <a:endParaRPr lang="en-US" dirty="0"/>
          </a:p>
        </p:txBody>
      </p:sp>
      <p:sp>
        <p:nvSpPr>
          <p:cNvPr id="3" name="Slide Number Placeholder 2"/>
          <p:cNvSpPr>
            <a:spLocks noGrp="1"/>
          </p:cNvSpPr>
          <p:nvPr>
            <p:ph type="sldNum" sz="quarter" idx="12"/>
          </p:nvPr>
        </p:nvSpPr>
        <p:spPr/>
        <p:txBody>
          <a:bodyPr/>
          <a:lstStyle/>
          <a:p>
            <a:fld id="{4267CD5E-26CF-4249-8540-BB1D07FD4227}" type="slidenum">
              <a:rPr lang="en-US" smtClean="0"/>
              <a:t>15</a:t>
            </a:fld>
            <a:endParaRPr lang="en-US"/>
          </a:p>
        </p:txBody>
      </p:sp>
      <p:pic>
        <p:nvPicPr>
          <p:cNvPr id="6" name="Picture 5"/>
          <p:cNvPicPr>
            <a:picLocks noChangeAspect="1"/>
          </p:cNvPicPr>
          <p:nvPr/>
        </p:nvPicPr>
        <p:blipFill>
          <a:blip r:embed="rId2"/>
          <a:srcRect/>
          <a:stretch/>
        </p:blipFill>
        <p:spPr>
          <a:xfrm>
            <a:off x="7093930" y="2173559"/>
            <a:ext cx="3653583" cy="1869607"/>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dirty="0">
                <a:latin typeface="Arial" panose="020B0604020202090204"/>
                <a:sym typeface="+mn-ea"/>
              </a:rPr>
              <a:t>Project Level: </a:t>
            </a:r>
            <a:br>
              <a:rPr lang="en-US" dirty="0">
                <a:latin typeface="Arial" panose="020B0604020202090204"/>
                <a:sym typeface="+mn-ea"/>
              </a:rPr>
            </a:br>
            <a:r>
              <a:rPr lang="en-US" dirty="0">
                <a:latin typeface="Arial" panose="020B0604020202090204"/>
                <a:sym typeface="+mn-ea"/>
              </a:rPr>
              <a:t>User stories and tasks in the backlog</a:t>
            </a:r>
            <a:br>
              <a:rPr lang="en-US" b="1" dirty="0">
                <a:latin typeface="Arial" panose="020B0604020202090204"/>
              </a:rPr>
            </a:br>
            <a:endParaRPr lang="en-US" dirty="0"/>
          </a:p>
        </p:txBody>
      </p:sp>
      <p:sp>
        <p:nvSpPr>
          <p:cNvPr id="2" name="Content Placeholder 1"/>
          <p:cNvSpPr>
            <a:spLocks noGrp="1"/>
          </p:cNvSpPr>
          <p:nvPr>
            <p:ph idx="1"/>
          </p:nvPr>
        </p:nvSpPr>
        <p:spPr>
          <a:xfrm>
            <a:off x="646676" y="1567874"/>
            <a:ext cx="10709031" cy="3879273"/>
          </a:xfrm>
        </p:spPr>
        <p:txBody>
          <a:bodyPr>
            <a:normAutofit lnSpcReduction="10000"/>
          </a:bodyPr>
          <a:lstStyle/>
          <a:p>
            <a:endParaRPr lang="en-US" sz="2000" dirty="0"/>
          </a:p>
          <a:p>
            <a:r>
              <a:rPr lang="en-US" sz="2400" dirty="0"/>
              <a:t>Each team has its own Iteration Backlog:</a:t>
            </a:r>
          </a:p>
          <a:p>
            <a:pPr lvl="1"/>
            <a:r>
              <a:rPr lang="en-US" sz="2000" dirty="0"/>
              <a:t>User stories</a:t>
            </a:r>
          </a:p>
          <a:p>
            <a:pPr lvl="1"/>
            <a:r>
              <a:rPr lang="en-US" sz="2000" dirty="0"/>
              <a:t>Defects</a:t>
            </a:r>
          </a:p>
          <a:p>
            <a:pPr lvl="1"/>
            <a:r>
              <a:rPr lang="en-US" sz="2000" dirty="0"/>
              <a:t>Refactoring</a:t>
            </a:r>
          </a:p>
          <a:p>
            <a:pPr lvl="1"/>
            <a:r>
              <a:rPr lang="en-US" sz="2000" dirty="0"/>
              <a:t>Spikes</a:t>
            </a:r>
          </a:p>
          <a:p>
            <a:pPr lvl="1"/>
            <a:endParaRPr lang="en-US" sz="2000" dirty="0"/>
          </a:p>
          <a:p>
            <a:endParaRPr lang="en-US" sz="2000" dirty="0"/>
          </a:p>
          <a:p>
            <a:endParaRPr lang="en-US" sz="2000" dirty="0"/>
          </a:p>
          <a:p>
            <a:pPr marL="0" indent="0">
              <a:buNone/>
            </a:pPr>
            <a:endParaRPr lang="en-US" sz="2000" dirty="0"/>
          </a:p>
          <a:p>
            <a:r>
              <a:rPr lang="en-US" sz="2400" dirty="0"/>
              <a:t>Stories may be decomposed into Tasks for estimation and tracking</a:t>
            </a:r>
          </a:p>
        </p:txBody>
      </p:sp>
      <p:sp>
        <p:nvSpPr>
          <p:cNvPr id="3" name="Slide Number Placeholder 2"/>
          <p:cNvSpPr>
            <a:spLocks noGrp="1"/>
          </p:cNvSpPr>
          <p:nvPr>
            <p:ph type="sldNum" sz="quarter" idx="12"/>
          </p:nvPr>
        </p:nvSpPr>
        <p:spPr/>
        <p:txBody>
          <a:bodyPr/>
          <a:lstStyle/>
          <a:p>
            <a:fld id="{4267CD5E-26CF-4249-8540-BB1D07FD4227}" type="slidenum">
              <a:rPr lang="en-US" smtClean="0"/>
              <a:t>16</a:t>
            </a:fld>
            <a:endParaRPr lang="en-US"/>
          </a:p>
        </p:txBody>
      </p:sp>
      <p:pic>
        <p:nvPicPr>
          <p:cNvPr id="5" name="Picture 4"/>
          <p:cNvPicPr>
            <a:picLocks noChangeAspect="1"/>
          </p:cNvPicPr>
          <p:nvPr/>
        </p:nvPicPr>
        <p:blipFill>
          <a:blip r:embed="rId2"/>
          <a:srcRect/>
          <a:stretch/>
        </p:blipFill>
        <p:spPr>
          <a:xfrm>
            <a:off x="6659693" y="2259722"/>
            <a:ext cx="4885631" cy="2663708"/>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dirty="0">
                <a:latin typeface="Arial" panose="020B0604020202090204"/>
                <a:sym typeface="+mn-ea"/>
              </a:rPr>
              <a:t>Project Level: .Agile Release Train</a:t>
            </a:r>
            <a:endParaRPr lang="en-US" dirty="0"/>
          </a:p>
        </p:txBody>
      </p:sp>
      <p:sp>
        <p:nvSpPr>
          <p:cNvPr id="2" name="Content Placeholder 1"/>
          <p:cNvSpPr>
            <a:spLocks noGrp="1"/>
          </p:cNvSpPr>
          <p:nvPr>
            <p:ph idx="1"/>
          </p:nvPr>
        </p:nvSpPr>
        <p:spPr>
          <a:xfrm>
            <a:off x="646676" y="1099879"/>
            <a:ext cx="10709031" cy="3879273"/>
          </a:xfrm>
        </p:spPr>
        <p:txBody>
          <a:bodyPr/>
          <a:lstStyle/>
          <a:p>
            <a:pPr indent="0">
              <a:spcAft>
                <a:spcPts val="630"/>
              </a:spcAft>
              <a:buNone/>
            </a:pPr>
            <a:r>
              <a:rPr lang="en-US" sz="2000" dirty="0">
                <a:latin typeface="Arial" panose="020B0604020202090204"/>
                <a:sym typeface="+mn-ea"/>
              </a:rPr>
              <a:t>Multiple Agile teams delivering functionality</a:t>
            </a:r>
            <a:endParaRPr lang="en-US" dirty="0">
              <a:latin typeface="Arial" panose="020B0604020202090204"/>
              <a:sym typeface="+mn-ea"/>
            </a:endParaRPr>
          </a:p>
          <a:p>
            <a:pPr marL="788670" lvl="1" indent="-285750">
              <a:spcAft>
                <a:spcPts val="630"/>
              </a:spcAft>
            </a:pPr>
            <a:r>
              <a:rPr lang="en-US" dirty="0">
                <a:latin typeface="Arial" panose="020B0604020202090204"/>
                <a:sym typeface="+mn-ea"/>
              </a:rPr>
              <a:t>Time boxed iterations with quality requirements.</a:t>
            </a:r>
          </a:p>
          <a:p>
            <a:pPr marL="788670" lvl="1" indent="-285750">
              <a:spcAft>
                <a:spcPts val="630"/>
              </a:spcAft>
            </a:pPr>
            <a:r>
              <a:rPr lang="en-US" dirty="0">
                <a:latin typeface="Arial" panose="020B0604020202090204"/>
                <a:sym typeface="+mn-ea"/>
              </a:rPr>
              <a:t>Features in each release may change to meet the schedule.</a:t>
            </a:r>
          </a:p>
          <a:p>
            <a:pPr marL="788670" lvl="1" indent="-285750">
              <a:spcAft>
                <a:spcPts val="630"/>
              </a:spcAft>
            </a:pPr>
            <a:r>
              <a:rPr lang="en-US" dirty="0">
                <a:latin typeface="Arial" panose="020B0604020202090204"/>
                <a:sym typeface="+mn-ea"/>
              </a:rPr>
              <a:t>Deliveries are made every time the train “enters the station”.</a:t>
            </a:r>
            <a:endParaRPr lang="en-US" dirty="0">
              <a:latin typeface="Arial" panose="020B0604020202090204"/>
            </a:endParaRPr>
          </a:p>
          <a:p>
            <a:endParaRPr lang="en-US" dirty="0"/>
          </a:p>
        </p:txBody>
      </p:sp>
      <p:sp>
        <p:nvSpPr>
          <p:cNvPr id="3" name="Slide Number Placeholder 2"/>
          <p:cNvSpPr>
            <a:spLocks noGrp="1"/>
          </p:cNvSpPr>
          <p:nvPr>
            <p:ph type="sldNum" sz="quarter" idx="12"/>
          </p:nvPr>
        </p:nvSpPr>
        <p:spPr/>
        <p:txBody>
          <a:bodyPr/>
          <a:lstStyle/>
          <a:p>
            <a:fld id="{4267CD5E-26CF-4249-8540-BB1D07FD4227}" type="slidenum">
              <a:rPr lang="en-US" smtClean="0"/>
              <a:t>17</a:t>
            </a:fld>
            <a:endParaRPr lang="en-US"/>
          </a:p>
        </p:txBody>
      </p:sp>
      <p:pic>
        <p:nvPicPr>
          <p:cNvPr id="7" name="Picture 6" descr="Screen Shot 2022-11-12 at 11.20.47 PM"/>
          <p:cNvPicPr>
            <a:picLocks noChangeAspect="1"/>
          </p:cNvPicPr>
          <p:nvPr/>
        </p:nvPicPr>
        <p:blipFill>
          <a:blip r:embed="rId2"/>
          <a:stretch>
            <a:fillRect/>
          </a:stretch>
        </p:blipFill>
        <p:spPr>
          <a:xfrm>
            <a:off x="845185" y="2847340"/>
            <a:ext cx="9589135" cy="31496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6501B2-ACA5-7BA2-CA7D-AAD53FC588B9}"/>
              </a:ext>
            </a:extLst>
          </p:cNvPr>
          <p:cNvSpPr>
            <a:spLocks noGrp="1"/>
          </p:cNvSpPr>
          <p:nvPr>
            <p:ph type="title"/>
          </p:nvPr>
        </p:nvSpPr>
        <p:spPr/>
        <p:txBody>
          <a:bodyPr/>
          <a:lstStyle/>
          <a:p>
            <a:r>
              <a:rPr lang="en-US" dirty="0">
                <a:latin typeface="Arial" panose="020B0604020202090204"/>
                <a:sym typeface="+mn-ea"/>
              </a:rPr>
              <a:t>Project Level: .Agile Release Train</a:t>
            </a:r>
            <a:endParaRPr lang="en-US" dirty="0"/>
          </a:p>
        </p:txBody>
      </p:sp>
      <p:sp>
        <p:nvSpPr>
          <p:cNvPr id="4" name="Content Placeholder 3">
            <a:extLst>
              <a:ext uri="{FF2B5EF4-FFF2-40B4-BE49-F238E27FC236}">
                <a16:creationId xmlns:a16="http://schemas.microsoft.com/office/drawing/2014/main" id="{B9790D49-9283-F4C1-B27D-B79AD93D0029}"/>
              </a:ext>
            </a:extLst>
          </p:cNvPr>
          <p:cNvSpPr>
            <a:spLocks noGrp="1"/>
          </p:cNvSpPr>
          <p:nvPr>
            <p:ph idx="1"/>
          </p:nvPr>
        </p:nvSpPr>
        <p:spPr>
          <a:xfrm>
            <a:off x="644771" y="1455174"/>
            <a:ext cx="10709031" cy="4626973"/>
          </a:xfrm>
        </p:spPr>
        <p:txBody>
          <a:bodyPr>
            <a:normAutofit/>
          </a:bodyPr>
          <a:lstStyle/>
          <a:p>
            <a:r>
              <a:rPr lang="en-US" sz="2400" dirty="0">
                <a:latin typeface="Arial" panose="020B0604020202090204"/>
              </a:rPr>
              <a:t>The rectangular box moving from one train car to a previous one represents:</a:t>
            </a:r>
          </a:p>
          <a:p>
            <a:pPr lvl="1"/>
            <a:r>
              <a:rPr lang="en-US" sz="2000" b="1" dirty="0">
                <a:latin typeface="Arial" panose="020B0604020202090204"/>
              </a:rPr>
              <a:t>Feedback and rework </a:t>
            </a:r>
            <a:r>
              <a:rPr lang="en-US" sz="2000" dirty="0">
                <a:latin typeface="Arial" panose="020B0604020202090204"/>
              </a:rPr>
              <a:t>between teams (iterations), not strictly </a:t>
            </a:r>
            <a:r>
              <a:rPr lang="en-US" sz="2000" b="1" dirty="0">
                <a:latin typeface="Arial" panose="020B0604020202090204"/>
              </a:rPr>
              <a:t>one-way flow</a:t>
            </a:r>
          </a:p>
          <a:p>
            <a:pPr lvl="1"/>
            <a:r>
              <a:rPr lang="en-US" sz="2000" dirty="0">
                <a:latin typeface="Arial" panose="020B0604020202090204"/>
              </a:rPr>
              <a:t>Something wasn’t quite right, so we’re sending it back to </a:t>
            </a:r>
            <a:r>
              <a:rPr lang="en-US" sz="2000" b="1" dirty="0">
                <a:latin typeface="Arial" panose="020B0604020202090204"/>
              </a:rPr>
              <a:t>improve or adjust </a:t>
            </a:r>
            <a:r>
              <a:rPr lang="en-US" sz="2000" dirty="0">
                <a:latin typeface="Arial" panose="020B0604020202090204"/>
              </a:rPr>
              <a:t>before continuing.</a:t>
            </a:r>
          </a:p>
          <a:p>
            <a:endParaRPr lang="en-US" sz="2000" dirty="0">
              <a:latin typeface="Arial" panose="020B0604020202090204"/>
            </a:endParaRPr>
          </a:p>
          <a:p>
            <a:r>
              <a:rPr lang="en-US" sz="2400" dirty="0">
                <a:latin typeface="Arial" panose="020B0604020202090204"/>
              </a:rPr>
              <a:t>In </a:t>
            </a:r>
            <a:r>
              <a:rPr lang="en-US" sz="2400" dirty="0" err="1">
                <a:latin typeface="Arial" panose="020B0604020202090204"/>
              </a:rPr>
              <a:t>SAFe</a:t>
            </a:r>
            <a:r>
              <a:rPr lang="en-US" sz="2400" dirty="0">
                <a:latin typeface="Arial" panose="020B0604020202090204"/>
              </a:rPr>
              <a:t>, teams don’t just pass work </a:t>
            </a:r>
            <a:r>
              <a:rPr lang="en-US" sz="2400" b="1" dirty="0">
                <a:latin typeface="Arial" panose="020B0604020202090204"/>
              </a:rPr>
              <a:t>forward like a waterfall</a:t>
            </a:r>
            <a:r>
              <a:rPr lang="en-US" sz="2400" dirty="0">
                <a:latin typeface="Arial" panose="020B0604020202090204"/>
              </a:rPr>
              <a:t>. Instead:</a:t>
            </a:r>
          </a:p>
          <a:p>
            <a:pPr lvl="1"/>
            <a:r>
              <a:rPr lang="en-US" sz="2000" dirty="0">
                <a:latin typeface="Arial" panose="020B0604020202090204"/>
              </a:rPr>
              <a:t>Work flows </a:t>
            </a:r>
            <a:r>
              <a:rPr lang="en-US" sz="2000" b="1" dirty="0">
                <a:latin typeface="Arial" panose="020B0604020202090204"/>
              </a:rPr>
              <a:t>forward</a:t>
            </a:r>
            <a:r>
              <a:rPr lang="en-US" sz="2000" dirty="0">
                <a:latin typeface="Arial" panose="020B0604020202090204"/>
              </a:rPr>
              <a:t> as features are developed </a:t>
            </a:r>
          </a:p>
          <a:p>
            <a:pPr lvl="1"/>
            <a:r>
              <a:rPr lang="en-US" sz="2000" dirty="0">
                <a:latin typeface="Arial" panose="020B0604020202090204"/>
              </a:rPr>
              <a:t>But sometimes, </a:t>
            </a:r>
            <a:r>
              <a:rPr lang="en-US" sz="2000" b="1" dirty="0">
                <a:latin typeface="Arial" panose="020B0604020202090204"/>
              </a:rPr>
              <a:t>feedback or issues </a:t>
            </a:r>
            <a:r>
              <a:rPr lang="en-US" sz="2000" dirty="0">
                <a:latin typeface="Arial" panose="020B0604020202090204"/>
              </a:rPr>
              <a:t>are discovered </a:t>
            </a:r>
          </a:p>
          <a:p>
            <a:pPr lvl="1"/>
            <a:r>
              <a:rPr lang="en-US" sz="2000" dirty="0">
                <a:latin typeface="Arial" panose="020B0604020202090204"/>
              </a:rPr>
              <a:t>That causes work to go back to a </a:t>
            </a:r>
            <a:r>
              <a:rPr lang="en-US" sz="2000" b="1" dirty="0">
                <a:latin typeface="Arial" panose="020B0604020202090204"/>
              </a:rPr>
              <a:t>previous team or iteration </a:t>
            </a:r>
            <a:r>
              <a:rPr lang="en-US" sz="2000" dirty="0">
                <a:latin typeface="Arial" panose="020B0604020202090204"/>
              </a:rPr>
              <a:t>for </a:t>
            </a:r>
            <a:r>
              <a:rPr lang="en-US" sz="2000" b="1" dirty="0">
                <a:latin typeface="Arial" panose="020B0604020202090204"/>
              </a:rPr>
              <a:t>refinement</a:t>
            </a:r>
            <a:r>
              <a:rPr lang="en-US" sz="2000" dirty="0">
                <a:latin typeface="Arial" panose="020B0604020202090204"/>
              </a:rPr>
              <a:t>, </a:t>
            </a:r>
            <a:r>
              <a:rPr lang="en-US" sz="2000" b="1" dirty="0">
                <a:latin typeface="Arial" panose="020B0604020202090204"/>
              </a:rPr>
              <a:t>fixes</a:t>
            </a:r>
            <a:r>
              <a:rPr lang="en-US" sz="2000" dirty="0">
                <a:latin typeface="Arial" panose="020B0604020202090204"/>
              </a:rPr>
              <a:t>, or </a:t>
            </a:r>
            <a:r>
              <a:rPr lang="en-US" sz="2000" b="1" dirty="0">
                <a:latin typeface="Arial" panose="020B0604020202090204"/>
              </a:rPr>
              <a:t>alignment</a:t>
            </a:r>
          </a:p>
          <a:p>
            <a:endParaRPr lang="en-US" sz="2400" dirty="0"/>
          </a:p>
        </p:txBody>
      </p:sp>
      <p:sp>
        <p:nvSpPr>
          <p:cNvPr id="5" name="Slide Number Placeholder 4">
            <a:extLst>
              <a:ext uri="{FF2B5EF4-FFF2-40B4-BE49-F238E27FC236}">
                <a16:creationId xmlns:a16="http://schemas.microsoft.com/office/drawing/2014/main" id="{D87B881F-9890-3607-A756-E9B3F742C7CF}"/>
              </a:ext>
            </a:extLst>
          </p:cNvPr>
          <p:cNvSpPr>
            <a:spLocks noGrp="1"/>
          </p:cNvSpPr>
          <p:nvPr>
            <p:ph type="sldNum" sz="quarter" idx="12"/>
          </p:nvPr>
        </p:nvSpPr>
        <p:spPr/>
        <p:txBody>
          <a:bodyPr/>
          <a:lstStyle/>
          <a:p>
            <a:fld id="{4267CD5E-26CF-4249-8540-BB1D07FD4227}" type="slidenum">
              <a:rPr lang="en-US" smtClean="0"/>
              <a:t>18</a:t>
            </a:fld>
            <a:endParaRPr lang="en-US"/>
          </a:p>
        </p:txBody>
      </p:sp>
    </p:spTree>
    <p:extLst>
      <p:ext uri="{BB962C8B-B14F-4D97-AF65-F5344CB8AC3E}">
        <p14:creationId xmlns:p14="http://schemas.microsoft.com/office/powerpoint/2010/main" val="28750570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ECFE8D-0572-950C-81EF-E25248545623}"/>
              </a:ext>
            </a:extLst>
          </p:cNvPr>
          <p:cNvSpPr>
            <a:spLocks noGrp="1"/>
          </p:cNvSpPr>
          <p:nvPr>
            <p:ph type="title"/>
          </p:nvPr>
        </p:nvSpPr>
        <p:spPr/>
        <p:txBody>
          <a:bodyPr/>
          <a:lstStyle/>
          <a:p>
            <a:r>
              <a:rPr lang="en-US" dirty="0">
                <a:latin typeface="Arial" panose="020B0604020202090204"/>
                <a:sym typeface="+mn-ea"/>
              </a:rPr>
              <a:t>Project Level: .Agile Release Train</a:t>
            </a:r>
            <a:endParaRPr lang="en-US" dirty="0"/>
          </a:p>
        </p:txBody>
      </p:sp>
      <p:sp>
        <p:nvSpPr>
          <p:cNvPr id="4" name="Content Placeholder 3">
            <a:extLst>
              <a:ext uri="{FF2B5EF4-FFF2-40B4-BE49-F238E27FC236}">
                <a16:creationId xmlns:a16="http://schemas.microsoft.com/office/drawing/2014/main" id="{C1034D59-C0F8-1EA3-0653-15BB99E7A082}"/>
              </a:ext>
            </a:extLst>
          </p:cNvPr>
          <p:cNvSpPr>
            <a:spLocks noGrp="1"/>
          </p:cNvSpPr>
          <p:nvPr>
            <p:ph idx="1"/>
          </p:nvPr>
        </p:nvSpPr>
        <p:spPr>
          <a:xfrm>
            <a:off x="644771" y="1484672"/>
            <a:ext cx="10709031" cy="4597476"/>
          </a:xfrm>
        </p:spPr>
        <p:txBody>
          <a:bodyPr/>
          <a:lstStyle/>
          <a:p>
            <a:r>
              <a:rPr lang="en-US" sz="2400" dirty="0">
                <a:latin typeface="Arial" panose="020B0604020202090204"/>
              </a:rPr>
              <a:t>At the project/program level:</a:t>
            </a:r>
          </a:p>
          <a:p>
            <a:pPr lvl="1"/>
            <a:r>
              <a:rPr lang="en-US" sz="2000" dirty="0">
                <a:latin typeface="Arial" panose="020B0604020202090204"/>
              </a:rPr>
              <a:t>Multiple teams work </a:t>
            </a:r>
            <a:r>
              <a:rPr lang="en-US" sz="2000" b="1" dirty="0">
                <a:latin typeface="Arial" panose="020B0604020202090204"/>
              </a:rPr>
              <a:t>in parallel </a:t>
            </a:r>
            <a:r>
              <a:rPr lang="en-US" sz="2000" dirty="0">
                <a:latin typeface="Arial" panose="020B0604020202090204"/>
              </a:rPr>
              <a:t>(like train cars) </a:t>
            </a:r>
          </a:p>
          <a:p>
            <a:pPr lvl="1"/>
            <a:r>
              <a:rPr lang="en-US" sz="2000" dirty="0">
                <a:latin typeface="Arial" panose="020B0604020202090204"/>
              </a:rPr>
              <a:t>Continuous integration, testing, and feedback happen </a:t>
            </a:r>
          </a:p>
          <a:p>
            <a:pPr lvl="1"/>
            <a:r>
              <a:rPr lang="en-US" sz="2000" b="1" dirty="0">
                <a:latin typeface="Arial" panose="020B0604020202090204"/>
              </a:rPr>
              <a:t>Learning loops </a:t>
            </a:r>
            <a:r>
              <a:rPr lang="en-US" sz="2000" dirty="0">
                <a:latin typeface="Arial" panose="020B0604020202090204"/>
              </a:rPr>
              <a:t>are expected-not a </a:t>
            </a:r>
            <a:r>
              <a:rPr lang="en-US" sz="2000" b="1" dirty="0">
                <a:latin typeface="Arial" panose="020B0604020202090204"/>
              </a:rPr>
              <a:t>straight line </a:t>
            </a:r>
          </a:p>
          <a:p>
            <a:endParaRPr lang="en-US" sz="2000" dirty="0">
              <a:latin typeface="Arial" panose="020B0604020202090204"/>
            </a:endParaRPr>
          </a:p>
          <a:p>
            <a:r>
              <a:rPr lang="en-US" sz="2400" dirty="0">
                <a:latin typeface="Arial" panose="020B0604020202090204"/>
              </a:rPr>
              <a:t>So, the picture is emphasizing:</a:t>
            </a:r>
          </a:p>
          <a:p>
            <a:pPr lvl="1"/>
            <a:r>
              <a:rPr lang="en-US" sz="2000" dirty="0" err="1">
                <a:latin typeface="Arial" panose="020B0604020202090204"/>
              </a:rPr>
              <a:t>SAFe</a:t>
            </a:r>
            <a:r>
              <a:rPr lang="en-US" sz="2000" dirty="0">
                <a:latin typeface="Arial" panose="020B0604020202090204"/>
              </a:rPr>
              <a:t> is </a:t>
            </a:r>
            <a:r>
              <a:rPr lang="en-US" sz="2000" b="1" dirty="0">
                <a:latin typeface="Arial" panose="020B0604020202090204"/>
              </a:rPr>
              <a:t>iterative</a:t>
            </a:r>
            <a:r>
              <a:rPr lang="en-US" sz="2000" dirty="0">
                <a:latin typeface="Arial" panose="020B0604020202090204"/>
              </a:rPr>
              <a:t> and </a:t>
            </a:r>
            <a:r>
              <a:rPr lang="en-US" sz="2000" b="1" dirty="0">
                <a:latin typeface="Arial" panose="020B0604020202090204"/>
              </a:rPr>
              <a:t>collaborative,</a:t>
            </a:r>
            <a:r>
              <a:rPr lang="en-US" sz="2000" dirty="0">
                <a:latin typeface="Arial" panose="020B0604020202090204"/>
              </a:rPr>
              <a:t> not </a:t>
            </a:r>
            <a:r>
              <a:rPr lang="en-US" sz="2000" b="1" dirty="0">
                <a:latin typeface="Arial" panose="020B0604020202090204"/>
              </a:rPr>
              <a:t>linear</a:t>
            </a:r>
          </a:p>
          <a:p>
            <a:pPr lvl="1"/>
            <a:r>
              <a:rPr lang="en-US" sz="2000" b="1" dirty="0">
                <a:latin typeface="Arial" panose="020B0604020202090204"/>
              </a:rPr>
              <a:t>Feedback loops </a:t>
            </a:r>
            <a:r>
              <a:rPr lang="en-US" sz="2000" dirty="0">
                <a:latin typeface="Arial" panose="020B0604020202090204"/>
              </a:rPr>
              <a:t>are normal and necessary for quality</a:t>
            </a:r>
          </a:p>
          <a:p>
            <a:endParaRPr lang="en-US" dirty="0"/>
          </a:p>
        </p:txBody>
      </p:sp>
      <p:sp>
        <p:nvSpPr>
          <p:cNvPr id="5" name="Slide Number Placeholder 4">
            <a:extLst>
              <a:ext uri="{FF2B5EF4-FFF2-40B4-BE49-F238E27FC236}">
                <a16:creationId xmlns:a16="http://schemas.microsoft.com/office/drawing/2014/main" id="{9076814D-ED2C-5928-770B-7F64C0C532A5}"/>
              </a:ext>
            </a:extLst>
          </p:cNvPr>
          <p:cNvSpPr>
            <a:spLocks noGrp="1"/>
          </p:cNvSpPr>
          <p:nvPr>
            <p:ph type="sldNum" sz="quarter" idx="12"/>
          </p:nvPr>
        </p:nvSpPr>
        <p:spPr/>
        <p:txBody>
          <a:bodyPr/>
          <a:lstStyle/>
          <a:p>
            <a:fld id="{4267CD5E-26CF-4249-8540-BB1D07FD4227}" type="slidenum">
              <a:rPr lang="en-US" smtClean="0"/>
              <a:t>19</a:t>
            </a:fld>
            <a:endParaRPr lang="en-US"/>
          </a:p>
        </p:txBody>
      </p:sp>
    </p:spTree>
    <p:extLst>
      <p:ext uri="{BB962C8B-B14F-4D97-AF65-F5344CB8AC3E}">
        <p14:creationId xmlns:p14="http://schemas.microsoft.com/office/powerpoint/2010/main" val="10213010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a:latin typeface="Arial" panose="020B0604020202090204"/>
                <a:sym typeface="+mn-ea"/>
              </a:rPr>
              <a:t>Program Level of SAFe</a:t>
            </a:r>
            <a:endParaRPr lang="en-US"/>
          </a:p>
        </p:txBody>
      </p:sp>
      <p:sp>
        <p:nvSpPr>
          <p:cNvPr id="2" name="Content Placeholder 1"/>
          <p:cNvSpPr>
            <a:spLocks noGrp="1"/>
          </p:cNvSpPr>
          <p:nvPr>
            <p:ph idx="1"/>
          </p:nvPr>
        </p:nvSpPr>
        <p:spPr>
          <a:xfrm>
            <a:off x="646359" y="3528187"/>
            <a:ext cx="10709031" cy="2365182"/>
          </a:xfrm>
        </p:spPr>
        <p:txBody>
          <a:bodyPr/>
          <a:lstStyle/>
          <a:p>
            <a:pPr indent="215900">
              <a:lnSpc>
                <a:spcPct val="166000"/>
              </a:lnSpc>
            </a:pPr>
            <a:r>
              <a:rPr lang="en-US" dirty="0">
                <a:latin typeface="Arial" panose="020B0604020202090204"/>
                <a:sym typeface="+mn-ea"/>
              </a:rPr>
              <a:t>System team and Release management team</a:t>
            </a:r>
          </a:p>
          <a:p>
            <a:pPr lvl="1" indent="215900">
              <a:lnSpc>
                <a:spcPct val="166000"/>
              </a:lnSpc>
            </a:pPr>
            <a:r>
              <a:rPr lang="en-US" dirty="0">
                <a:latin typeface="Arial" panose="020B0604020202090204"/>
                <a:sym typeface="+mn-ea"/>
              </a:rPr>
              <a:t>System level testing and release evaluation</a:t>
            </a:r>
          </a:p>
          <a:p>
            <a:pPr indent="215900">
              <a:lnSpc>
                <a:spcPct val="166000"/>
              </a:lnSpc>
            </a:pPr>
            <a:r>
              <a:rPr lang="en-US" dirty="0">
                <a:latin typeface="Arial" panose="020B0604020202090204"/>
                <a:sym typeface="+mn-ea"/>
              </a:rPr>
              <a:t>Coordinate work of Agile Teams in the Project Level</a:t>
            </a:r>
          </a:p>
          <a:p>
            <a:pPr indent="215900">
              <a:lnSpc>
                <a:spcPct val="166000"/>
              </a:lnSpc>
            </a:pPr>
            <a:r>
              <a:rPr lang="en-US" dirty="0">
                <a:latin typeface="Arial" panose="020B0604020202090204"/>
                <a:sym typeface="+mn-ea"/>
              </a:rPr>
              <a:t>Understand how the work should evolve over time</a:t>
            </a:r>
            <a:endParaRPr lang="en-US" dirty="0"/>
          </a:p>
        </p:txBody>
      </p:sp>
      <p:sp>
        <p:nvSpPr>
          <p:cNvPr id="3" name="Slide Number Placeholder 2"/>
          <p:cNvSpPr>
            <a:spLocks noGrp="1"/>
          </p:cNvSpPr>
          <p:nvPr>
            <p:ph type="sldNum" sz="quarter" idx="12"/>
          </p:nvPr>
        </p:nvSpPr>
        <p:spPr/>
        <p:txBody>
          <a:bodyPr/>
          <a:lstStyle/>
          <a:p>
            <a:fld id="{4267CD5E-26CF-4249-8540-BB1D07FD4227}" type="slidenum">
              <a:rPr lang="en-US" smtClean="0"/>
              <a:t>20</a:t>
            </a:fld>
            <a:endParaRPr lang="en-US"/>
          </a:p>
        </p:txBody>
      </p:sp>
      <p:pic>
        <p:nvPicPr>
          <p:cNvPr id="6" name="Picture 5"/>
          <p:cNvPicPr>
            <a:picLocks noChangeAspect="1"/>
          </p:cNvPicPr>
          <p:nvPr/>
        </p:nvPicPr>
        <p:blipFill>
          <a:blip r:embed="rId2"/>
          <a:srcRect/>
          <a:stretch/>
        </p:blipFill>
        <p:spPr>
          <a:xfrm>
            <a:off x="1162050" y="1256136"/>
            <a:ext cx="9487535" cy="2073677"/>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latin typeface="Arial" panose="020B0604020202090204"/>
                <a:sym typeface="+mn-ea"/>
              </a:rPr>
              <a:t>Program Level: Releases</a:t>
            </a:r>
            <a:endParaRPr lang="en-US" dirty="0"/>
          </a:p>
        </p:txBody>
      </p:sp>
      <p:sp>
        <p:nvSpPr>
          <p:cNvPr id="2" name="Content Placeholder 1"/>
          <p:cNvSpPr>
            <a:spLocks noGrp="1"/>
          </p:cNvSpPr>
          <p:nvPr>
            <p:ph idx="1"/>
          </p:nvPr>
        </p:nvSpPr>
        <p:spPr>
          <a:xfrm>
            <a:off x="534670" y="2983832"/>
            <a:ext cx="10438130" cy="3195987"/>
          </a:xfrm>
        </p:spPr>
        <p:txBody>
          <a:bodyPr>
            <a:normAutofit/>
          </a:bodyPr>
          <a:lstStyle/>
          <a:p>
            <a:pPr indent="0" fontAlgn="auto"/>
            <a:endParaRPr lang="en-US" dirty="0"/>
          </a:p>
          <a:p>
            <a:pPr marL="514350" indent="-285750"/>
            <a:endParaRPr lang="en-US" dirty="0"/>
          </a:p>
          <a:p>
            <a:pPr marL="514350" indent="-285750"/>
            <a:r>
              <a:rPr lang="en-US" dirty="0"/>
              <a:t>Each iteration produces a “potentially shippable increment”</a:t>
            </a:r>
          </a:p>
          <a:p>
            <a:pPr marL="514350" indent="-285750"/>
            <a:r>
              <a:rPr lang="en-US" dirty="0"/>
              <a:t> Typically, 2–4-month intervals between releases</a:t>
            </a:r>
          </a:p>
          <a:p>
            <a:pPr marL="788670" lvl="1" indent="-285750"/>
            <a:r>
              <a:rPr lang="en-US" dirty="0"/>
              <a:t>Recall that the Agile teams are using 2-week sprints</a:t>
            </a:r>
          </a:p>
          <a:p>
            <a:pPr marL="514350" indent="-285750"/>
            <a:r>
              <a:rPr lang="en-US" dirty="0"/>
              <a:t> May not want to release every increment to customers:</a:t>
            </a:r>
          </a:p>
          <a:p>
            <a:pPr marL="788670" lvl="1" indent="-285750"/>
            <a:r>
              <a:rPr lang="en-US" dirty="0"/>
              <a:t>Defects, refactoring to remove technical debt</a:t>
            </a:r>
          </a:p>
          <a:p>
            <a:pPr marL="788670" lvl="1" indent="-285750"/>
            <a:r>
              <a:rPr lang="en-US" dirty="0"/>
              <a:t>May interfere with customer's licensing and service agreements</a:t>
            </a:r>
          </a:p>
          <a:p>
            <a:pPr marL="788670" lvl="1" indent="-285750"/>
            <a:r>
              <a:rPr lang="en-US" dirty="0"/>
              <a:t>Potential disruption to customer</a:t>
            </a:r>
          </a:p>
        </p:txBody>
      </p:sp>
      <p:sp>
        <p:nvSpPr>
          <p:cNvPr id="3" name="Slide Number Placeholder 2"/>
          <p:cNvSpPr>
            <a:spLocks noGrp="1"/>
          </p:cNvSpPr>
          <p:nvPr>
            <p:ph type="sldNum" sz="quarter" idx="12"/>
          </p:nvPr>
        </p:nvSpPr>
        <p:spPr/>
        <p:txBody>
          <a:bodyPr/>
          <a:lstStyle/>
          <a:p>
            <a:fld id="{4267CD5E-26CF-4249-8540-BB1D07FD4227}" type="slidenum">
              <a:rPr lang="en-US" smtClean="0"/>
              <a:t>21</a:t>
            </a:fld>
            <a:endParaRPr lang="en-US"/>
          </a:p>
        </p:txBody>
      </p:sp>
      <p:pic>
        <p:nvPicPr>
          <p:cNvPr id="6" name="Picture 5"/>
          <p:cNvPicPr>
            <a:picLocks noChangeAspect="1"/>
          </p:cNvPicPr>
          <p:nvPr/>
        </p:nvPicPr>
        <p:blipFill rotWithShape="1">
          <a:blip r:embed="rId2"/>
          <a:srcRect l="1548"/>
          <a:stretch/>
        </p:blipFill>
        <p:spPr>
          <a:xfrm>
            <a:off x="938462" y="1288067"/>
            <a:ext cx="6477601" cy="2140933"/>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E79CD9-E002-57D1-46C9-913A7D7AFFFB}"/>
              </a:ext>
            </a:extLst>
          </p:cNvPr>
          <p:cNvSpPr>
            <a:spLocks noGrp="1"/>
          </p:cNvSpPr>
          <p:nvPr>
            <p:ph type="title"/>
          </p:nvPr>
        </p:nvSpPr>
        <p:spPr/>
        <p:txBody>
          <a:bodyPr/>
          <a:lstStyle/>
          <a:p>
            <a:r>
              <a:rPr lang="en-US" dirty="0">
                <a:latin typeface="Arial" panose="020B0604020202090204"/>
                <a:sym typeface="+mn-ea"/>
              </a:rPr>
              <a:t>Program Level: Releases</a:t>
            </a:r>
            <a:endParaRPr lang="en-US" dirty="0"/>
          </a:p>
        </p:txBody>
      </p:sp>
      <p:sp>
        <p:nvSpPr>
          <p:cNvPr id="4" name="Content Placeholder 3">
            <a:extLst>
              <a:ext uri="{FF2B5EF4-FFF2-40B4-BE49-F238E27FC236}">
                <a16:creationId xmlns:a16="http://schemas.microsoft.com/office/drawing/2014/main" id="{79F2D3C0-03B9-CC7C-DFF4-3EE87054158A}"/>
              </a:ext>
            </a:extLst>
          </p:cNvPr>
          <p:cNvSpPr>
            <a:spLocks noGrp="1"/>
          </p:cNvSpPr>
          <p:nvPr>
            <p:ph idx="1"/>
          </p:nvPr>
        </p:nvSpPr>
        <p:spPr>
          <a:xfrm>
            <a:off x="644771" y="1455174"/>
            <a:ext cx="10709031" cy="4626973"/>
          </a:xfrm>
        </p:spPr>
        <p:txBody>
          <a:bodyPr>
            <a:normAutofit/>
          </a:bodyPr>
          <a:lstStyle/>
          <a:p>
            <a:pPr marL="0" indent="0">
              <a:buNone/>
            </a:pPr>
            <a:r>
              <a:rPr lang="en-US" sz="2400" dirty="0"/>
              <a:t>Releasing every increment of a software product isn't ideal in a Scaled Agile Framework (</a:t>
            </a:r>
            <a:r>
              <a:rPr lang="en-US" sz="2400" dirty="0" err="1"/>
              <a:t>SAFe</a:t>
            </a:r>
            <a:r>
              <a:rPr lang="en-US" sz="2400" dirty="0"/>
              <a:t>) program level.</a:t>
            </a:r>
          </a:p>
          <a:p>
            <a:pPr marL="0" indent="0">
              <a:buNone/>
            </a:pPr>
            <a:endParaRPr lang="en-US" sz="2400" dirty="0"/>
          </a:p>
          <a:p>
            <a:pPr lvl="1">
              <a:buFont typeface="Arial" panose="020B0604020202020204" pitchFamily="34" charset="0"/>
              <a:buChar char="•"/>
            </a:pPr>
            <a:r>
              <a:rPr lang="en-US" sz="2000" b="1" dirty="0"/>
              <a:t>Defects</a:t>
            </a:r>
            <a:r>
              <a:rPr lang="en-US" sz="2000" dirty="0"/>
              <a:t>: Releasing every increment could mean shipping features with unresolved bugs or issues that would negatively affect customers.</a:t>
            </a:r>
          </a:p>
          <a:p>
            <a:pPr lvl="1">
              <a:buFont typeface="Arial" panose="020B0604020202020204" pitchFamily="34" charset="0"/>
              <a:buChar char="•"/>
            </a:pPr>
            <a:endParaRPr lang="en-US" sz="2000" b="1" dirty="0"/>
          </a:p>
          <a:p>
            <a:pPr lvl="1">
              <a:buFont typeface="Arial" panose="020B0604020202020204" pitchFamily="34" charset="0"/>
              <a:buChar char="•"/>
            </a:pPr>
            <a:r>
              <a:rPr lang="en-US" sz="2000" b="1" dirty="0"/>
              <a:t>Refactoring to remove technical debt</a:t>
            </a:r>
            <a:r>
              <a:rPr lang="en-US" sz="2000" dirty="0"/>
              <a:t>: Sometimes, teams need time to improve the internal quality of the software (refactoring), and releasing new increments might interfere with that process, leading to a suboptimal product.</a:t>
            </a:r>
          </a:p>
          <a:p>
            <a:endParaRPr lang="en-US" sz="2400" dirty="0"/>
          </a:p>
        </p:txBody>
      </p:sp>
      <p:sp>
        <p:nvSpPr>
          <p:cNvPr id="5" name="Slide Number Placeholder 4">
            <a:extLst>
              <a:ext uri="{FF2B5EF4-FFF2-40B4-BE49-F238E27FC236}">
                <a16:creationId xmlns:a16="http://schemas.microsoft.com/office/drawing/2014/main" id="{511DB257-4D28-E3A8-0BDE-9124E60F848C}"/>
              </a:ext>
            </a:extLst>
          </p:cNvPr>
          <p:cNvSpPr>
            <a:spLocks noGrp="1"/>
          </p:cNvSpPr>
          <p:nvPr>
            <p:ph type="sldNum" sz="quarter" idx="12"/>
          </p:nvPr>
        </p:nvSpPr>
        <p:spPr/>
        <p:txBody>
          <a:bodyPr/>
          <a:lstStyle/>
          <a:p>
            <a:fld id="{4267CD5E-26CF-4249-8540-BB1D07FD4227}" type="slidenum">
              <a:rPr lang="en-US" smtClean="0"/>
              <a:t>22</a:t>
            </a:fld>
            <a:endParaRPr lang="en-US"/>
          </a:p>
        </p:txBody>
      </p:sp>
    </p:spTree>
    <p:extLst>
      <p:ext uri="{BB962C8B-B14F-4D97-AF65-F5344CB8AC3E}">
        <p14:creationId xmlns:p14="http://schemas.microsoft.com/office/powerpoint/2010/main" val="9951457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05329-280F-73EB-1601-EF234152F36A}"/>
              </a:ext>
            </a:extLst>
          </p:cNvPr>
          <p:cNvSpPr>
            <a:spLocks noGrp="1"/>
          </p:cNvSpPr>
          <p:nvPr>
            <p:ph type="title"/>
          </p:nvPr>
        </p:nvSpPr>
        <p:spPr/>
        <p:txBody>
          <a:bodyPr/>
          <a:lstStyle/>
          <a:p>
            <a:r>
              <a:rPr lang="en-US" dirty="0">
                <a:latin typeface="Arial" panose="020B0604020202090204"/>
                <a:sym typeface="+mn-ea"/>
              </a:rPr>
              <a:t>Program Level: Releases</a:t>
            </a:r>
            <a:endParaRPr lang="en-US" dirty="0"/>
          </a:p>
        </p:txBody>
      </p:sp>
      <p:sp>
        <p:nvSpPr>
          <p:cNvPr id="4" name="Content Placeholder 3">
            <a:extLst>
              <a:ext uri="{FF2B5EF4-FFF2-40B4-BE49-F238E27FC236}">
                <a16:creationId xmlns:a16="http://schemas.microsoft.com/office/drawing/2014/main" id="{23992DFC-3DA8-62F2-4298-CB4D0E2D2E1C}"/>
              </a:ext>
            </a:extLst>
          </p:cNvPr>
          <p:cNvSpPr>
            <a:spLocks noGrp="1"/>
          </p:cNvSpPr>
          <p:nvPr>
            <p:ph idx="1"/>
          </p:nvPr>
        </p:nvSpPr>
        <p:spPr>
          <a:xfrm>
            <a:off x="644771" y="1356852"/>
            <a:ext cx="10709031" cy="4725295"/>
          </a:xfrm>
        </p:spPr>
        <p:txBody>
          <a:bodyPr>
            <a:normAutofit/>
          </a:bodyPr>
          <a:lstStyle/>
          <a:p>
            <a:r>
              <a:rPr lang="en-US" sz="2400" dirty="0"/>
              <a:t>Releasing every increment of a software product isn't ideal in a Scaled Agile Framework (</a:t>
            </a:r>
            <a:r>
              <a:rPr lang="en-US" sz="2400" dirty="0" err="1"/>
              <a:t>SAFe</a:t>
            </a:r>
            <a:r>
              <a:rPr lang="en-US" sz="2400" dirty="0"/>
              <a:t>) program level.</a:t>
            </a:r>
          </a:p>
          <a:p>
            <a:endParaRPr lang="en-US" sz="2400" dirty="0"/>
          </a:p>
          <a:p>
            <a:pPr lvl="1">
              <a:buFont typeface="Arial" panose="020B0604020202020204" pitchFamily="34" charset="0"/>
              <a:buChar char="•"/>
            </a:pPr>
            <a:r>
              <a:rPr lang="en-US" sz="2000" b="1" dirty="0"/>
              <a:t>Customer Licensing and Service Agreements</a:t>
            </a:r>
            <a:r>
              <a:rPr lang="en-US" sz="2000" dirty="0"/>
              <a:t>: Frequent releases could conflict with existing agreements or terms with customers, such as specific release schedules, versions, or service commitments.</a:t>
            </a:r>
          </a:p>
          <a:p>
            <a:pPr lvl="1">
              <a:buFont typeface="Arial" panose="020B0604020202020204" pitchFamily="34" charset="0"/>
              <a:buChar char="•"/>
            </a:pPr>
            <a:endParaRPr lang="en-US" sz="2000" b="1" dirty="0"/>
          </a:p>
          <a:p>
            <a:pPr lvl="1">
              <a:buFont typeface="Arial" panose="020B0604020202020204" pitchFamily="34" charset="0"/>
              <a:buChar char="•"/>
            </a:pPr>
            <a:r>
              <a:rPr lang="en-US" sz="2000" b="1" dirty="0"/>
              <a:t>Potential Disruption to Customers</a:t>
            </a:r>
            <a:r>
              <a:rPr lang="en-US" sz="2000" dirty="0"/>
              <a:t>: Too many releases can disrupt customer operations, causing unnecessary updates, changes, or training needs, potentially making the product harder to use or integrate.</a:t>
            </a:r>
          </a:p>
          <a:p>
            <a:pPr marL="0" indent="0">
              <a:buNone/>
            </a:pPr>
            <a:endParaRPr lang="en-US" sz="2400" dirty="0"/>
          </a:p>
          <a:p>
            <a:pPr marL="0" indent="0">
              <a:buNone/>
            </a:pPr>
            <a:r>
              <a:rPr lang="en-US" sz="2400" dirty="0"/>
              <a:t>While delivering value </a:t>
            </a:r>
            <a:r>
              <a:rPr lang="en-US" sz="2400" b="1" dirty="0"/>
              <a:t>incrementally</a:t>
            </a:r>
            <a:r>
              <a:rPr lang="en-US" sz="2400" dirty="0"/>
              <a:t> is important, it’s also necessary to </a:t>
            </a:r>
            <a:r>
              <a:rPr lang="en-US" sz="2400" b="1" dirty="0"/>
              <a:t>balance</a:t>
            </a:r>
            <a:r>
              <a:rPr lang="en-US" sz="2400" dirty="0"/>
              <a:t> it with </a:t>
            </a:r>
            <a:r>
              <a:rPr lang="en-US" sz="2400" b="1" dirty="0"/>
              <a:t>stability</a:t>
            </a:r>
            <a:r>
              <a:rPr lang="en-US" sz="2400" dirty="0"/>
              <a:t>, </a:t>
            </a:r>
            <a:r>
              <a:rPr lang="en-US" sz="2400" b="1" dirty="0"/>
              <a:t>quality</a:t>
            </a:r>
            <a:r>
              <a:rPr lang="en-US" sz="2400" dirty="0"/>
              <a:t>, and </a:t>
            </a:r>
            <a:r>
              <a:rPr lang="en-US" sz="2400" b="1" dirty="0"/>
              <a:t>customer impact</a:t>
            </a:r>
            <a:r>
              <a:rPr lang="en-US" sz="2400" dirty="0"/>
              <a:t>. </a:t>
            </a:r>
          </a:p>
          <a:p>
            <a:endParaRPr lang="en-US" sz="2000" dirty="0"/>
          </a:p>
          <a:p>
            <a:endParaRPr lang="en-US" sz="2000" dirty="0"/>
          </a:p>
        </p:txBody>
      </p:sp>
      <p:sp>
        <p:nvSpPr>
          <p:cNvPr id="5" name="Slide Number Placeholder 4">
            <a:extLst>
              <a:ext uri="{FF2B5EF4-FFF2-40B4-BE49-F238E27FC236}">
                <a16:creationId xmlns:a16="http://schemas.microsoft.com/office/drawing/2014/main" id="{08415550-B24A-5BEC-FFB8-898D2BC1ACFF}"/>
              </a:ext>
            </a:extLst>
          </p:cNvPr>
          <p:cNvSpPr>
            <a:spLocks noGrp="1"/>
          </p:cNvSpPr>
          <p:nvPr>
            <p:ph type="sldNum" sz="quarter" idx="12"/>
          </p:nvPr>
        </p:nvSpPr>
        <p:spPr/>
        <p:txBody>
          <a:bodyPr/>
          <a:lstStyle/>
          <a:p>
            <a:fld id="{4267CD5E-26CF-4249-8540-BB1D07FD4227}" type="slidenum">
              <a:rPr lang="en-US" smtClean="0"/>
              <a:t>23</a:t>
            </a:fld>
            <a:endParaRPr lang="en-US"/>
          </a:p>
        </p:txBody>
      </p:sp>
    </p:spTree>
    <p:extLst>
      <p:ext uri="{BB962C8B-B14F-4D97-AF65-F5344CB8AC3E}">
        <p14:creationId xmlns:p14="http://schemas.microsoft.com/office/powerpoint/2010/main" val="40235240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dirty="0">
                <a:latin typeface="Arial" panose="020B0604020202090204"/>
                <a:sym typeface="+mn-ea"/>
              </a:rPr>
              <a:t>Program Level: </a:t>
            </a:r>
            <a:r>
              <a:rPr lang="en-US" i="1" dirty="0">
                <a:latin typeface="Arial" panose="020B0604020202090204"/>
                <a:sym typeface="+mn-ea"/>
              </a:rPr>
              <a:t>Vision</a:t>
            </a:r>
            <a:r>
              <a:rPr lang="en-US" dirty="0">
                <a:latin typeface="Arial" panose="020B0604020202090204"/>
                <a:sym typeface="+mn-ea"/>
              </a:rPr>
              <a:t> and </a:t>
            </a:r>
            <a:r>
              <a:rPr lang="en-US" i="1" dirty="0">
                <a:latin typeface="Arial" panose="020B0604020202090204"/>
                <a:sym typeface="+mn-ea"/>
              </a:rPr>
              <a:t>features</a:t>
            </a:r>
            <a:endParaRPr lang="en-US" dirty="0"/>
          </a:p>
        </p:txBody>
      </p:sp>
      <p:sp>
        <p:nvSpPr>
          <p:cNvPr id="2" name="Content Placeholder 1"/>
          <p:cNvSpPr>
            <a:spLocks noGrp="1"/>
          </p:cNvSpPr>
          <p:nvPr>
            <p:ph idx="1"/>
          </p:nvPr>
        </p:nvSpPr>
        <p:spPr>
          <a:xfrm>
            <a:off x="646430" y="1465006"/>
            <a:ext cx="10709275" cy="4617024"/>
          </a:xfrm>
        </p:spPr>
        <p:txBody>
          <a:bodyPr>
            <a:normAutofit/>
          </a:bodyPr>
          <a:lstStyle/>
          <a:p>
            <a:r>
              <a:rPr lang="en-US" sz="2400" dirty="0"/>
              <a:t>Product Managers are responsible for overall Vision</a:t>
            </a:r>
          </a:p>
          <a:p>
            <a:endParaRPr lang="en-US" dirty="0"/>
          </a:p>
          <a:p>
            <a:r>
              <a:rPr lang="en-US" sz="2400" dirty="0"/>
              <a:t>The Vision answers:</a:t>
            </a:r>
          </a:p>
          <a:p>
            <a:pPr lvl="1"/>
            <a:r>
              <a:rPr lang="en-US" dirty="0"/>
              <a:t>What problem does this solve?</a:t>
            </a:r>
          </a:p>
          <a:p>
            <a:pPr lvl="1"/>
            <a:r>
              <a:rPr lang="en-US" dirty="0"/>
              <a:t>What features and benefits does it provide?</a:t>
            </a:r>
          </a:p>
          <a:p>
            <a:pPr lvl="1"/>
            <a:r>
              <a:rPr lang="en-US" dirty="0"/>
              <a:t>For whom does it provide it?</a:t>
            </a:r>
          </a:p>
          <a:p>
            <a:pPr lvl="1"/>
            <a:r>
              <a:rPr lang="en-US" dirty="0"/>
              <a:t>What performance, reliability, etc. does it deliver?</a:t>
            </a:r>
          </a:p>
          <a:p>
            <a:pPr lvl="1"/>
            <a:r>
              <a:rPr lang="en-US" dirty="0"/>
              <a:t>What platforms, standards, etc. will it support?</a:t>
            </a:r>
          </a:p>
          <a:p>
            <a:pPr lvl="1"/>
            <a:r>
              <a:rPr lang="en-US" dirty="0"/>
              <a:t>Technical and marketing issues</a:t>
            </a:r>
          </a:p>
          <a:p>
            <a:endParaRPr lang="en-US" dirty="0"/>
          </a:p>
          <a:p>
            <a:r>
              <a:rPr lang="en-US" sz="2400" dirty="0"/>
              <a:t>Release Backlog consists of prioritized features</a:t>
            </a:r>
          </a:p>
          <a:p>
            <a:pPr lvl="1"/>
            <a:r>
              <a:rPr lang="en-US" dirty="0"/>
              <a:t>Features later refined into stories</a:t>
            </a:r>
          </a:p>
          <a:p>
            <a:pPr lvl="1"/>
            <a:r>
              <a:rPr lang="en-US" dirty="0"/>
              <a:t>Release Backlog contains all desired features that haven’t been delivered yet</a:t>
            </a:r>
          </a:p>
        </p:txBody>
      </p:sp>
      <p:sp>
        <p:nvSpPr>
          <p:cNvPr id="3" name="Slide Number Placeholder 2"/>
          <p:cNvSpPr>
            <a:spLocks noGrp="1"/>
          </p:cNvSpPr>
          <p:nvPr>
            <p:ph type="sldNum" sz="quarter" idx="12"/>
          </p:nvPr>
        </p:nvSpPr>
        <p:spPr/>
        <p:txBody>
          <a:bodyPr/>
          <a:lstStyle/>
          <a:p>
            <a:fld id="{4267CD5E-26CF-4249-8540-BB1D07FD4227}" type="slidenum">
              <a:rPr lang="en-US" smtClean="0"/>
              <a:t>24</a:t>
            </a:fld>
            <a:endParaRPr lang="en-US"/>
          </a:p>
        </p:txBody>
      </p:sp>
      <p:pic>
        <p:nvPicPr>
          <p:cNvPr id="6" name="Picture 5"/>
          <p:cNvPicPr>
            <a:picLocks noChangeAspect="1"/>
          </p:cNvPicPr>
          <p:nvPr/>
        </p:nvPicPr>
        <p:blipFill rotWithShape="1">
          <a:blip r:embed="rId2"/>
          <a:srcRect r="2330"/>
          <a:stretch/>
        </p:blipFill>
        <p:spPr>
          <a:xfrm>
            <a:off x="7279294" y="2163568"/>
            <a:ext cx="3921977" cy="230632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6EA70A-0E32-B47C-5C53-D99166841E79}"/>
              </a:ext>
            </a:extLst>
          </p:cNvPr>
          <p:cNvSpPr>
            <a:spLocks noGrp="1"/>
          </p:cNvSpPr>
          <p:nvPr>
            <p:ph type="title"/>
          </p:nvPr>
        </p:nvSpPr>
        <p:spPr/>
        <p:txBody>
          <a:bodyPr/>
          <a:lstStyle/>
          <a:p>
            <a:r>
              <a:rPr lang="en-US" dirty="0">
                <a:latin typeface="Arial" panose="020B0604020202090204"/>
                <a:sym typeface="+mn-ea"/>
              </a:rPr>
              <a:t>Program Level: </a:t>
            </a:r>
            <a:r>
              <a:rPr lang="en-US" i="1" dirty="0">
                <a:latin typeface="Arial" panose="020B0604020202090204"/>
                <a:sym typeface="+mn-ea"/>
              </a:rPr>
              <a:t>Vision</a:t>
            </a:r>
            <a:r>
              <a:rPr lang="en-US" dirty="0">
                <a:latin typeface="Arial" panose="020B0604020202090204"/>
                <a:sym typeface="+mn-ea"/>
              </a:rPr>
              <a:t> and </a:t>
            </a:r>
            <a:r>
              <a:rPr lang="en-US" i="1" dirty="0">
                <a:latin typeface="Arial" panose="020B0604020202090204"/>
                <a:sym typeface="+mn-ea"/>
              </a:rPr>
              <a:t>features</a:t>
            </a:r>
            <a:endParaRPr lang="en-US" dirty="0"/>
          </a:p>
        </p:txBody>
      </p:sp>
      <p:sp>
        <p:nvSpPr>
          <p:cNvPr id="4" name="Content Placeholder 3">
            <a:extLst>
              <a:ext uri="{FF2B5EF4-FFF2-40B4-BE49-F238E27FC236}">
                <a16:creationId xmlns:a16="http://schemas.microsoft.com/office/drawing/2014/main" id="{1AB35B24-B10D-F756-F6E0-DF98C9A6545B}"/>
              </a:ext>
            </a:extLst>
          </p:cNvPr>
          <p:cNvSpPr>
            <a:spLocks noGrp="1"/>
          </p:cNvSpPr>
          <p:nvPr>
            <p:ph idx="1"/>
          </p:nvPr>
        </p:nvSpPr>
        <p:spPr>
          <a:xfrm>
            <a:off x="644771" y="1536192"/>
            <a:ext cx="10709031" cy="4545955"/>
          </a:xfrm>
        </p:spPr>
        <p:txBody>
          <a:bodyPr>
            <a:normAutofit lnSpcReduction="10000"/>
          </a:bodyPr>
          <a:lstStyle/>
          <a:p>
            <a:r>
              <a:rPr lang="en-US" sz="2000" dirty="0"/>
              <a:t>Specify non-functional requirements: “*</a:t>
            </a:r>
            <a:r>
              <a:rPr lang="en-US" sz="2000" dirty="0" err="1"/>
              <a:t>ilities</a:t>
            </a:r>
            <a:r>
              <a:rPr lang="en-US" sz="2000" dirty="0"/>
              <a:t>”, focusing on aspects of the system that describe </a:t>
            </a:r>
            <a:r>
              <a:rPr lang="en-US" sz="2000" b="1" dirty="0"/>
              <a:t>how the system should perform</a:t>
            </a:r>
            <a:r>
              <a:rPr lang="en-US" sz="2000" dirty="0"/>
              <a:t>, rather than </a:t>
            </a:r>
            <a:r>
              <a:rPr lang="en-US" sz="2000" b="1" dirty="0"/>
              <a:t>what it should do</a:t>
            </a:r>
            <a:r>
              <a:rPr lang="en-US" sz="2000" dirty="0"/>
              <a:t>. </a:t>
            </a:r>
          </a:p>
          <a:p>
            <a:r>
              <a:rPr lang="en-US" sz="2000" dirty="0"/>
              <a:t>These requirements are critical for the </a:t>
            </a:r>
            <a:r>
              <a:rPr lang="en-US" sz="2000" b="1" dirty="0"/>
              <a:t>system's quality </a:t>
            </a:r>
            <a:r>
              <a:rPr lang="en-US" sz="2000" dirty="0"/>
              <a:t>and overall </a:t>
            </a:r>
            <a:r>
              <a:rPr lang="en-US" sz="2000" b="1" dirty="0"/>
              <a:t>user experience</a:t>
            </a:r>
            <a:r>
              <a:rPr lang="en-US" sz="2000" dirty="0"/>
              <a:t>.</a:t>
            </a:r>
          </a:p>
          <a:p>
            <a:pPr marL="0" indent="0">
              <a:buNone/>
            </a:pPr>
            <a:endParaRPr lang="en-US" sz="2000" dirty="0"/>
          </a:p>
          <a:p>
            <a:pPr marL="731520" lvl="1" indent="-457200">
              <a:buFont typeface="+mj-lt"/>
              <a:buAutoNum type="arabicPeriod"/>
            </a:pPr>
            <a:r>
              <a:rPr lang="en-US" sz="2000" b="1" dirty="0"/>
              <a:t>Scalability</a:t>
            </a:r>
            <a:r>
              <a:rPr lang="en-US" sz="2000" dirty="0"/>
              <a:t>: The ability of the system to </a:t>
            </a:r>
            <a:r>
              <a:rPr lang="en-US" sz="2000" b="1" dirty="0"/>
              <a:t>handle growth</a:t>
            </a:r>
            <a:r>
              <a:rPr lang="en-US" sz="2000" dirty="0"/>
              <a:t>, such as an increase in users, data, or transactions, without degrading performance.</a:t>
            </a:r>
          </a:p>
          <a:p>
            <a:pPr marL="731520" lvl="1" indent="-457200">
              <a:buFont typeface="+mj-lt"/>
              <a:buAutoNum type="arabicPeriod"/>
            </a:pPr>
            <a:endParaRPr lang="en-US" sz="2000" b="1" dirty="0"/>
          </a:p>
          <a:p>
            <a:pPr marL="731520" lvl="1" indent="-457200">
              <a:buFont typeface="+mj-lt"/>
              <a:buAutoNum type="arabicPeriod"/>
            </a:pPr>
            <a:r>
              <a:rPr lang="en-US" sz="2000" b="1" dirty="0"/>
              <a:t>Reliability</a:t>
            </a:r>
            <a:r>
              <a:rPr lang="en-US" sz="2000" dirty="0"/>
              <a:t>: The system’s ability to consistently perform </a:t>
            </a:r>
            <a:r>
              <a:rPr lang="en-US" sz="2000" b="1" dirty="0"/>
              <a:t>as expected</a:t>
            </a:r>
            <a:r>
              <a:rPr lang="en-US" sz="2000" dirty="0"/>
              <a:t>, without failures, and </a:t>
            </a:r>
            <a:r>
              <a:rPr lang="en-US" sz="2000" b="1" dirty="0"/>
              <a:t>recover quickly </a:t>
            </a:r>
            <a:r>
              <a:rPr lang="en-US" sz="2000" dirty="0"/>
              <a:t>when problems occur.</a:t>
            </a:r>
          </a:p>
          <a:p>
            <a:pPr marL="731520" lvl="1" indent="-457200">
              <a:buFont typeface="+mj-lt"/>
              <a:buAutoNum type="arabicPeriod"/>
            </a:pPr>
            <a:endParaRPr lang="en-US" sz="2000" b="1" dirty="0"/>
          </a:p>
          <a:p>
            <a:pPr marL="731520" lvl="1" indent="-457200">
              <a:buFont typeface="+mj-lt"/>
              <a:buAutoNum type="arabicPeriod"/>
            </a:pPr>
            <a:r>
              <a:rPr lang="en-US" sz="2000" b="1" dirty="0"/>
              <a:t>Availability</a:t>
            </a:r>
            <a:r>
              <a:rPr lang="en-US" sz="2000" dirty="0"/>
              <a:t>: The amount of time the system is </a:t>
            </a:r>
            <a:r>
              <a:rPr lang="en-US" sz="2000" b="1" dirty="0"/>
              <a:t>operational and accessible </a:t>
            </a:r>
            <a:r>
              <a:rPr lang="en-US" sz="2000" dirty="0"/>
              <a:t>to users, often expressed as a percentage (e.g., 99.9% uptime).</a:t>
            </a:r>
          </a:p>
          <a:p>
            <a:pPr marL="731520" lvl="1" indent="-457200">
              <a:buFont typeface="+mj-lt"/>
              <a:buAutoNum type="arabicPeriod"/>
            </a:pPr>
            <a:endParaRPr lang="en-US" sz="2000" b="1" dirty="0"/>
          </a:p>
          <a:p>
            <a:pPr marL="731520" lvl="1" indent="-457200">
              <a:buFont typeface="+mj-lt"/>
              <a:buAutoNum type="arabicPeriod"/>
            </a:pPr>
            <a:r>
              <a:rPr lang="en-US" sz="2000" b="1" dirty="0"/>
              <a:t>Performance</a:t>
            </a:r>
            <a:r>
              <a:rPr lang="en-US" sz="2000" dirty="0"/>
              <a:t>: How quickly the system responds to </a:t>
            </a:r>
            <a:r>
              <a:rPr lang="en-US" sz="2000" b="1" dirty="0"/>
              <a:t>user requests or processes data</a:t>
            </a:r>
            <a:r>
              <a:rPr lang="en-US" sz="2000" dirty="0"/>
              <a:t>, including response times and throughput.</a:t>
            </a:r>
          </a:p>
          <a:p>
            <a:endParaRPr lang="en-US" sz="2000" dirty="0"/>
          </a:p>
          <a:p>
            <a:endParaRPr lang="en-US" sz="2000" dirty="0"/>
          </a:p>
        </p:txBody>
      </p:sp>
      <p:sp>
        <p:nvSpPr>
          <p:cNvPr id="5" name="Slide Number Placeholder 4">
            <a:extLst>
              <a:ext uri="{FF2B5EF4-FFF2-40B4-BE49-F238E27FC236}">
                <a16:creationId xmlns:a16="http://schemas.microsoft.com/office/drawing/2014/main" id="{FB9BDAD6-C1DE-8630-8207-CE82B939887F}"/>
              </a:ext>
            </a:extLst>
          </p:cNvPr>
          <p:cNvSpPr>
            <a:spLocks noGrp="1"/>
          </p:cNvSpPr>
          <p:nvPr>
            <p:ph type="sldNum" sz="quarter" idx="12"/>
          </p:nvPr>
        </p:nvSpPr>
        <p:spPr/>
        <p:txBody>
          <a:bodyPr/>
          <a:lstStyle/>
          <a:p>
            <a:fld id="{4267CD5E-26CF-4249-8540-BB1D07FD4227}" type="slidenum">
              <a:rPr lang="en-US" smtClean="0"/>
              <a:t>25</a:t>
            </a:fld>
            <a:endParaRPr lang="en-US"/>
          </a:p>
        </p:txBody>
      </p:sp>
    </p:spTree>
    <p:extLst>
      <p:ext uri="{BB962C8B-B14F-4D97-AF65-F5344CB8AC3E}">
        <p14:creationId xmlns:p14="http://schemas.microsoft.com/office/powerpoint/2010/main" val="19773108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C38ABD-D3DD-4717-A5FC-229EFBCA2A92}"/>
              </a:ext>
            </a:extLst>
          </p:cNvPr>
          <p:cNvSpPr>
            <a:spLocks noGrp="1"/>
          </p:cNvSpPr>
          <p:nvPr>
            <p:ph type="title"/>
          </p:nvPr>
        </p:nvSpPr>
        <p:spPr/>
        <p:txBody>
          <a:bodyPr/>
          <a:lstStyle/>
          <a:p>
            <a:r>
              <a:rPr lang="en-US" dirty="0">
                <a:latin typeface="Arial" panose="020B0604020202090204"/>
                <a:sym typeface="+mn-ea"/>
              </a:rPr>
              <a:t>Program Level: </a:t>
            </a:r>
            <a:r>
              <a:rPr lang="en-US" i="1" dirty="0">
                <a:latin typeface="Arial" panose="020B0604020202090204"/>
                <a:sym typeface="+mn-ea"/>
              </a:rPr>
              <a:t>Vision</a:t>
            </a:r>
            <a:r>
              <a:rPr lang="en-US" dirty="0">
                <a:latin typeface="Arial" panose="020B0604020202090204"/>
                <a:sym typeface="+mn-ea"/>
              </a:rPr>
              <a:t> and </a:t>
            </a:r>
            <a:r>
              <a:rPr lang="en-US" i="1" dirty="0">
                <a:latin typeface="Arial" panose="020B0604020202090204"/>
                <a:sym typeface="+mn-ea"/>
              </a:rPr>
              <a:t>features</a:t>
            </a:r>
            <a:endParaRPr lang="en-US" dirty="0"/>
          </a:p>
        </p:txBody>
      </p:sp>
      <p:sp>
        <p:nvSpPr>
          <p:cNvPr id="4" name="Content Placeholder 3">
            <a:extLst>
              <a:ext uri="{FF2B5EF4-FFF2-40B4-BE49-F238E27FC236}">
                <a16:creationId xmlns:a16="http://schemas.microsoft.com/office/drawing/2014/main" id="{BAFBD5F0-0043-1E8A-FA76-C08CA8FBB137}"/>
              </a:ext>
            </a:extLst>
          </p:cNvPr>
          <p:cNvSpPr>
            <a:spLocks noGrp="1"/>
          </p:cNvSpPr>
          <p:nvPr>
            <p:ph idx="1"/>
          </p:nvPr>
        </p:nvSpPr>
        <p:spPr>
          <a:xfrm>
            <a:off x="644771" y="1463040"/>
            <a:ext cx="10709031" cy="4619107"/>
          </a:xfrm>
        </p:spPr>
        <p:txBody>
          <a:bodyPr>
            <a:normAutofit fontScale="92500" lnSpcReduction="20000"/>
          </a:bodyPr>
          <a:lstStyle/>
          <a:p>
            <a:pPr marL="274320" lvl="1" indent="0">
              <a:buNone/>
            </a:pPr>
            <a:endParaRPr lang="en-US" sz="2000" b="1" dirty="0"/>
          </a:p>
          <a:p>
            <a:pPr marL="617220" lvl="1" indent="-342900">
              <a:buFont typeface="+mj-lt"/>
              <a:buAutoNum type="arabicPeriod" startAt="5"/>
            </a:pPr>
            <a:r>
              <a:rPr lang="en-US" sz="2000" b="1" dirty="0"/>
              <a:t>Security</a:t>
            </a:r>
            <a:r>
              <a:rPr lang="en-US" sz="2000" dirty="0"/>
              <a:t>: The system’s ability to </a:t>
            </a:r>
            <a:r>
              <a:rPr lang="en-US" sz="2000" b="1" dirty="0"/>
              <a:t>protect data and resources </a:t>
            </a:r>
            <a:r>
              <a:rPr lang="en-US" sz="2000" dirty="0"/>
              <a:t>from unauthorized access, vulnerabilities, or attacks.</a:t>
            </a:r>
          </a:p>
          <a:p>
            <a:pPr marL="617220" lvl="1" indent="-342900">
              <a:buFont typeface="+mj-lt"/>
              <a:buAutoNum type="arabicPeriod" startAt="5"/>
            </a:pPr>
            <a:endParaRPr lang="en-US" sz="2000" b="1" dirty="0"/>
          </a:p>
          <a:p>
            <a:pPr marL="617220" lvl="1" indent="-342900">
              <a:buFont typeface="+mj-lt"/>
              <a:buAutoNum type="arabicPeriod" startAt="5"/>
            </a:pPr>
            <a:r>
              <a:rPr lang="en-US" sz="2000" b="1" dirty="0"/>
              <a:t>Maintainability</a:t>
            </a:r>
            <a:r>
              <a:rPr lang="en-US" sz="2000" dirty="0"/>
              <a:t>: The ease with which the system can be </a:t>
            </a:r>
            <a:r>
              <a:rPr lang="en-US" sz="2000" b="1" dirty="0"/>
              <a:t>updated, fixed, or extended </a:t>
            </a:r>
            <a:r>
              <a:rPr lang="en-US" sz="2000" dirty="0"/>
              <a:t>over time without introducing new problems.</a:t>
            </a:r>
          </a:p>
          <a:p>
            <a:pPr marL="617220" lvl="1" indent="-342900">
              <a:buFont typeface="+mj-lt"/>
              <a:buAutoNum type="arabicPeriod" startAt="5"/>
            </a:pPr>
            <a:endParaRPr lang="en-US" sz="2000" b="1" dirty="0"/>
          </a:p>
          <a:p>
            <a:pPr marL="617220" lvl="1" indent="-342900">
              <a:buFont typeface="+mj-lt"/>
              <a:buAutoNum type="arabicPeriod" startAt="5"/>
            </a:pPr>
            <a:r>
              <a:rPr lang="en-US" sz="2000" b="1" dirty="0"/>
              <a:t>Usability</a:t>
            </a:r>
            <a:r>
              <a:rPr lang="en-US" sz="2000" dirty="0"/>
              <a:t>: How </a:t>
            </a:r>
            <a:r>
              <a:rPr lang="en-US" sz="2000" b="1" dirty="0"/>
              <a:t>easy</a:t>
            </a:r>
            <a:r>
              <a:rPr lang="en-US" sz="2000" dirty="0"/>
              <a:t> and </a:t>
            </a:r>
            <a:r>
              <a:rPr lang="en-US" sz="2000" b="1" dirty="0"/>
              <a:t>intuitive</a:t>
            </a:r>
            <a:r>
              <a:rPr lang="en-US" sz="2000" dirty="0"/>
              <a:t> it is for </a:t>
            </a:r>
            <a:r>
              <a:rPr lang="en-US" sz="2000" b="1" dirty="0"/>
              <a:t>users to interact with the system</a:t>
            </a:r>
            <a:r>
              <a:rPr lang="en-US" sz="2000" dirty="0"/>
              <a:t>, including design, accessibility, and user experience.</a:t>
            </a:r>
          </a:p>
          <a:p>
            <a:pPr marL="617220" lvl="1" indent="-342900">
              <a:buFont typeface="+mj-lt"/>
              <a:buAutoNum type="arabicPeriod" startAt="5"/>
            </a:pPr>
            <a:endParaRPr lang="en-US" sz="2000" b="1" dirty="0"/>
          </a:p>
          <a:p>
            <a:pPr marL="617220" lvl="1" indent="-342900">
              <a:buFont typeface="+mj-lt"/>
              <a:buAutoNum type="arabicPeriod" startAt="5"/>
            </a:pPr>
            <a:r>
              <a:rPr lang="en-US" sz="2000" b="1" dirty="0"/>
              <a:t>Portability</a:t>
            </a:r>
            <a:r>
              <a:rPr lang="en-US" sz="2000" dirty="0"/>
              <a:t>: The ability of the system to operate </a:t>
            </a:r>
            <a:r>
              <a:rPr lang="en-US" sz="2000" b="1" dirty="0"/>
              <a:t>across different platforms or environments </a:t>
            </a:r>
            <a:r>
              <a:rPr lang="en-US" sz="2000" dirty="0"/>
              <a:t>with minimal changes.</a:t>
            </a:r>
          </a:p>
          <a:p>
            <a:endParaRPr lang="en-US" sz="2400" dirty="0"/>
          </a:p>
          <a:p>
            <a:r>
              <a:rPr lang="en-US" sz="2000" dirty="0"/>
              <a:t>These "</a:t>
            </a:r>
            <a:r>
              <a:rPr lang="en-US" sz="2000" dirty="0" err="1"/>
              <a:t>ilities</a:t>
            </a:r>
            <a:r>
              <a:rPr lang="en-US" sz="2000" dirty="0"/>
              <a:t>" are essential to ensure the system's overall quality and to meet customer expectations. </a:t>
            </a:r>
          </a:p>
          <a:p>
            <a:r>
              <a:rPr lang="en-US" sz="2000" dirty="0"/>
              <a:t>They're often considered during planning and design phases, but they can evolve and need to be monitored throughout the development lifecycle.</a:t>
            </a:r>
          </a:p>
        </p:txBody>
      </p:sp>
      <p:sp>
        <p:nvSpPr>
          <p:cNvPr id="5" name="Slide Number Placeholder 4">
            <a:extLst>
              <a:ext uri="{FF2B5EF4-FFF2-40B4-BE49-F238E27FC236}">
                <a16:creationId xmlns:a16="http://schemas.microsoft.com/office/drawing/2014/main" id="{D1E1A9CE-DD16-F9E8-9C9F-6813676BF9F1}"/>
              </a:ext>
            </a:extLst>
          </p:cNvPr>
          <p:cNvSpPr>
            <a:spLocks noGrp="1"/>
          </p:cNvSpPr>
          <p:nvPr>
            <p:ph type="sldNum" sz="quarter" idx="12"/>
          </p:nvPr>
        </p:nvSpPr>
        <p:spPr/>
        <p:txBody>
          <a:bodyPr/>
          <a:lstStyle/>
          <a:p>
            <a:fld id="{4267CD5E-26CF-4249-8540-BB1D07FD4227}" type="slidenum">
              <a:rPr lang="en-US" smtClean="0"/>
              <a:t>26</a:t>
            </a:fld>
            <a:endParaRPr lang="en-US"/>
          </a:p>
        </p:txBody>
      </p:sp>
    </p:spTree>
    <p:extLst>
      <p:ext uri="{BB962C8B-B14F-4D97-AF65-F5344CB8AC3E}">
        <p14:creationId xmlns:p14="http://schemas.microsoft.com/office/powerpoint/2010/main" val="22815625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dirty="0">
                <a:latin typeface="Arial" panose="020B0604020202090204"/>
                <a:sym typeface="+mn-ea"/>
              </a:rPr>
              <a:t>Program Level: Release planning</a:t>
            </a:r>
            <a:endParaRPr lang="en-US" dirty="0"/>
          </a:p>
        </p:txBody>
      </p:sp>
      <p:sp>
        <p:nvSpPr>
          <p:cNvPr id="2" name="Content Placeholder 1"/>
          <p:cNvSpPr>
            <a:spLocks noGrp="1"/>
          </p:cNvSpPr>
          <p:nvPr>
            <p:ph idx="1"/>
          </p:nvPr>
        </p:nvSpPr>
        <p:spPr>
          <a:xfrm>
            <a:off x="757612" y="1096305"/>
            <a:ext cx="7125724" cy="3848676"/>
          </a:xfrm>
        </p:spPr>
        <p:txBody>
          <a:bodyPr>
            <a:normAutofit/>
          </a:bodyPr>
          <a:lstStyle/>
          <a:p>
            <a:endParaRPr lang="en-US" sz="2000" dirty="0"/>
          </a:p>
          <a:p>
            <a:r>
              <a:rPr lang="en-US" sz="2400" dirty="0"/>
              <a:t>Product Managers are responsible for Release Planning:</a:t>
            </a:r>
            <a:endParaRPr lang="en-US" sz="2000" dirty="0"/>
          </a:p>
          <a:p>
            <a:pPr lvl="1"/>
            <a:r>
              <a:rPr lang="en-US" sz="2000" dirty="0"/>
              <a:t>Analogous to Sprint Planning </a:t>
            </a:r>
          </a:p>
          <a:p>
            <a:pPr lvl="1"/>
            <a:r>
              <a:rPr lang="en-US" sz="2000" dirty="0"/>
              <a:t>Identify time box with typically multiple sprints</a:t>
            </a:r>
          </a:p>
          <a:p>
            <a:pPr lvl="1"/>
            <a:r>
              <a:rPr lang="en-US" sz="2000" dirty="0"/>
              <a:t>Hold Release Planning meeting</a:t>
            </a:r>
          </a:p>
          <a:p>
            <a:pPr lvl="1"/>
            <a:r>
              <a:rPr lang="en-US" sz="2000" dirty="0"/>
              <a:t>Use vision and business objectives to identify prioritized list of features to include in next release</a:t>
            </a:r>
          </a:p>
          <a:p>
            <a:pPr lvl="1"/>
            <a:r>
              <a:rPr lang="en-US" sz="2000" dirty="0"/>
              <a:t>Create a </a:t>
            </a:r>
            <a:r>
              <a:rPr lang="en-US" sz="2000" b="1" dirty="0">
                <a:solidFill>
                  <a:srgbClr val="C00000"/>
                </a:solidFill>
              </a:rPr>
              <a:t>Roadmap</a:t>
            </a:r>
            <a:r>
              <a:rPr lang="en-US" sz="2000" dirty="0"/>
              <a:t> to describe the “plan of intent”</a:t>
            </a:r>
          </a:p>
        </p:txBody>
      </p:sp>
      <p:sp>
        <p:nvSpPr>
          <p:cNvPr id="3" name="Slide Number Placeholder 2"/>
          <p:cNvSpPr>
            <a:spLocks noGrp="1"/>
          </p:cNvSpPr>
          <p:nvPr>
            <p:ph type="sldNum" sz="quarter" idx="12"/>
          </p:nvPr>
        </p:nvSpPr>
        <p:spPr/>
        <p:txBody>
          <a:bodyPr/>
          <a:lstStyle/>
          <a:p>
            <a:fld id="{4267CD5E-26CF-4249-8540-BB1D07FD4227}" type="slidenum">
              <a:rPr lang="en-US" smtClean="0"/>
              <a:t>27</a:t>
            </a:fld>
            <a:endParaRPr lang="en-US"/>
          </a:p>
        </p:txBody>
      </p:sp>
      <p:pic>
        <p:nvPicPr>
          <p:cNvPr id="8" name="Picture 7" descr="Graphical user interface, application&#10;&#10;Description automatically generated">
            <a:extLst>
              <a:ext uri="{FF2B5EF4-FFF2-40B4-BE49-F238E27FC236}">
                <a16:creationId xmlns:a16="http://schemas.microsoft.com/office/drawing/2014/main" id="{B525FD8B-F6F2-9F41-9A29-C2E8F7EFD403}"/>
              </a:ext>
            </a:extLst>
          </p:cNvPr>
          <p:cNvPicPr>
            <a:picLocks noChangeAspect="1"/>
          </p:cNvPicPr>
          <p:nvPr/>
        </p:nvPicPr>
        <p:blipFill rotWithShape="1">
          <a:blip r:embed="rId2"/>
          <a:srcRect r="50460" b="58175"/>
          <a:stretch/>
        </p:blipFill>
        <p:spPr>
          <a:xfrm>
            <a:off x="8084017" y="1882206"/>
            <a:ext cx="2583792" cy="1252881"/>
          </a:xfrm>
          <a:prstGeom prst="rect">
            <a:avLst/>
          </a:prstGeom>
        </p:spPr>
      </p:pic>
      <p:pic>
        <p:nvPicPr>
          <p:cNvPr id="10" name="Picture 9" descr="A picture containing timeline&#10;&#10;Description automatically generated">
            <a:extLst>
              <a:ext uri="{FF2B5EF4-FFF2-40B4-BE49-F238E27FC236}">
                <a16:creationId xmlns:a16="http://schemas.microsoft.com/office/drawing/2014/main" id="{D7AC5C92-0CBA-3C83-4700-873D599FCB2C}"/>
              </a:ext>
            </a:extLst>
          </p:cNvPr>
          <p:cNvPicPr>
            <a:picLocks noChangeAspect="1"/>
          </p:cNvPicPr>
          <p:nvPr/>
        </p:nvPicPr>
        <p:blipFill rotWithShape="1">
          <a:blip r:embed="rId3"/>
          <a:srcRect t="19597" r="31604"/>
          <a:stretch/>
        </p:blipFill>
        <p:spPr>
          <a:xfrm>
            <a:off x="6464828" y="4241501"/>
            <a:ext cx="5315953" cy="203348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BB65A-BEE9-C5BB-C132-9BDA94D9AD13}"/>
              </a:ext>
            </a:extLst>
          </p:cNvPr>
          <p:cNvSpPr>
            <a:spLocks noGrp="1"/>
          </p:cNvSpPr>
          <p:nvPr>
            <p:ph type="title"/>
          </p:nvPr>
        </p:nvSpPr>
        <p:spPr/>
        <p:txBody>
          <a:bodyPr/>
          <a:lstStyle/>
          <a:p>
            <a:r>
              <a:rPr lang="en-US" dirty="0">
                <a:latin typeface="Arial" panose="020B0604020202090204"/>
                <a:sym typeface="+mn-ea"/>
              </a:rPr>
              <a:t>Program Level: Release planning</a:t>
            </a:r>
            <a:endParaRPr lang="en-US" dirty="0"/>
          </a:p>
        </p:txBody>
      </p:sp>
      <p:sp>
        <p:nvSpPr>
          <p:cNvPr id="4" name="Content Placeholder 3">
            <a:extLst>
              <a:ext uri="{FF2B5EF4-FFF2-40B4-BE49-F238E27FC236}">
                <a16:creationId xmlns:a16="http://schemas.microsoft.com/office/drawing/2014/main" id="{57BE286A-F6CE-81E7-B526-09AD7D35BE1E}"/>
              </a:ext>
            </a:extLst>
          </p:cNvPr>
          <p:cNvSpPr>
            <a:spLocks noGrp="1"/>
          </p:cNvSpPr>
          <p:nvPr>
            <p:ph idx="1"/>
          </p:nvPr>
        </p:nvSpPr>
        <p:spPr>
          <a:xfrm>
            <a:off x="644771" y="1563329"/>
            <a:ext cx="10709031" cy="4518818"/>
          </a:xfrm>
        </p:spPr>
        <p:txBody>
          <a:bodyPr>
            <a:normAutofit/>
          </a:bodyPr>
          <a:lstStyle/>
          <a:p>
            <a:r>
              <a:rPr lang="en-US" sz="2400" dirty="0"/>
              <a:t>Create a </a:t>
            </a:r>
            <a:r>
              <a:rPr lang="en-US" sz="2400" b="1" dirty="0">
                <a:solidFill>
                  <a:srgbClr val="C00000"/>
                </a:solidFill>
              </a:rPr>
              <a:t>Roadmap</a:t>
            </a:r>
            <a:r>
              <a:rPr lang="en-US" sz="2400" dirty="0"/>
              <a:t> to describe the “plan of intent”</a:t>
            </a:r>
          </a:p>
          <a:p>
            <a:pPr lvl="1"/>
            <a:r>
              <a:rPr lang="en-US" sz="2000" dirty="0"/>
              <a:t>A strategic, high-level plan that sets the direction for delivering features and capabilities over time. </a:t>
            </a:r>
          </a:p>
          <a:p>
            <a:pPr lvl="1"/>
            <a:r>
              <a:rPr lang="en-US" sz="2000" dirty="0"/>
              <a:t>It's not a detailed schedule but rather a guiding document that shows what is planned and when it's anticipated to be delivered. </a:t>
            </a:r>
          </a:p>
          <a:p>
            <a:pPr lvl="1"/>
            <a:r>
              <a:rPr lang="en-US" sz="2000" dirty="0"/>
              <a:t>The plan of intent roadmap provides a strategic view of the program's upcoming releases and goals, but it's not a rigid, detailed schedule, it’s flexible and subject to change.</a:t>
            </a:r>
          </a:p>
        </p:txBody>
      </p:sp>
      <p:sp>
        <p:nvSpPr>
          <p:cNvPr id="5" name="Slide Number Placeholder 4">
            <a:extLst>
              <a:ext uri="{FF2B5EF4-FFF2-40B4-BE49-F238E27FC236}">
                <a16:creationId xmlns:a16="http://schemas.microsoft.com/office/drawing/2014/main" id="{B4A4E9E6-5E59-6690-3E99-46AED0BACB8F}"/>
              </a:ext>
            </a:extLst>
          </p:cNvPr>
          <p:cNvSpPr>
            <a:spLocks noGrp="1"/>
          </p:cNvSpPr>
          <p:nvPr>
            <p:ph type="sldNum" sz="quarter" idx="12"/>
          </p:nvPr>
        </p:nvSpPr>
        <p:spPr/>
        <p:txBody>
          <a:bodyPr/>
          <a:lstStyle/>
          <a:p>
            <a:fld id="{4267CD5E-26CF-4249-8540-BB1D07FD4227}" type="slidenum">
              <a:rPr lang="en-US" smtClean="0"/>
              <a:t>28</a:t>
            </a:fld>
            <a:endParaRPr lang="en-US"/>
          </a:p>
        </p:txBody>
      </p:sp>
    </p:spTree>
    <p:extLst>
      <p:ext uri="{BB962C8B-B14F-4D97-AF65-F5344CB8AC3E}">
        <p14:creationId xmlns:p14="http://schemas.microsoft.com/office/powerpoint/2010/main" val="3198991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a:latin typeface="Arial" panose="020B0604020202090204"/>
                <a:sym typeface="+mn-ea"/>
              </a:rPr>
              <a:t>Program Level: The Roadmap</a:t>
            </a:r>
            <a:endParaRPr lang="en-US"/>
          </a:p>
        </p:txBody>
      </p:sp>
      <p:sp>
        <p:nvSpPr>
          <p:cNvPr id="2" name="Content Placeholder 1"/>
          <p:cNvSpPr>
            <a:spLocks noGrp="1"/>
          </p:cNvSpPr>
          <p:nvPr>
            <p:ph idx="1"/>
          </p:nvPr>
        </p:nvSpPr>
        <p:spPr>
          <a:xfrm>
            <a:off x="644525" y="1383665"/>
            <a:ext cx="5299075" cy="4698365"/>
          </a:xfrm>
        </p:spPr>
        <p:txBody>
          <a:bodyPr>
            <a:normAutofit lnSpcReduction="10000"/>
          </a:bodyPr>
          <a:lstStyle/>
          <a:p>
            <a:pPr marL="342900" indent="-342900" algn="l">
              <a:lnSpc>
                <a:spcPct val="138000"/>
              </a:lnSpc>
              <a:buFont typeface="Wingdings" panose="05000000000000000000" charset="0"/>
              <a:buChar char=""/>
            </a:pPr>
            <a:endParaRPr lang="en-US" dirty="0">
              <a:latin typeface="Arial" panose="020B0604020202090204"/>
              <a:sym typeface="+mn-ea"/>
            </a:endParaRPr>
          </a:p>
          <a:p>
            <a:pPr marL="342900" indent="-342900" algn="l">
              <a:lnSpc>
                <a:spcPct val="138000"/>
              </a:lnSpc>
              <a:buFont typeface="Wingdings" panose="05000000000000000000" charset="0"/>
              <a:buChar char=""/>
            </a:pPr>
            <a:r>
              <a:rPr lang="en-US" dirty="0">
                <a:latin typeface="Arial" panose="020B0604020202090204"/>
                <a:sym typeface="+mn-ea"/>
              </a:rPr>
              <a:t>Release planning breaks features into stories</a:t>
            </a:r>
          </a:p>
          <a:p>
            <a:pPr marL="342900" indent="-342900" algn="l">
              <a:lnSpc>
                <a:spcPct val="138000"/>
              </a:lnSpc>
              <a:buFont typeface="Wingdings" panose="05000000000000000000" charset="0"/>
              <a:buChar char=""/>
            </a:pPr>
            <a:r>
              <a:rPr lang="en-US" dirty="0">
                <a:latin typeface="Arial" panose="020B0604020202090204"/>
                <a:sym typeface="+mn-ea"/>
              </a:rPr>
              <a:t>Stories assigned to teams</a:t>
            </a:r>
          </a:p>
          <a:p>
            <a:pPr marL="342900" indent="-342900" algn="l">
              <a:lnSpc>
                <a:spcPct val="138000"/>
              </a:lnSpc>
              <a:buFont typeface="Wingdings" panose="05000000000000000000" charset="0"/>
              <a:buChar char=""/>
            </a:pPr>
            <a:r>
              <a:rPr lang="en-US" dirty="0">
                <a:latin typeface="Arial" panose="020B0604020202090204"/>
                <a:sym typeface="+mn-ea"/>
              </a:rPr>
              <a:t>Interdependencies are identified and addressed</a:t>
            </a:r>
          </a:p>
          <a:p>
            <a:pPr marL="342900" indent="-342900" algn="l">
              <a:lnSpc>
                <a:spcPct val="138000"/>
              </a:lnSpc>
              <a:buFont typeface="Wingdings" panose="05000000000000000000" charset="0"/>
              <a:buChar char=""/>
            </a:pPr>
            <a:r>
              <a:rPr lang="en-US" dirty="0">
                <a:latin typeface="Arial" panose="020B0604020202090204"/>
                <a:sym typeface="+mn-ea"/>
              </a:rPr>
              <a:t>Result is a Roadmap: </a:t>
            </a:r>
          </a:p>
          <a:p>
            <a:pPr marL="800100" lvl="1" indent="-342900" algn="l">
              <a:lnSpc>
                <a:spcPct val="138000"/>
              </a:lnSpc>
              <a:buFont typeface="Wingdings" panose="05000000000000000000" charset="0"/>
              <a:buChar char=""/>
            </a:pPr>
            <a:r>
              <a:rPr lang="en-US" dirty="0">
                <a:latin typeface="Arial" panose="020B0604020202090204"/>
                <a:sym typeface="+mn-ea"/>
              </a:rPr>
              <a:t>Planned release dates</a:t>
            </a:r>
          </a:p>
          <a:p>
            <a:pPr marL="800100" lvl="1" indent="-342900" algn="l">
              <a:lnSpc>
                <a:spcPct val="138000"/>
              </a:lnSpc>
              <a:buFont typeface="Wingdings" panose="05000000000000000000" charset="0"/>
              <a:buChar char=""/>
            </a:pPr>
            <a:r>
              <a:rPr lang="en-US" dirty="0">
                <a:latin typeface="Arial" panose="020B0604020202090204"/>
                <a:sym typeface="+mn-ea"/>
              </a:rPr>
              <a:t>Each release includes: </a:t>
            </a:r>
          </a:p>
          <a:p>
            <a:pPr marL="1074420" lvl="2" indent="-342900">
              <a:lnSpc>
                <a:spcPct val="138000"/>
              </a:lnSpc>
              <a:buFont typeface="Wingdings" panose="05000000000000000000" charset="0"/>
              <a:buChar char=""/>
            </a:pPr>
            <a:r>
              <a:rPr lang="en-US" dirty="0">
                <a:latin typeface="Arial" panose="020B0604020202090204"/>
                <a:sym typeface="+mn-ea"/>
              </a:rPr>
              <a:t>Theme </a:t>
            </a:r>
          </a:p>
          <a:p>
            <a:pPr marL="1074420" lvl="2" indent="-342900">
              <a:lnSpc>
                <a:spcPct val="138000"/>
              </a:lnSpc>
              <a:buFont typeface="Wingdings" panose="05000000000000000000" charset="0"/>
              <a:buChar char=""/>
            </a:pPr>
            <a:r>
              <a:rPr lang="en-US" dirty="0">
                <a:latin typeface="Arial" panose="020B0604020202090204"/>
                <a:sym typeface="+mn-ea"/>
              </a:rPr>
              <a:t>Objectives </a:t>
            </a:r>
          </a:p>
          <a:p>
            <a:pPr marL="1074420" lvl="2" indent="-342900">
              <a:lnSpc>
                <a:spcPct val="138000"/>
              </a:lnSpc>
              <a:buFont typeface="Wingdings" panose="05000000000000000000" charset="0"/>
              <a:buChar char=""/>
            </a:pPr>
            <a:r>
              <a:rPr lang="en-US" dirty="0">
                <a:latin typeface="Arial" panose="020B0604020202090204"/>
                <a:sym typeface="+mn-ea"/>
              </a:rPr>
              <a:t>Set of features</a:t>
            </a:r>
            <a:endParaRPr lang="en-US" dirty="0">
              <a:latin typeface="Arial" panose="020B0604020202090204"/>
            </a:endParaRPr>
          </a:p>
          <a:p>
            <a:pPr algn="l"/>
            <a:endParaRPr lang="en-US" dirty="0"/>
          </a:p>
        </p:txBody>
      </p:sp>
      <p:sp>
        <p:nvSpPr>
          <p:cNvPr id="3" name="Slide Number Placeholder 2"/>
          <p:cNvSpPr>
            <a:spLocks noGrp="1"/>
          </p:cNvSpPr>
          <p:nvPr>
            <p:ph type="sldNum" sz="quarter" idx="12"/>
          </p:nvPr>
        </p:nvSpPr>
        <p:spPr/>
        <p:txBody>
          <a:bodyPr/>
          <a:lstStyle/>
          <a:p>
            <a:fld id="{4267CD5E-26CF-4249-8540-BB1D07FD4227}" type="slidenum">
              <a:rPr lang="en-US" smtClean="0"/>
              <a:t>29</a:t>
            </a:fld>
            <a:endParaRPr lang="en-US"/>
          </a:p>
        </p:txBody>
      </p:sp>
      <p:pic>
        <p:nvPicPr>
          <p:cNvPr id="5" name="Picture 4"/>
          <p:cNvPicPr>
            <a:picLocks noChangeAspect="1"/>
          </p:cNvPicPr>
          <p:nvPr/>
        </p:nvPicPr>
        <p:blipFill>
          <a:blip r:embed="rId2"/>
          <a:srcRect/>
          <a:stretch/>
        </p:blipFill>
        <p:spPr>
          <a:xfrm>
            <a:off x="5943600" y="1227219"/>
            <a:ext cx="4233702" cy="3596017"/>
          </a:xfrm>
          <a:prstGeom prst="rect">
            <a:avLst/>
          </a:prstGeom>
        </p:spPr>
      </p:pic>
      <p:pic>
        <p:nvPicPr>
          <p:cNvPr id="9" name="Picture 8" descr="Timeline&#10;&#10;Description automatically generated">
            <a:extLst>
              <a:ext uri="{FF2B5EF4-FFF2-40B4-BE49-F238E27FC236}">
                <a16:creationId xmlns:a16="http://schemas.microsoft.com/office/drawing/2014/main" id="{6B5D4312-4490-7A92-A40C-40B6EE6CC987}"/>
              </a:ext>
            </a:extLst>
          </p:cNvPr>
          <p:cNvPicPr>
            <a:picLocks noChangeAspect="1"/>
          </p:cNvPicPr>
          <p:nvPr/>
        </p:nvPicPr>
        <p:blipFill>
          <a:blip r:embed="rId3"/>
          <a:stretch>
            <a:fillRect/>
          </a:stretch>
        </p:blipFill>
        <p:spPr>
          <a:xfrm>
            <a:off x="6938181" y="2839790"/>
            <a:ext cx="4875463" cy="3437050"/>
          </a:xfrm>
          <a:prstGeom prst="rect">
            <a:avLst/>
          </a:prstGeom>
        </p:spPr>
      </p:pic>
      <p:sp>
        <p:nvSpPr>
          <p:cNvPr id="11" name="TextBox 10">
            <a:extLst>
              <a:ext uri="{FF2B5EF4-FFF2-40B4-BE49-F238E27FC236}">
                <a16:creationId xmlns:a16="http://schemas.microsoft.com/office/drawing/2014/main" id="{B73622FA-9643-883F-BA05-5D11BA68E4F6}"/>
              </a:ext>
            </a:extLst>
          </p:cNvPr>
          <p:cNvSpPr txBox="1"/>
          <p:nvPr/>
        </p:nvSpPr>
        <p:spPr>
          <a:xfrm>
            <a:off x="7609973" y="6155164"/>
            <a:ext cx="6100010" cy="276999"/>
          </a:xfrm>
          <a:prstGeom prst="rect">
            <a:avLst/>
          </a:prstGeom>
          <a:noFill/>
        </p:spPr>
        <p:txBody>
          <a:bodyPr wrap="square">
            <a:spAutoFit/>
          </a:bodyPr>
          <a:lstStyle/>
          <a:p>
            <a:r>
              <a:rPr lang="en-US" sz="1200" dirty="0">
                <a:hlinkClick r:id="rId4"/>
              </a:rPr>
              <a:t>https://www.scaledagileframework.com/roadmap/</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a:latin typeface="Arial" panose="020B0604020202090204"/>
                <a:sym typeface="+mn-ea"/>
              </a:rPr>
              <a:t>Program Level: Product Management</a:t>
            </a:r>
            <a:endParaRPr lang="en-US"/>
          </a:p>
        </p:txBody>
      </p:sp>
      <p:sp>
        <p:nvSpPr>
          <p:cNvPr id="2" name="Content Placeholder 1"/>
          <p:cNvSpPr>
            <a:spLocks noGrp="1"/>
          </p:cNvSpPr>
          <p:nvPr>
            <p:ph idx="1"/>
          </p:nvPr>
        </p:nvSpPr>
        <p:spPr>
          <a:xfrm>
            <a:off x="646115" y="1250735"/>
            <a:ext cx="10709275" cy="4488815"/>
          </a:xfrm>
        </p:spPr>
        <p:txBody>
          <a:bodyPr/>
          <a:lstStyle/>
          <a:p>
            <a:pPr indent="0">
              <a:spcAft>
                <a:spcPts val="140"/>
              </a:spcAft>
              <a:buNone/>
            </a:pPr>
            <a:endParaRPr lang="en-US" sz="2000" dirty="0">
              <a:latin typeface="Arial" panose="020B0604020202090204"/>
              <a:sym typeface="+mn-ea"/>
            </a:endParaRPr>
          </a:p>
          <a:p>
            <a:pPr indent="0">
              <a:spcAft>
                <a:spcPts val="140"/>
              </a:spcAft>
            </a:pPr>
            <a:r>
              <a:rPr lang="en-US" sz="2000" dirty="0">
                <a:latin typeface="Arial" panose="020B0604020202090204"/>
                <a:sym typeface="+mn-ea"/>
              </a:rPr>
              <a:t>  Scrum Product Owners:</a:t>
            </a:r>
            <a:endParaRPr lang="en-US" sz="2000" dirty="0">
              <a:latin typeface="Arial" panose="020B0604020202090204"/>
            </a:endParaRPr>
          </a:p>
          <a:p>
            <a:pPr lvl="1" indent="469900">
              <a:spcAft>
                <a:spcPts val="140"/>
              </a:spcAft>
            </a:pPr>
            <a:r>
              <a:rPr lang="en-US" sz="2000" dirty="0">
                <a:latin typeface="Arial" panose="020B0604020202090204"/>
                <a:sym typeface="+mn-ea"/>
              </a:rPr>
              <a:t>Represent the interests of everyone with a stake in the resulting project</a:t>
            </a:r>
          </a:p>
          <a:p>
            <a:pPr lvl="1" indent="469900">
              <a:spcAft>
                <a:spcPts val="140"/>
              </a:spcAft>
            </a:pPr>
            <a:r>
              <a:rPr lang="en-US" sz="2000" dirty="0">
                <a:latin typeface="Arial" panose="020B0604020202090204"/>
                <a:sym typeface="+mn-ea"/>
              </a:rPr>
              <a:t>Achieve initial and ongoing funding</a:t>
            </a:r>
          </a:p>
          <a:p>
            <a:pPr lvl="1" indent="469900">
              <a:spcAft>
                <a:spcPts val="140"/>
              </a:spcAft>
            </a:pPr>
            <a:r>
              <a:rPr lang="en-US" sz="2000" dirty="0">
                <a:latin typeface="Arial" panose="020B0604020202090204"/>
                <a:sym typeface="+mn-ea"/>
              </a:rPr>
              <a:t>Create initial requirements, return on and release plans</a:t>
            </a:r>
          </a:p>
          <a:p>
            <a:pPr indent="469900">
              <a:spcAft>
                <a:spcPts val="140"/>
              </a:spcAft>
            </a:pPr>
            <a:endParaRPr lang="en-US" sz="2000" dirty="0">
              <a:latin typeface="Arial" panose="020B0604020202090204"/>
            </a:endParaRPr>
          </a:p>
          <a:p>
            <a:pPr indent="0"/>
            <a:r>
              <a:rPr lang="en-US" sz="2000" dirty="0">
                <a:latin typeface="Arial" panose="020B0604020202090204"/>
                <a:sym typeface="+mn-ea"/>
              </a:rPr>
              <a:t>  </a:t>
            </a:r>
            <a:r>
              <a:rPr lang="en-US" sz="2000" dirty="0" err="1">
                <a:latin typeface="Arial" panose="020B0604020202090204"/>
                <a:sym typeface="+mn-ea"/>
              </a:rPr>
              <a:t>SAFe</a:t>
            </a:r>
            <a:r>
              <a:rPr lang="en-US" sz="2000" dirty="0">
                <a:latin typeface="Arial" panose="020B0604020202090204"/>
                <a:sym typeface="+mn-ea"/>
              </a:rPr>
              <a:t> Product Managers responsibilities are broader:</a:t>
            </a:r>
            <a:endParaRPr lang="en-US" sz="2000" dirty="0">
              <a:latin typeface="Arial" panose="020B0604020202090204"/>
            </a:endParaRPr>
          </a:p>
          <a:p>
            <a:pPr lvl="1" indent="469900"/>
            <a:r>
              <a:rPr lang="en-US" sz="2000" dirty="0">
                <a:latin typeface="Arial" panose="020B0604020202090204"/>
                <a:sym typeface="+mn-ea"/>
              </a:rPr>
              <a:t>Define the product</a:t>
            </a:r>
          </a:p>
          <a:p>
            <a:pPr lvl="1" indent="469900"/>
            <a:r>
              <a:rPr lang="en-US" sz="2000" dirty="0">
                <a:latin typeface="Arial" panose="020B0604020202090204"/>
                <a:sym typeface="+mn-ea"/>
              </a:rPr>
              <a:t>Position the solution in the market</a:t>
            </a:r>
            <a:endParaRPr lang="en-US" sz="2000" dirty="0">
              <a:latin typeface="Arial" panose="020B0604020202090204"/>
            </a:endParaRPr>
          </a:p>
          <a:p>
            <a:pPr indent="469900">
              <a:spcAft>
                <a:spcPts val="140"/>
              </a:spcAft>
            </a:pPr>
            <a:endParaRPr lang="en-US" dirty="0">
              <a:latin typeface="Arial" panose="020B0604020202090204"/>
            </a:endParaRPr>
          </a:p>
          <a:p>
            <a:pPr indent="469900">
              <a:spcAft>
                <a:spcPts val="140"/>
              </a:spcAft>
            </a:pPr>
            <a:endParaRPr lang="en-US" dirty="0">
              <a:latin typeface="Arial" panose="020B0604020202090204"/>
            </a:endParaRPr>
          </a:p>
          <a:p>
            <a:endParaRPr lang="en-US" dirty="0"/>
          </a:p>
        </p:txBody>
      </p:sp>
      <p:sp>
        <p:nvSpPr>
          <p:cNvPr id="3" name="Slide Number Placeholder 2"/>
          <p:cNvSpPr>
            <a:spLocks noGrp="1"/>
          </p:cNvSpPr>
          <p:nvPr>
            <p:ph type="sldNum" sz="quarter" idx="12"/>
          </p:nvPr>
        </p:nvSpPr>
        <p:spPr/>
        <p:txBody>
          <a:bodyPr/>
          <a:lstStyle/>
          <a:p>
            <a:fld id="{4267CD5E-26CF-4249-8540-BB1D07FD4227}" type="slidenum">
              <a:rPr lang="en-US" smtClean="0"/>
              <a:t>30</a:t>
            </a:fld>
            <a:endParaRPr lang="en-US"/>
          </a:p>
        </p:txBody>
      </p:sp>
      <p:pic>
        <p:nvPicPr>
          <p:cNvPr id="6" name="Picture 5" descr="A picture containing timeline&#10;&#10;Description automatically generated">
            <a:extLst>
              <a:ext uri="{FF2B5EF4-FFF2-40B4-BE49-F238E27FC236}">
                <a16:creationId xmlns:a16="http://schemas.microsoft.com/office/drawing/2014/main" id="{447A6FAB-FCD4-4D7E-DA7E-366C04628CB3}"/>
              </a:ext>
            </a:extLst>
          </p:cNvPr>
          <p:cNvPicPr>
            <a:picLocks noChangeAspect="1"/>
          </p:cNvPicPr>
          <p:nvPr/>
        </p:nvPicPr>
        <p:blipFill rotWithShape="1">
          <a:blip r:embed="rId2"/>
          <a:srcRect t="19597" r="31604"/>
          <a:stretch/>
        </p:blipFill>
        <p:spPr>
          <a:xfrm>
            <a:off x="7372372" y="3908156"/>
            <a:ext cx="4441835" cy="1699109"/>
          </a:xfrm>
          <a:prstGeom prst="rect">
            <a:avLst/>
          </a:prstGeom>
        </p:spPr>
      </p:pic>
      <p:pic>
        <p:nvPicPr>
          <p:cNvPr id="9" name="Picture 8">
            <a:extLst>
              <a:ext uri="{FF2B5EF4-FFF2-40B4-BE49-F238E27FC236}">
                <a16:creationId xmlns:a16="http://schemas.microsoft.com/office/drawing/2014/main" id="{6A54C54D-91D9-EFFE-B2F7-4765D48186FB}"/>
              </a:ext>
            </a:extLst>
          </p:cNvPr>
          <p:cNvPicPr>
            <a:picLocks noChangeAspect="1"/>
          </p:cNvPicPr>
          <p:nvPr/>
        </p:nvPicPr>
        <p:blipFill rotWithShape="1">
          <a:blip r:embed="rId3"/>
          <a:srcRect t="41423" r="50250" b="28228"/>
          <a:stretch/>
        </p:blipFill>
        <p:spPr>
          <a:xfrm>
            <a:off x="8749785" y="2949844"/>
            <a:ext cx="1997728" cy="69994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a:latin typeface="Arial" panose="020B0604020202090204"/>
                <a:sym typeface="+mn-ea"/>
              </a:rPr>
              <a:t>Portfolio Level of SAFe</a:t>
            </a:r>
            <a:endParaRPr lang="en-US"/>
          </a:p>
        </p:txBody>
      </p:sp>
      <p:sp>
        <p:nvSpPr>
          <p:cNvPr id="2" name="Content Placeholder 1"/>
          <p:cNvSpPr>
            <a:spLocks noGrp="1"/>
          </p:cNvSpPr>
          <p:nvPr>
            <p:ph idx="1"/>
          </p:nvPr>
        </p:nvSpPr>
        <p:spPr>
          <a:xfrm>
            <a:off x="1042035" y="2202815"/>
            <a:ext cx="9818370" cy="3879215"/>
          </a:xfrm>
        </p:spPr>
        <p:txBody>
          <a:bodyPr>
            <a:normAutofit lnSpcReduction="10000"/>
          </a:bodyPr>
          <a:lstStyle/>
          <a:p>
            <a:pPr indent="228600">
              <a:lnSpc>
                <a:spcPct val="166000"/>
              </a:lnSpc>
            </a:pPr>
            <a:endParaRPr lang="en-US" dirty="0">
              <a:latin typeface="Arial" panose="020B0604020202090204"/>
              <a:sym typeface="+mn-ea"/>
            </a:endParaRPr>
          </a:p>
          <a:p>
            <a:pPr marL="514350" indent="-285750">
              <a:lnSpc>
                <a:spcPct val="166000"/>
              </a:lnSpc>
            </a:pPr>
            <a:endParaRPr lang="en-US" dirty="0">
              <a:latin typeface="Arial" panose="020B0604020202090204"/>
              <a:sym typeface="+mn-ea"/>
            </a:endParaRPr>
          </a:p>
          <a:p>
            <a:pPr marL="514350" indent="-285750">
              <a:lnSpc>
                <a:spcPct val="166000"/>
              </a:lnSpc>
            </a:pPr>
            <a:r>
              <a:rPr lang="en-US" dirty="0">
                <a:latin typeface="Arial" panose="020B0604020202090204"/>
                <a:sym typeface="+mn-ea"/>
              </a:rPr>
              <a:t>Portfolio Managers responsibilities:</a:t>
            </a:r>
          </a:p>
          <a:p>
            <a:pPr marL="788670" lvl="1" indent="-285750">
              <a:lnSpc>
                <a:spcPct val="166000"/>
              </a:lnSpc>
            </a:pPr>
            <a:r>
              <a:rPr lang="en-US" dirty="0">
                <a:latin typeface="Arial" panose="020B0604020202090204"/>
                <a:sym typeface="+mn-ea"/>
              </a:rPr>
              <a:t>	Manage enterprise investments</a:t>
            </a:r>
          </a:p>
          <a:p>
            <a:pPr marL="788670" lvl="1" indent="-285750">
              <a:lnSpc>
                <a:spcPct val="166000"/>
              </a:lnSpc>
            </a:pPr>
            <a:r>
              <a:rPr lang="en-US" dirty="0">
                <a:latin typeface="Arial" panose="020B0604020202090204"/>
                <a:sym typeface="+mn-ea"/>
              </a:rPr>
              <a:t>	Manage enterprise resources</a:t>
            </a:r>
          </a:p>
          <a:p>
            <a:pPr marL="514350" indent="-285750">
              <a:lnSpc>
                <a:spcPct val="166000"/>
              </a:lnSpc>
            </a:pPr>
            <a:r>
              <a:rPr lang="en-US" dirty="0">
                <a:latin typeface="Arial" panose="020B0604020202090204"/>
                <a:sym typeface="+mn-ea"/>
              </a:rPr>
              <a:t>Investment themes</a:t>
            </a:r>
          </a:p>
          <a:p>
            <a:pPr marL="514350" indent="-285750">
              <a:lnSpc>
                <a:spcPct val="166000"/>
              </a:lnSpc>
            </a:pPr>
            <a:r>
              <a:rPr lang="en-US" dirty="0">
                <a:latin typeface="Arial" panose="020B0604020202090204"/>
                <a:sym typeface="+mn-ea"/>
              </a:rPr>
              <a:t>Epics</a:t>
            </a:r>
          </a:p>
          <a:p>
            <a:pPr lvl="1" indent="0">
              <a:lnSpc>
                <a:spcPct val="166000"/>
              </a:lnSpc>
              <a:buNone/>
            </a:pPr>
            <a:endParaRPr lang="en-US" dirty="0">
              <a:latin typeface="Arial" panose="020B0604020202090204"/>
              <a:sym typeface="+mn-ea"/>
            </a:endParaRPr>
          </a:p>
          <a:p>
            <a:pPr lvl="1" indent="228600">
              <a:lnSpc>
                <a:spcPct val="166000"/>
              </a:lnSpc>
            </a:pPr>
            <a:endParaRPr lang="en-US" dirty="0"/>
          </a:p>
        </p:txBody>
      </p:sp>
      <p:sp>
        <p:nvSpPr>
          <p:cNvPr id="3" name="Slide Number Placeholder 2"/>
          <p:cNvSpPr>
            <a:spLocks noGrp="1"/>
          </p:cNvSpPr>
          <p:nvPr>
            <p:ph type="sldNum" sz="quarter" idx="12"/>
          </p:nvPr>
        </p:nvSpPr>
        <p:spPr/>
        <p:txBody>
          <a:bodyPr/>
          <a:lstStyle/>
          <a:p>
            <a:fld id="{4267CD5E-26CF-4249-8540-BB1D07FD4227}" type="slidenum">
              <a:rPr lang="en-US" smtClean="0"/>
              <a:t>31</a:t>
            </a:fld>
            <a:endParaRPr lang="en-US"/>
          </a:p>
        </p:txBody>
      </p:sp>
      <p:pic>
        <p:nvPicPr>
          <p:cNvPr id="6" name="Picture 5"/>
          <p:cNvPicPr>
            <a:picLocks noChangeAspect="1"/>
          </p:cNvPicPr>
          <p:nvPr/>
        </p:nvPicPr>
        <p:blipFill>
          <a:blip r:embed="rId2"/>
          <a:srcRect/>
          <a:stretch/>
        </p:blipFill>
        <p:spPr>
          <a:xfrm>
            <a:off x="1340348" y="1099820"/>
            <a:ext cx="9322074" cy="204851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a:latin typeface="Arial" panose="020B0604020202090204"/>
                <a:sym typeface="+mn-ea"/>
              </a:rPr>
              <a:t>Portfolio Level: Investment Themes</a:t>
            </a:r>
            <a:endParaRPr lang="en-US"/>
          </a:p>
        </p:txBody>
      </p:sp>
      <p:sp>
        <p:nvSpPr>
          <p:cNvPr id="2" name="Content Placeholder 1"/>
          <p:cNvSpPr>
            <a:spLocks noGrp="1"/>
          </p:cNvSpPr>
          <p:nvPr>
            <p:ph idx="1"/>
          </p:nvPr>
        </p:nvSpPr>
        <p:spPr>
          <a:xfrm>
            <a:off x="517525" y="1369695"/>
            <a:ext cx="7182685" cy="4615815"/>
          </a:xfrm>
        </p:spPr>
        <p:txBody>
          <a:bodyPr/>
          <a:lstStyle/>
          <a:p>
            <a:pPr marL="514350" indent="-285750">
              <a:lnSpc>
                <a:spcPct val="122000"/>
              </a:lnSpc>
            </a:pPr>
            <a:r>
              <a:rPr lang="en-US" sz="2000" dirty="0">
                <a:latin typeface="Arial" panose="020B0604020202090204"/>
                <a:sym typeface="+mn-ea"/>
              </a:rPr>
              <a:t>Large enterprises make decisions once or twice per year on investment themes:</a:t>
            </a:r>
            <a:endParaRPr lang="en-US" dirty="0">
              <a:latin typeface="Arial" panose="020B0604020202090204"/>
              <a:sym typeface="+mn-ea"/>
            </a:endParaRPr>
          </a:p>
          <a:p>
            <a:pPr marL="788670" lvl="1" indent="-285750">
              <a:lnSpc>
                <a:spcPct val="122000"/>
              </a:lnSpc>
            </a:pPr>
            <a:r>
              <a:rPr lang="en-US" dirty="0">
                <a:latin typeface="Arial" panose="020B0604020202090204"/>
                <a:sym typeface="+mn-ea"/>
              </a:rPr>
              <a:t>Existing offerings (enhancements, support and maintenance)</a:t>
            </a:r>
          </a:p>
          <a:p>
            <a:pPr marL="788670" lvl="1" indent="-285750">
              <a:lnSpc>
                <a:spcPct val="122000"/>
              </a:lnSpc>
            </a:pPr>
            <a:r>
              <a:rPr lang="en-US" dirty="0">
                <a:latin typeface="Arial" panose="020B0604020202090204"/>
                <a:sym typeface="+mn-ea"/>
              </a:rPr>
              <a:t>New offerings</a:t>
            </a:r>
          </a:p>
          <a:p>
            <a:pPr marL="788670" lvl="1" indent="-285750">
              <a:lnSpc>
                <a:spcPct val="122000"/>
              </a:lnSpc>
            </a:pPr>
            <a:r>
              <a:rPr lang="en-US" dirty="0">
                <a:latin typeface="Arial" panose="020B0604020202090204"/>
                <a:sym typeface="+mn-ea"/>
              </a:rPr>
              <a:t>Futures - require investment now, but will not contribute toward revenue until later</a:t>
            </a:r>
          </a:p>
          <a:p>
            <a:pPr marL="788670" lvl="1" indent="-285750">
              <a:lnSpc>
                <a:spcPct val="122000"/>
              </a:lnSpc>
            </a:pPr>
            <a:r>
              <a:rPr lang="en-US" dirty="0">
                <a:latin typeface="Arial" panose="020B0604020202090204"/>
                <a:sym typeface="+mn-ea"/>
              </a:rPr>
              <a:t>Sunset - end support for existing products and services</a:t>
            </a:r>
            <a:endParaRPr lang="en-US" dirty="0">
              <a:latin typeface="Arial" panose="020B0604020202090204"/>
            </a:endParaRPr>
          </a:p>
          <a:p>
            <a:pPr marL="514350" indent="-285750"/>
            <a:endParaRPr lang="en-US" dirty="0">
              <a:latin typeface="Arial" panose="020B0604020202090204"/>
              <a:sym typeface="+mn-ea"/>
            </a:endParaRPr>
          </a:p>
          <a:p>
            <a:pPr indent="0">
              <a:buNone/>
            </a:pPr>
            <a:r>
              <a:rPr lang="en-US" dirty="0">
                <a:latin typeface="Arial" panose="020B0604020202090204"/>
                <a:sym typeface="+mn-ea"/>
              </a:rPr>
              <a:t>Themes: how should the enterprise allocate financial and other resources?</a:t>
            </a:r>
            <a:endParaRPr lang="en-US" dirty="0"/>
          </a:p>
        </p:txBody>
      </p:sp>
      <p:sp>
        <p:nvSpPr>
          <p:cNvPr id="3" name="Slide Number Placeholder 2"/>
          <p:cNvSpPr>
            <a:spLocks noGrp="1"/>
          </p:cNvSpPr>
          <p:nvPr>
            <p:ph type="sldNum" sz="quarter" idx="12"/>
          </p:nvPr>
        </p:nvSpPr>
        <p:spPr/>
        <p:txBody>
          <a:bodyPr/>
          <a:lstStyle/>
          <a:p>
            <a:fld id="{4267CD5E-26CF-4249-8540-BB1D07FD4227}" type="slidenum">
              <a:rPr lang="en-US" smtClean="0"/>
              <a:t>32</a:t>
            </a:fld>
            <a:endParaRPr lang="en-US"/>
          </a:p>
        </p:txBody>
      </p:sp>
      <p:sp>
        <p:nvSpPr>
          <p:cNvPr id="6" name="TextBox 5">
            <a:extLst>
              <a:ext uri="{FF2B5EF4-FFF2-40B4-BE49-F238E27FC236}">
                <a16:creationId xmlns:a16="http://schemas.microsoft.com/office/drawing/2014/main" id="{CC6FCCC0-48ED-CBC3-ACD1-7FCA167000EF}"/>
              </a:ext>
            </a:extLst>
          </p:cNvPr>
          <p:cNvSpPr txBox="1"/>
          <p:nvPr/>
        </p:nvSpPr>
        <p:spPr>
          <a:xfrm>
            <a:off x="8043414" y="5393070"/>
            <a:ext cx="2664995" cy="507831"/>
          </a:xfrm>
          <a:prstGeom prst="rect">
            <a:avLst/>
          </a:prstGeom>
          <a:noFill/>
        </p:spPr>
        <p:txBody>
          <a:bodyPr wrap="square">
            <a:spAutoFit/>
          </a:bodyPr>
          <a:lstStyle/>
          <a:p>
            <a:r>
              <a:rPr lang="en-US" sz="900" dirty="0">
                <a:hlinkClick r:id="rId2"/>
              </a:rPr>
              <a:t>https://www.blackrock.com/lu/individual/themes/thematic-investing/why-invest-thematically</a:t>
            </a:r>
            <a:endParaRPr lang="en-US" sz="900" dirty="0"/>
          </a:p>
          <a:p>
            <a:endParaRPr lang="en-US" sz="900" dirty="0"/>
          </a:p>
        </p:txBody>
      </p:sp>
      <p:pic>
        <p:nvPicPr>
          <p:cNvPr id="9" name="Picture 8" descr="Graphical user interface, application&#10;&#10;Description automatically generated">
            <a:extLst>
              <a:ext uri="{FF2B5EF4-FFF2-40B4-BE49-F238E27FC236}">
                <a16:creationId xmlns:a16="http://schemas.microsoft.com/office/drawing/2014/main" id="{0ACD054F-CF36-1657-3EE5-3E35F6F86DFD}"/>
              </a:ext>
            </a:extLst>
          </p:cNvPr>
          <p:cNvPicPr>
            <a:picLocks noChangeAspect="1"/>
          </p:cNvPicPr>
          <p:nvPr/>
        </p:nvPicPr>
        <p:blipFill rotWithShape="1">
          <a:blip r:embed="rId3"/>
          <a:srcRect r="51847"/>
          <a:stretch/>
        </p:blipFill>
        <p:spPr>
          <a:xfrm>
            <a:off x="8245178" y="1452404"/>
            <a:ext cx="2261469" cy="2430023"/>
          </a:xfrm>
          <a:prstGeom prst="rect">
            <a:avLst/>
          </a:prstGeom>
        </p:spPr>
      </p:pic>
      <p:pic>
        <p:nvPicPr>
          <p:cNvPr id="10" name="Picture 9" descr="Graphical user interface, application&#10;&#10;Description automatically generated">
            <a:extLst>
              <a:ext uri="{FF2B5EF4-FFF2-40B4-BE49-F238E27FC236}">
                <a16:creationId xmlns:a16="http://schemas.microsoft.com/office/drawing/2014/main" id="{5F28E61A-6C7E-3C8C-1174-67BA5B74F7C1}"/>
              </a:ext>
            </a:extLst>
          </p:cNvPr>
          <p:cNvPicPr>
            <a:picLocks noChangeAspect="1"/>
          </p:cNvPicPr>
          <p:nvPr/>
        </p:nvPicPr>
        <p:blipFill rotWithShape="1">
          <a:blip r:embed="rId3"/>
          <a:srcRect l="48405" b="47984"/>
          <a:stretch/>
        </p:blipFill>
        <p:spPr>
          <a:xfrm>
            <a:off x="8080594" y="3993440"/>
            <a:ext cx="2470316" cy="1288617"/>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atin typeface="Arial" panose="020B0604020202090204"/>
                <a:sym typeface="+mn-ea"/>
              </a:rPr>
              <a:t>Portfolio Level: Investment Themes</a:t>
            </a:r>
            <a:endParaRPr lang="en-US"/>
          </a:p>
        </p:txBody>
      </p:sp>
      <p:sp>
        <p:nvSpPr>
          <p:cNvPr id="2" name="Content Placeholder 1"/>
          <p:cNvSpPr>
            <a:spLocks noGrp="1"/>
          </p:cNvSpPr>
          <p:nvPr>
            <p:ph idx="1"/>
          </p:nvPr>
        </p:nvSpPr>
        <p:spPr>
          <a:xfrm>
            <a:off x="646359" y="1341530"/>
            <a:ext cx="9436033" cy="4402555"/>
          </a:xfrm>
        </p:spPr>
        <p:txBody>
          <a:bodyPr/>
          <a:lstStyle/>
          <a:p>
            <a:pPr marL="514350" indent="-285750"/>
            <a:endParaRPr lang="en-US" dirty="0"/>
          </a:p>
          <a:p>
            <a:pPr marL="514350" indent="-285750"/>
            <a:r>
              <a:rPr lang="en-US" sz="2400" dirty="0">
                <a:latin typeface="Arial" panose="020B0604020202090204"/>
                <a:sym typeface="+mn-ea"/>
              </a:rPr>
              <a:t>Themes identify key value propositions</a:t>
            </a:r>
          </a:p>
          <a:p>
            <a:pPr indent="0">
              <a:buNone/>
            </a:pPr>
            <a:endParaRPr lang="en-US" sz="2400" dirty="0">
              <a:latin typeface="Arial" panose="020B0604020202090204"/>
              <a:sym typeface="+mn-ea"/>
            </a:endParaRPr>
          </a:p>
          <a:p>
            <a:pPr marL="788670" lvl="1" indent="-285750"/>
            <a:r>
              <a:rPr lang="en-US" sz="2400" dirty="0">
                <a:latin typeface="Arial" panose="020B0604020202090204"/>
                <a:sym typeface="+mn-ea"/>
              </a:rPr>
              <a:t>Differentiate the company’s products</a:t>
            </a:r>
          </a:p>
          <a:p>
            <a:pPr marL="788670" lvl="1" indent="-285750"/>
            <a:r>
              <a:rPr lang="en-US" sz="2400" dirty="0">
                <a:latin typeface="Arial" panose="020B0604020202090204"/>
                <a:sym typeface="+mn-ea"/>
              </a:rPr>
              <a:t>Provide competitive advantage</a:t>
            </a:r>
          </a:p>
          <a:p>
            <a:pPr indent="0">
              <a:buNone/>
            </a:pPr>
            <a:endParaRPr lang="en-US" sz="2400" dirty="0">
              <a:latin typeface="Arial" panose="020B0604020202090204"/>
              <a:sym typeface="+mn-ea"/>
            </a:endParaRPr>
          </a:p>
          <a:p>
            <a:pPr marL="514350" indent="-285750"/>
            <a:r>
              <a:rPr lang="en-US" sz="2400" dirty="0">
                <a:latin typeface="Arial" panose="020B0604020202090204"/>
                <a:sym typeface="+mn-ea"/>
              </a:rPr>
              <a:t>Themes may span multiple years</a:t>
            </a:r>
            <a:endParaRPr lang="en-US" dirty="0">
              <a:latin typeface="Arial" panose="020B0604020202090204"/>
            </a:endParaRPr>
          </a:p>
          <a:p>
            <a:pPr marL="514350" indent="-285750"/>
            <a:endParaRPr lang="en-US" dirty="0"/>
          </a:p>
        </p:txBody>
      </p:sp>
      <p:sp>
        <p:nvSpPr>
          <p:cNvPr id="3" name="Slide Number Placeholder 2"/>
          <p:cNvSpPr>
            <a:spLocks noGrp="1"/>
          </p:cNvSpPr>
          <p:nvPr>
            <p:ph type="sldNum" sz="quarter" idx="12"/>
          </p:nvPr>
        </p:nvSpPr>
        <p:spPr/>
        <p:txBody>
          <a:bodyPr/>
          <a:lstStyle/>
          <a:p>
            <a:fld id="{4267CD5E-26CF-4249-8540-BB1D07FD4227}" type="slidenum">
              <a:rPr lang="en-US" smtClean="0"/>
              <a:t>33</a:t>
            </a:fld>
            <a:endParaRPr lang="en-US"/>
          </a:p>
        </p:txBody>
      </p:sp>
      <p:pic>
        <p:nvPicPr>
          <p:cNvPr id="7" name="Picture 6">
            <a:extLst>
              <a:ext uri="{FF2B5EF4-FFF2-40B4-BE49-F238E27FC236}">
                <a16:creationId xmlns:a16="http://schemas.microsoft.com/office/drawing/2014/main" id="{9DA13CFC-5B04-70C1-1606-703EC33170FF}"/>
              </a:ext>
            </a:extLst>
          </p:cNvPr>
          <p:cNvPicPr>
            <a:picLocks noChangeAspect="1"/>
          </p:cNvPicPr>
          <p:nvPr/>
        </p:nvPicPr>
        <p:blipFill>
          <a:blip r:embed="rId2"/>
          <a:stretch>
            <a:fillRect/>
          </a:stretch>
        </p:blipFill>
        <p:spPr>
          <a:xfrm>
            <a:off x="7049502" y="1905987"/>
            <a:ext cx="3935329" cy="2215444"/>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a:latin typeface="Arial" panose="020B0604020202090204"/>
                <a:sym typeface="+mn-ea"/>
              </a:rPr>
              <a:t>Portfolio Level: Epics, Features, Stories, Tasks</a:t>
            </a:r>
            <a:endParaRPr lang="en-US"/>
          </a:p>
        </p:txBody>
      </p:sp>
      <p:sp>
        <p:nvSpPr>
          <p:cNvPr id="2" name="Content Placeholder 1"/>
          <p:cNvSpPr>
            <a:spLocks noGrp="1"/>
          </p:cNvSpPr>
          <p:nvPr>
            <p:ph idx="1"/>
          </p:nvPr>
        </p:nvSpPr>
        <p:spPr>
          <a:xfrm>
            <a:off x="646359" y="1667244"/>
            <a:ext cx="4936757" cy="3859324"/>
          </a:xfrm>
        </p:spPr>
        <p:txBody>
          <a:bodyPr>
            <a:noAutofit/>
          </a:bodyPr>
          <a:lstStyle/>
          <a:p>
            <a:pPr indent="0">
              <a:lnSpc>
                <a:spcPct val="120000"/>
              </a:lnSpc>
              <a:spcAft>
                <a:spcPts val="350"/>
              </a:spcAft>
            </a:pPr>
            <a:r>
              <a:rPr lang="en-US" sz="2000" dirty="0">
                <a:latin typeface="Arial" panose="020B0604020202090204"/>
                <a:sym typeface="+mn-ea"/>
              </a:rPr>
              <a:t>  Themes are later defined as Epics in the Portfolio Backlog</a:t>
            </a:r>
          </a:p>
          <a:p>
            <a:pPr marL="845820" lvl="1" indent="-342900">
              <a:lnSpc>
                <a:spcPct val="120000"/>
              </a:lnSpc>
              <a:spcAft>
                <a:spcPts val="350"/>
              </a:spcAft>
            </a:pPr>
            <a:r>
              <a:rPr lang="en-US" sz="2000" dirty="0">
                <a:latin typeface="Arial" panose="020B0604020202090204"/>
                <a:sym typeface="+mn-ea"/>
              </a:rPr>
              <a:t>Epics describe strategic intent</a:t>
            </a:r>
          </a:p>
          <a:p>
            <a:pPr indent="0">
              <a:lnSpc>
                <a:spcPct val="120000"/>
              </a:lnSpc>
              <a:spcAft>
                <a:spcPts val="350"/>
              </a:spcAft>
            </a:pPr>
            <a:r>
              <a:rPr lang="en-US" sz="2000" dirty="0">
                <a:latin typeface="Arial" panose="020B0604020202090204"/>
                <a:sym typeface="+mn-ea"/>
              </a:rPr>
              <a:t>  Epics are further refined into Features</a:t>
            </a:r>
          </a:p>
          <a:p>
            <a:pPr indent="0">
              <a:lnSpc>
                <a:spcPct val="141000"/>
              </a:lnSpc>
            </a:pPr>
            <a:r>
              <a:rPr lang="en-US" sz="2000" dirty="0">
                <a:latin typeface="Arial" panose="020B0604020202090204"/>
                <a:sym typeface="+mn-ea"/>
              </a:rPr>
              <a:t>  Features are broken into Stories </a:t>
            </a:r>
          </a:p>
          <a:p>
            <a:pPr indent="0">
              <a:lnSpc>
                <a:spcPct val="141000"/>
              </a:lnSpc>
            </a:pPr>
            <a:r>
              <a:rPr lang="en-US" sz="2000" dirty="0">
                <a:latin typeface="Arial" panose="020B0604020202090204"/>
                <a:sym typeface="+mn-ea"/>
              </a:rPr>
              <a:t>  Stories are broken into Tasks</a:t>
            </a:r>
            <a:endParaRPr lang="en-US" sz="2000" dirty="0">
              <a:latin typeface="Arial" panose="020B0604020202090204"/>
            </a:endParaRPr>
          </a:p>
        </p:txBody>
      </p:sp>
      <p:sp>
        <p:nvSpPr>
          <p:cNvPr id="3" name="Slide Number Placeholder 2"/>
          <p:cNvSpPr>
            <a:spLocks noGrp="1"/>
          </p:cNvSpPr>
          <p:nvPr>
            <p:ph type="sldNum" sz="quarter" idx="12"/>
          </p:nvPr>
        </p:nvSpPr>
        <p:spPr/>
        <p:txBody>
          <a:bodyPr/>
          <a:lstStyle/>
          <a:p>
            <a:fld id="{4267CD5E-26CF-4249-8540-BB1D07FD4227}" type="slidenum">
              <a:rPr lang="en-US" smtClean="0"/>
              <a:t>34</a:t>
            </a:fld>
            <a:endParaRPr lang="en-US"/>
          </a:p>
        </p:txBody>
      </p:sp>
      <p:pic>
        <p:nvPicPr>
          <p:cNvPr id="7" name="Picture 6" descr="Graphical user interface, website&#10;&#10;Description automatically generated">
            <a:extLst>
              <a:ext uri="{FF2B5EF4-FFF2-40B4-BE49-F238E27FC236}">
                <a16:creationId xmlns:a16="http://schemas.microsoft.com/office/drawing/2014/main" id="{5C276B30-CDB8-C261-D795-3355FD9A8B24}"/>
              </a:ext>
            </a:extLst>
          </p:cNvPr>
          <p:cNvPicPr>
            <a:picLocks noChangeAspect="1"/>
          </p:cNvPicPr>
          <p:nvPr/>
        </p:nvPicPr>
        <p:blipFill rotWithShape="1">
          <a:blip r:embed="rId2"/>
          <a:srcRect l="8687" t="8300" r="9654" b="4293"/>
          <a:stretch/>
        </p:blipFill>
        <p:spPr>
          <a:xfrm>
            <a:off x="5583116" y="932623"/>
            <a:ext cx="5772274" cy="5344217"/>
          </a:xfrm>
          <a:prstGeom prst="rect">
            <a:avLst/>
          </a:prstGeom>
        </p:spPr>
      </p:pic>
      <p:sp>
        <p:nvSpPr>
          <p:cNvPr id="9" name="TextBox 8">
            <a:extLst>
              <a:ext uri="{FF2B5EF4-FFF2-40B4-BE49-F238E27FC236}">
                <a16:creationId xmlns:a16="http://schemas.microsoft.com/office/drawing/2014/main" id="{95B74300-673B-B9DE-7834-34FA7F95B260}"/>
              </a:ext>
            </a:extLst>
          </p:cNvPr>
          <p:cNvSpPr txBox="1"/>
          <p:nvPr/>
        </p:nvSpPr>
        <p:spPr>
          <a:xfrm>
            <a:off x="6325908" y="6030619"/>
            <a:ext cx="6100010" cy="246221"/>
          </a:xfrm>
          <a:prstGeom prst="rect">
            <a:avLst/>
          </a:prstGeom>
          <a:noFill/>
        </p:spPr>
        <p:txBody>
          <a:bodyPr wrap="square">
            <a:spAutoFit/>
          </a:bodyPr>
          <a:lstStyle/>
          <a:p>
            <a:r>
              <a:rPr lang="en-US" sz="1000" dirty="0">
                <a:hlinkClick r:id="rId3"/>
              </a:rPr>
              <a:t>https://www.aha.io/roadmapping/guide/agile/themes-vs-epics-vs-stories-vs-tasks</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atin typeface="Arial" panose="020B0604020202090204"/>
                <a:sym typeface="+mn-ea"/>
              </a:rPr>
              <a:t>Three levels of backlogs</a:t>
            </a:r>
            <a:endParaRPr lang="en-US"/>
          </a:p>
        </p:txBody>
      </p:sp>
      <p:sp>
        <p:nvSpPr>
          <p:cNvPr id="3" name="Slide Number Placeholder 2"/>
          <p:cNvSpPr>
            <a:spLocks noGrp="1"/>
          </p:cNvSpPr>
          <p:nvPr>
            <p:ph type="sldNum" sz="quarter" idx="12"/>
          </p:nvPr>
        </p:nvSpPr>
        <p:spPr/>
        <p:txBody>
          <a:bodyPr/>
          <a:lstStyle/>
          <a:p>
            <a:fld id="{4267CD5E-26CF-4249-8540-BB1D07FD4227}" type="slidenum">
              <a:rPr lang="en-US" smtClean="0"/>
              <a:t>35</a:t>
            </a:fld>
            <a:endParaRPr lang="en-US"/>
          </a:p>
        </p:txBody>
      </p:sp>
      <p:graphicFrame>
        <p:nvGraphicFramePr>
          <p:cNvPr id="5" name="Content Placeholder 4"/>
          <p:cNvGraphicFramePr>
            <a:graphicFrameLocks noGrp="1"/>
          </p:cNvGraphicFramePr>
          <p:nvPr>
            <p:ph idx="1"/>
            <p:custDataLst>
              <p:tags r:id="rId1"/>
            </p:custDataLst>
          </p:nvPr>
        </p:nvGraphicFramePr>
        <p:xfrm>
          <a:off x="1543685" y="1488440"/>
          <a:ext cx="9103995" cy="3881120"/>
        </p:xfrm>
        <a:graphic>
          <a:graphicData uri="http://schemas.openxmlformats.org/drawingml/2006/table">
            <a:tbl>
              <a:tblPr firstRow="1" bandRow="1">
                <a:tableStyleId>{5C22544A-7EE6-4342-B048-85BDC9FD1C3A}</a:tableStyleId>
              </a:tblPr>
              <a:tblGrid>
                <a:gridCol w="3034665">
                  <a:extLst>
                    <a:ext uri="{9D8B030D-6E8A-4147-A177-3AD203B41FA5}">
                      <a16:colId xmlns:a16="http://schemas.microsoft.com/office/drawing/2014/main" val="20000"/>
                    </a:ext>
                  </a:extLst>
                </a:gridCol>
                <a:gridCol w="3034665">
                  <a:extLst>
                    <a:ext uri="{9D8B030D-6E8A-4147-A177-3AD203B41FA5}">
                      <a16:colId xmlns:a16="http://schemas.microsoft.com/office/drawing/2014/main" val="20001"/>
                    </a:ext>
                  </a:extLst>
                </a:gridCol>
                <a:gridCol w="3034665">
                  <a:extLst>
                    <a:ext uri="{9D8B030D-6E8A-4147-A177-3AD203B41FA5}">
                      <a16:colId xmlns:a16="http://schemas.microsoft.com/office/drawing/2014/main" val="20002"/>
                    </a:ext>
                  </a:extLst>
                </a:gridCol>
              </a:tblGrid>
              <a:tr h="690245">
                <a:tc>
                  <a:txBody>
                    <a:bodyPr/>
                    <a:lstStyle/>
                    <a:p>
                      <a:pPr>
                        <a:buNone/>
                      </a:pPr>
                      <a:r>
                        <a:rPr lang="en-US"/>
                        <a:t>Level</a:t>
                      </a:r>
                    </a:p>
                  </a:txBody>
                  <a:tcPr/>
                </a:tc>
                <a:tc>
                  <a:txBody>
                    <a:bodyPr/>
                    <a:lstStyle/>
                    <a:p>
                      <a:pPr>
                        <a:buNone/>
                      </a:pPr>
                      <a:r>
                        <a:rPr lang="en-US"/>
                        <a:t>Backlog</a:t>
                      </a:r>
                    </a:p>
                  </a:txBody>
                  <a:tcPr/>
                </a:tc>
                <a:tc>
                  <a:txBody>
                    <a:bodyPr/>
                    <a:lstStyle/>
                    <a:p>
                      <a:pPr>
                        <a:buNone/>
                      </a:pPr>
                      <a:r>
                        <a:rPr lang="en-US"/>
                        <a:t>Contents</a:t>
                      </a:r>
                    </a:p>
                  </a:txBody>
                  <a:tcPr/>
                </a:tc>
                <a:extLst>
                  <a:ext uri="{0D108BD9-81ED-4DB2-BD59-A6C34878D82A}">
                    <a16:rowId xmlns:a16="http://schemas.microsoft.com/office/drawing/2014/main" val="10000"/>
                  </a:ext>
                </a:extLst>
              </a:tr>
              <a:tr h="1019175">
                <a:tc>
                  <a:txBody>
                    <a:bodyPr/>
                    <a:lstStyle/>
                    <a:p>
                      <a:pPr>
                        <a:buNone/>
                      </a:pPr>
                      <a:r>
                        <a:rPr lang="en-US"/>
                        <a:t>Portfolio</a:t>
                      </a:r>
                    </a:p>
                  </a:txBody>
                  <a:tcPr/>
                </a:tc>
                <a:tc>
                  <a:txBody>
                    <a:bodyPr/>
                    <a:lstStyle/>
                    <a:p>
                      <a:pPr>
                        <a:buNone/>
                      </a:pPr>
                      <a:r>
                        <a:rPr lang="en-US"/>
                        <a:t>Portfolio backlog</a:t>
                      </a:r>
                    </a:p>
                  </a:txBody>
                  <a:tcPr/>
                </a:tc>
                <a:tc>
                  <a:txBody>
                    <a:bodyPr/>
                    <a:lstStyle/>
                    <a:p>
                      <a:pPr>
                        <a:buNone/>
                      </a:pPr>
                      <a:r>
                        <a:rPr lang="en-US"/>
                        <a:t>Backlog of prioritized epics describing strategic intent</a:t>
                      </a:r>
                    </a:p>
                  </a:txBody>
                  <a:tcPr/>
                </a:tc>
                <a:extLst>
                  <a:ext uri="{0D108BD9-81ED-4DB2-BD59-A6C34878D82A}">
                    <a16:rowId xmlns:a16="http://schemas.microsoft.com/office/drawing/2014/main" val="10001"/>
                  </a:ext>
                </a:extLst>
              </a:tr>
              <a:tr h="1011555">
                <a:tc>
                  <a:txBody>
                    <a:bodyPr/>
                    <a:lstStyle/>
                    <a:p>
                      <a:pPr>
                        <a:buNone/>
                      </a:pPr>
                      <a:r>
                        <a:rPr lang="en-US"/>
                        <a:t>Program</a:t>
                      </a:r>
                    </a:p>
                  </a:txBody>
                  <a:tcPr/>
                </a:tc>
                <a:tc>
                  <a:txBody>
                    <a:bodyPr/>
                    <a:lstStyle/>
                    <a:p>
                      <a:pPr>
                        <a:buNone/>
                      </a:pPr>
                      <a:r>
                        <a:rPr lang="en-US"/>
                        <a:t>Release/product backlog</a:t>
                      </a:r>
                    </a:p>
                  </a:txBody>
                  <a:tcPr/>
                </a:tc>
                <a:tc>
                  <a:txBody>
                    <a:bodyPr/>
                    <a:lstStyle/>
                    <a:p>
                      <a:pPr>
                        <a:buNone/>
                      </a:pPr>
                      <a:r>
                        <a:rPr lang="en-US"/>
                        <a:t>Backlog of prioritized features</a:t>
                      </a:r>
                    </a:p>
                  </a:txBody>
                  <a:tcPr/>
                </a:tc>
                <a:extLst>
                  <a:ext uri="{0D108BD9-81ED-4DB2-BD59-A6C34878D82A}">
                    <a16:rowId xmlns:a16="http://schemas.microsoft.com/office/drawing/2014/main" val="10002"/>
                  </a:ext>
                </a:extLst>
              </a:tr>
              <a:tr h="1160145">
                <a:tc>
                  <a:txBody>
                    <a:bodyPr/>
                    <a:lstStyle/>
                    <a:p>
                      <a:pPr>
                        <a:buNone/>
                      </a:pPr>
                      <a:r>
                        <a:rPr lang="en-US"/>
                        <a:t>Project</a:t>
                      </a:r>
                    </a:p>
                  </a:txBody>
                  <a:tcPr/>
                </a:tc>
                <a:tc>
                  <a:txBody>
                    <a:bodyPr/>
                    <a:lstStyle/>
                    <a:p>
                      <a:pPr>
                        <a:buNone/>
                      </a:pPr>
                      <a:r>
                        <a:rPr lang="en-US"/>
                        <a:t>Iteration backlog</a:t>
                      </a:r>
                    </a:p>
                  </a:txBody>
                  <a:tcPr/>
                </a:tc>
                <a:tc>
                  <a:txBody>
                    <a:bodyPr/>
                    <a:lstStyle/>
                    <a:p>
                      <a:pPr>
                        <a:buNone/>
                      </a:pPr>
                      <a:r>
                        <a:rPr lang="en-US"/>
                        <a:t>Backlog of user stories aligned to business needs</a:t>
                      </a: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dirty="0">
                <a:latin typeface="Arial" panose="020B0604020202090204"/>
                <a:sym typeface="+mn-ea"/>
              </a:rPr>
              <a:t>Portfolio Level: Architectural Runway</a:t>
            </a:r>
            <a:endParaRPr lang="en-US" dirty="0"/>
          </a:p>
        </p:txBody>
      </p:sp>
      <p:sp>
        <p:nvSpPr>
          <p:cNvPr id="3" name="Slide Number Placeholder 2"/>
          <p:cNvSpPr>
            <a:spLocks noGrp="1"/>
          </p:cNvSpPr>
          <p:nvPr>
            <p:ph type="sldNum" sz="quarter" idx="12"/>
          </p:nvPr>
        </p:nvSpPr>
        <p:spPr/>
        <p:txBody>
          <a:bodyPr/>
          <a:lstStyle/>
          <a:p>
            <a:fld id="{4267CD5E-26CF-4249-8540-BB1D07FD4227}" type="slidenum">
              <a:rPr lang="en-US" smtClean="0"/>
              <a:t>36</a:t>
            </a:fld>
            <a:endParaRPr lang="en-US"/>
          </a:p>
        </p:txBody>
      </p:sp>
      <p:sp>
        <p:nvSpPr>
          <p:cNvPr id="6" name="Text Box 5"/>
          <p:cNvSpPr txBox="1"/>
          <p:nvPr/>
        </p:nvSpPr>
        <p:spPr>
          <a:xfrm>
            <a:off x="996949" y="2029035"/>
            <a:ext cx="9537700" cy="5693866"/>
          </a:xfrm>
          <a:prstGeom prst="rect">
            <a:avLst/>
          </a:prstGeom>
          <a:noFill/>
        </p:spPr>
        <p:txBody>
          <a:bodyPr wrap="square" rtlCol="0">
            <a:spAutoFit/>
          </a:bodyPr>
          <a:lstStyle/>
          <a:p>
            <a:r>
              <a:rPr lang="en-US" sz="2000" dirty="0">
                <a:latin typeface="Arial" panose="020B0604020202090204"/>
                <a:sym typeface="+mn-ea"/>
              </a:rPr>
              <a:t>"A system with architectural runway has existing or planned infrastructure sufficient to allow incorporation for current and near-term requirements without excessive refactoring.” – Leffingwell</a:t>
            </a:r>
          </a:p>
          <a:p>
            <a:pPr marL="342900" indent="-342900">
              <a:buClr>
                <a:schemeClr val="accent4"/>
              </a:buClr>
              <a:buFont typeface="Arial" panose="020B0604020202020204" pitchFamily="34" charset="0"/>
              <a:buChar char="•"/>
            </a:pPr>
            <a:r>
              <a:rPr lang="en-US" sz="2000" dirty="0"/>
              <a:t>Refers to ensuring that the infrastructure and architecture are already in place or are being planned in a way that supports future development without major overhauls.</a:t>
            </a:r>
          </a:p>
          <a:p>
            <a:pPr>
              <a:buNone/>
            </a:pPr>
            <a:endParaRPr lang="en-US" sz="2000" dirty="0"/>
          </a:p>
          <a:p>
            <a:pPr marL="800100" lvl="1" indent="-342900">
              <a:buClr>
                <a:schemeClr val="accent4"/>
              </a:buClr>
              <a:buFont typeface="Wingdings" panose="05000000000000000000" pitchFamily="2" charset="2"/>
              <a:buChar char="§"/>
            </a:pPr>
            <a:r>
              <a:rPr lang="en-US" b="1" dirty="0"/>
              <a:t>Existing or Planned Infrastructure</a:t>
            </a:r>
            <a:r>
              <a:rPr lang="en-US" dirty="0"/>
              <a:t>: The system has the necessary architecture or plans to support future needs.</a:t>
            </a:r>
          </a:p>
          <a:p>
            <a:pPr marL="800100" lvl="1" indent="-342900">
              <a:buClr>
                <a:schemeClr val="accent4"/>
              </a:buClr>
              <a:buFont typeface="Wingdings" panose="05000000000000000000" pitchFamily="2" charset="2"/>
              <a:buChar char="§"/>
            </a:pPr>
            <a:r>
              <a:rPr lang="en-US" b="1" dirty="0"/>
              <a:t>Supports Current and Near-Term Requirements</a:t>
            </a:r>
            <a:r>
              <a:rPr lang="en-US" dirty="0"/>
              <a:t>: The architecture can handle ongoing and upcoming features.</a:t>
            </a:r>
          </a:p>
          <a:p>
            <a:pPr marL="800100" lvl="1" indent="-342900">
              <a:buClr>
                <a:schemeClr val="accent4"/>
              </a:buClr>
              <a:buFont typeface="Wingdings" panose="05000000000000000000" pitchFamily="2" charset="2"/>
              <a:buChar char="§"/>
            </a:pPr>
            <a:r>
              <a:rPr lang="en-US" b="1" dirty="0"/>
              <a:t>Minimizes Refactoring</a:t>
            </a:r>
            <a:r>
              <a:rPr lang="en-US" dirty="0"/>
              <a:t>: It avoids major changes or overhauls to integrate new features.</a:t>
            </a:r>
          </a:p>
          <a:p>
            <a:pPr marL="800100" lvl="1" indent="-342900">
              <a:buClr>
                <a:schemeClr val="accent4"/>
              </a:buClr>
              <a:buFont typeface="Wingdings" panose="05000000000000000000" pitchFamily="2" charset="2"/>
              <a:buChar char="§"/>
            </a:pPr>
            <a:r>
              <a:rPr lang="en-US" b="1" dirty="0"/>
              <a:t>Scalable and Flexible</a:t>
            </a:r>
            <a:r>
              <a:rPr lang="en-US" dirty="0"/>
              <a:t>: The system can grow and adapt easily without delays.</a:t>
            </a:r>
          </a:p>
          <a:p>
            <a:pPr marL="800100" lvl="1" indent="-342900">
              <a:buClr>
                <a:schemeClr val="accent4"/>
              </a:buClr>
              <a:buFont typeface="Wingdings" panose="05000000000000000000" pitchFamily="2" charset="2"/>
              <a:buChar char="§"/>
            </a:pPr>
            <a:r>
              <a:rPr lang="en-US" b="1" dirty="0"/>
              <a:t>Facilitates Continuous Delivery</a:t>
            </a:r>
            <a:r>
              <a:rPr lang="en-US" dirty="0"/>
              <a:t>: It allows for smooth, ongoing feature delivery.</a:t>
            </a:r>
          </a:p>
          <a:p>
            <a:pPr marL="800100" lvl="1" indent="-342900">
              <a:buClr>
                <a:schemeClr val="accent4"/>
              </a:buClr>
              <a:buFont typeface="Wingdings" panose="05000000000000000000" pitchFamily="2" charset="2"/>
              <a:buChar char="§"/>
            </a:pPr>
            <a:r>
              <a:rPr lang="en-US" b="1" dirty="0"/>
              <a:t>Reduces Technical Debt</a:t>
            </a:r>
            <a:r>
              <a:rPr lang="en-US" dirty="0"/>
              <a:t>: Proper planning prevents costly rework in the future.</a:t>
            </a:r>
          </a:p>
          <a:p>
            <a:endParaRPr lang="en-US" sz="2000" dirty="0">
              <a:latin typeface="Arial" panose="020B0604020202090204"/>
              <a:sym typeface="+mn-ea"/>
            </a:endParaRPr>
          </a:p>
          <a:p>
            <a:endParaRPr lang="en-US" sz="2000" dirty="0">
              <a:latin typeface="Arial" panose="020B0604020202090204"/>
            </a:endParaRPr>
          </a:p>
          <a:p>
            <a:endParaRPr lang="en-US" sz="2000" dirty="0"/>
          </a:p>
          <a:p>
            <a:endParaRPr lang="en-US" sz="2000" dirty="0"/>
          </a:p>
          <a:p>
            <a:endParaRPr lang="en-US" sz="2000" dirty="0"/>
          </a:p>
        </p:txBody>
      </p:sp>
      <p:pic>
        <p:nvPicPr>
          <p:cNvPr id="7" name="Picture 6"/>
          <p:cNvPicPr>
            <a:picLocks noChangeAspect="1"/>
          </p:cNvPicPr>
          <p:nvPr/>
        </p:nvPicPr>
        <p:blipFill>
          <a:blip r:embed="rId2"/>
          <a:srcRect/>
          <a:stretch/>
        </p:blipFill>
        <p:spPr>
          <a:xfrm>
            <a:off x="3026336" y="1008308"/>
            <a:ext cx="5478927" cy="99087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437E2D-29F3-291E-143A-ADD110ED416C}"/>
              </a:ext>
            </a:extLst>
          </p:cNvPr>
          <p:cNvSpPr>
            <a:spLocks noGrp="1"/>
          </p:cNvSpPr>
          <p:nvPr>
            <p:ph type="title"/>
          </p:nvPr>
        </p:nvSpPr>
        <p:spPr/>
        <p:txBody>
          <a:bodyPr/>
          <a:lstStyle/>
          <a:p>
            <a:r>
              <a:rPr lang="en-US" dirty="0">
                <a:latin typeface="Arial" panose="020B0604020202090204"/>
                <a:sym typeface="+mn-ea"/>
              </a:rPr>
              <a:t>Portfolio Level: Architectural Runway</a:t>
            </a:r>
            <a:endParaRPr lang="en-US" dirty="0"/>
          </a:p>
        </p:txBody>
      </p:sp>
      <p:sp>
        <p:nvSpPr>
          <p:cNvPr id="4" name="Content Placeholder 3">
            <a:extLst>
              <a:ext uri="{FF2B5EF4-FFF2-40B4-BE49-F238E27FC236}">
                <a16:creationId xmlns:a16="http://schemas.microsoft.com/office/drawing/2014/main" id="{7A264370-527D-9664-4DB2-3F16EE7C870C}"/>
              </a:ext>
            </a:extLst>
          </p:cNvPr>
          <p:cNvSpPr>
            <a:spLocks noGrp="1"/>
          </p:cNvSpPr>
          <p:nvPr>
            <p:ph idx="1"/>
          </p:nvPr>
        </p:nvSpPr>
        <p:spPr>
          <a:xfrm>
            <a:off x="644771" y="1746504"/>
            <a:ext cx="10709031" cy="4335643"/>
          </a:xfrm>
        </p:spPr>
        <p:txBody>
          <a:bodyPr>
            <a:normAutofit lnSpcReduction="10000"/>
          </a:bodyPr>
          <a:lstStyle/>
          <a:p>
            <a:r>
              <a:rPr lang="en-US" sz="2400" dirty="0">
                <a:latin typeface="Arial" panose="020B0604020202090204"/>
              </a:rPr>
              <a:t>A well-prepared architectural runway is about having a solid, flexible infrastructure in place that supports current and future requirements without needing major rework or disruption as new features are introduced.</a:t>
            </a:r>
          </a:p>
          <a:p>
            <a:endParaRPr lang="en-US" sz="2400" dirty="0"/>
          </a:p>
          <a:p>
            <a:r>
              <a:rPr lang="en-US" sz="2400" dirty="0"/>
              <a:t>An </a:t>
            </a:r>
            <a:r>
              <a:rPr lang="en-US" sz="2400" b="1" dirty="0"/>
              <a:t>architectural runway</a:t>
            </a:r>
            <a:r>
              <a:rPr lang="en-US" sz="2400" dirty="0"/>
              <a:t> ensures the system can evolve without significant refactoring or delays.</a:t>
            </a:r>
          </a:p>
          <a:p>
            <a:endParaRPr lang="en-US" sz="2400" dirty="0"/>
          </a:p>
          <a:p>
            <a:r>
              <a:rPr lang="en-US" sz="2400" dirty="0"/>
              <a:t>Failure to maintain architectural runway may lead to:</a:t>
            </a:r>
          </a:p>
          <a:p>
            <a:pPr lvl="1"/>
            <a:r>
              <a:rPr lang="en-US" sz="2400" dirty="0"/>
              <a:t>Missed release dates due to large-scale refactoring</a:t>
            </a:r>
          </a:p>
          <a:p>
            <a:pPr lvl="1"/>
            <a:r>
              <a:rPr lang="en-US" sz="2400" dirty="0"/>
              <a:t>Slowed velocity</a:t>
            </a:r>
          </a:p>
          <a:p>
            <a:pPr lvl="1"/>
            <a:r>
              <a:rPr lang="en-US" sz="2400" dirty="0"/>
              <a:t>Inability to create new features</a:t>
            </a:r>
          </a:p>
          <a:p>
            <a:endParaRPr lang="en-US" sz="2400" dirty="0"/>
          </a:p>
        </p:txBody>
      </p:sp>
      <p:sp>
        <p:nvSpPr>
          <p:cNvPr id="5" name="Slide Number Placeholder 4">
            <a:extLst>
              <a:ext uri="{FF2B5EF4-FFF2-40B4-BE49-F238E27FC236}">
                <a16:creationId xmlns:a16="http://schemas.microsoft.com/office/drawing/2014/main" id="{AA48FF62-20C2-F782-6700-8A37A58F1CF0}"/>
              </a:ext>
            </a:extLst>
          </p:cNvPr>
          <p:cNvSpPr>
            <a:spLocks noGrp="1"/>
          </p:cNvSpPr>
          <p:nvPr>
            <p:ph type="sldNum" sz="quarter" idx="12"/>
          </p:nvPr>
        </p:nvSpPr>
        <p:spPr/>
        <p:txBody>
          <a:bodyPr/>
          <a:lstStyle/>
          <a:p>
            <a:fld id="{4267CD5E-26CF-4249-8540-BB1D07FD4227}" type="slidenum">
              <a:rPr lang="en-US" smtClean="0"/>
              <a:t>37</a:t>
            </a:fld>
            <a:endParaRPr lang="en-US"/>
          </a:p>
        </p:txBody>
      </p:sp>
    </p:spTree>
    <p:extLst>
      <p:ext uri="{BB962C8B-B14F-4D97-AF65-F5344CB8AC3E}">
        <p14:creationId xmlns:p14="http://schemas.microsoft.com/office/powerpoint/2010/main" val="405497364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a:latin typeface="Arial" panose="020B0604020202090204"/>
                <a:sym typeface="+mn-ea"/>
              </a:rPr>
              <a:t>Portfolio Level: Architectural Runway</a:t>
            </a:r>
            <a:endParaRPr lang="en-US"/>
          </a:p>
        </p:txBody>
      </p:sp>
      <p:sp>
        <p:nvSpPr>
          <p:cNvPr id="3" name="Slide Number Placeholder 2"/>
          <p:cNvSpPr>
            <a:spLocks noGrp="1"/>
          </p:cNvSpPr>
          <p:nvPr>
            <p:ph type="sldNum" sz="quarter" idx="12"/>
          </p:nvPr>
        </p:nvSpPr>
        <p:spPr/>
        <p:txBody>
          <a:bodyPr/>
          <a:lstStyle/>
          <a:p>
            <a:fld id="{4267CD5E-26CF-4249-8540-BB1D07FD4227}" type="slidenum">
              <a:rPr lang="en-US" smtClean="0"/>
              <a:t>38</a:t>
            </a:fld>
            <a:endParaRPr lang="en-US"/>
          </a:p>
        </p:txBody>
      </p:sp>
      <p:sp>
        <p:nvSpPr>
          <p:cNvPr id="5" name="Text Box 4"/>
          <p:cNvSpPr txBox="1"/>
          <p:nvPr/>
        </p:nvSpPr>
        <p:spPr>
          <a:xfrm>
            <a:off x="828674" y="1162656"/>
            <a:ext cx="5051425" cy="5078313"/>
          </a:xfrm>
          <a:prstGeom prst="rect">
            <a:avLst/>
          </a:prstGeom>
          <a:noFill/>
        </p:spPr>
        <p:txBody>
          <a:bodyPr wrap="square" rtlCol="0">
            <a:spAutoFit/>
          </a:bodyPr>
          <a:lstStyle/>
          <a:p>
            <a:pPr>
              <a:buClr>
                <a:schemeClr val="accent4"/>
              </a:buClr>
            </a:pPr>
            <a:r>
              <a:rPr lang="en-US" sz="2800" dirty="0"/>
              <a:t>Architectural Runway spans all three levels</a:t>
            </a:r>
          </a:p>
          <a:p>
            <a:pPr marL="457200" indent="-457200">
              <a:buClr>
                <a:schemeClr val="accent4"/>
              </a:buClr>
              <a:buFont typeface="Wingdings" pitchFamily="2" charset="2"/>
              <a:buChar char="§"/>
            </a:pPr>
            <a:endParaRPr lang="en-US" sz="2800" dirty="0"/>
          </a:p>
          <a:p>
            <a:pPr marL="342900" indent="-342900">
              <a:buClr>
                <a:schemeClr val="accent4"/>
              </a:buClr>
              <a:buFont typeface="Wingdings" pitchFamily="2" charset="2"/>
              <a:buChar char="§"/>
            </a:pPr>
            <a:r>
              <a:rPr lang="en-US" sz="2400" dirty="0"/>
              <a:t>Portfolio</a:t>
            </a:r>
          </a:p>
          <a:p>
            <a:pPr marL="800100" lvl="1" indent="-342900">
              <a:buClr>
                <a:schemeClr val="accent4"/>
              </a:buClr>
              <a:buFont typeface="System Font Regular"/>
              <a:buChar char="-"/>
            </a:pPr>
            <a:r>
              <a:rPr lang="en-US" sz="2400" dirty="0"/>
              <a:t>Infrastructure initiatives</a:t>
            </a:r>
          </a:p>
          <a:p>
            <a:pPr marL="800100" lvl="1" indent="-342900">
              <a:buClr>
                <a:schemeClr val="accent4"/>
              </a:buClr>
              <a:buFont typeface="System Font Regular"/>
              <a:buChar char="-"/>
            </a:pPr>
            <a:r>
              <a:rPr lang="en-US" sz="2400" dirty="0"/>
              <a:t>Architectural epics</a:t>
            </a:r>
          </a:p>
          <a:p>
            <a:pPr marL="342900" indent="-342900">
              <a:buClr>
                <a:schemeClr val="accent4"/>
              </a:buClr>
              <a:buFont typeface="Wingdings" pitchFamily="2" charset="2"/>
              <a:buChar char="§"/>
            </a:pPr>
            <a:endParaRPr lang="en-US" sz="2400" dirty="0"/>
          </a:p>
          <a:p>
            <a:pPr marL="342900" indent="-342900">
              <a:buClr>
                <a:schemeClr val="accent4"/>
              </a:buClr>
              <a:buFont typeface="Wingdings" pitchFamily="2" charset="2"/>
              <a:buChar char="§"/>
            </a:pPr>
            <a:r>
              <a:rPr lang="en-US" sz="2400" dirty="0"/>
              <a:t>Program</a:t>
            </a:r>
          </a:p>
          <a:p>
            <a:pPr marL="800100" lvl="1" indent="-342900">
              <a:buClr>
                <a:schemeClr val="accent4"/>
              </a:buClr>
              <a:buFont typeface="System Font Regular"/>
              <a:buChar char="-"/>
            </a:pPr>
            <a:r>
              <a:rPr lang="en-US" sz="2400" dirty="0"/>
              <a:t>Architectural features for releases</a:t>
            </a:r>
          </a:p>
          <a:p>
            <a:pPr marL="342900" indent="-342900">
              <a:buClr>
                <a:schemeClr val="accent4"/>
              </a:buClr>
              <a:buFont typeface="Wingdings" pitchFamily="2" charset="2"/>
              <a:buChar char="§"/>
            </a:pPr>
            <a:endParaRPr lang="en-US" sz="2400" dirty="0"/>
          </a:p>
          <a:p>
            <a:pPr marL="342900" indent="-342900">
              <a:buClr>
                <a:schemeClr val="accent4"/>
              </a:buClr>
              <a:buFont typeface="Wingdings" pitchFamily="2" charset="2"/>
              <a:buChar char="§"/>
            </a:pPr>
            <a:r>
              <a:rPr lang="en-US" sz="2400" dirty="0"/>
              <a:t>Project</a:t>
            </a:r>
          </a:p>
          <a:p>
            <a:pPr marL="800100" lvl="1" indent="-342900">
              <a:buClr>
                <a:schemeClr val="accent4"/>
              </a:buClr>
              <a:buFont typeface="System Font Regular"/>
              <a:buChar char="-"/>
            </a:pPr>
            <a:r>
              <a:rPr lang="en-US" sz="2400" dirty="0"/>
              <a:t>User stories</a:t>
            </a:r>
          </a:p>
        </p:txBody>
      </p:sp>
      <p:pic>
        <p:nvPicPr>
          <p:cNvPr id="6" name="Picture 5">
            <a:extLst>
              <a:ext uri="{FF2B5EF4-FFF2-40B4-BE49-F238E27FC236}">
                <a16:creationId xmlns:a16="http://schemas.microsoft.com/office/drawing/2014/main" id="{637A9A6D-4F51-2BB5-A286-A9EB10ED232F}"/>
              </a:ext>
            </a:extLst>
          </p:cNvPr>
          <p:cNvPicPr>
            <a:picLocks noChangeAspect="1"/>
          </p:cNvPicPr>
          <p:nvPr/>
        </p:nvPicPr>
        <p:blipFill rotWithShape="1">
          <a:blip r:embed="rId2"/>
          <a:srcRect l="24392" t="8017" r="19590" b="17696"/>
          <a:stretch/>
        </p:blipFill>
        <p:spPr>
          <a:xfrm>
            <a:off x="6311903" y="1479683"/>
            <a:ext cx="4407568" cy="4417222"/>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a:latin typeface="Arial" panose="020B0604020202090204"/>
                <a:sym typeface="+mn-ea"/>
              </a:rPr>
              <a:t>SAFe Summary</a:t>
            </a:r>
            <a:endParaRPr lang="en-US"/>
          </a:p>
        </p:txBody>
      </p:sp>
      <p:sp>
        <p:nvSpPr>
          <p:cNvPr id="2" name="Content Placeholder 1"/>
          <p:cNvSpPr>
            <a:spLocks noGrp="1"/>
          </p:cNvSpPr>
          <p:nvPr>
            <p:ph idx="1"/>
          </p:nvPr>
        </p:nvSpPr>
        <p:spPr>
          <a:xfrm>
            <a:off x="6505847" y="1715782"/>
            <a:ext cx="4309560" cy="1017905"/>
          </a:xfrm>
        </p:spPr>
        <p:txBody>
          <a:bodyPr/>
          <a:lstStyle/>
          <a:p>
            <a:pPr indent="482600"/>
            <a:r>
              <a:rPr lang="en-US" dirty="0"/>
              <a:t>Resource investment vision </a:t>
            </a:r>
          </a:p>
          <a:p>
            <a:pPr indent="482600"/>
            <a:r>
              <a:rPr lang="en-US" dirty="0"/>
              <a:t>Overall architecture</a:t>
            </a:r>
          </a:p>
        </p:txBody>
      </p:sp>
      <p:sp>
        <p:nvSpPr>
          <p:cNvPr id="3" name="Slide Number Placeholder 2"/>
          <p:cNvSpPr>
            <a:spLocks noGrp="1"/>
          </p:cNvSpPr>
          <p:nvPr>
            <p:ph type="sldNum" sz="quarter" idx="12"/>
          </p:nvPr>
        </p:nvSpPr>
        <p:spPr/>
        <p:txBody>
          <a:bodyPr/>
          <a:lstStyle/>
          <a:p>
            <a:fld id="{4267CD5E-26CF-4249-8540-BB1D07FD4227}" type="slidenum">
              <a:rPr lang="en-US" smtClean="0"/>
              <a:t>39</a:t>
            </a:fld>
            <a:endParaRPr lang="en-US"/>
          </a:p>
        </p:txBody>
      </p:sp>
      <p:sp>
        <p:nvSpPr>
          <p:cNvPr id="6" name="Content Placeholder 1"/>
          <p:cNvSpPr>
            <a:spLocks noGrp="1"/>
          </p:cNvSpPr>
          <p:nvPr/>
        </p:nvSpPr>
        <p:spPr>
          <a:xfrm>
            <a:off x="6505847" y="2733686"/>
            <a:ext cx="5613266" cy="1513120"/>
          </a:xfrm>
          <a:prstGeom prst="rect">
            <a:avLst/>
          </a:prstGeom>
        </p:spPr>
        <p:txBody>
          <a:bodyPr vert="horz" lIns="91440" tIns="45720" rIns="91440" bIns="45720" rtlCol="0">
            <a:normAutofit/>
          </a:bodyPr>
          <a:lstStyle>
            <a:lvl1pPr marL="228600" indent="-228600" algn="l" defTabSz="913765" rtl="0" eaLnBrk="1" latinLnBrk="0" hangingPunct="1">
              <a:lnSpc>
                <a:spcPct val="90000"/>
              </a:lnSpc>
              <a:spcBef>
                <a:spcPts val="1000"/>
              </a:spcBef>
              <a:buClr>
                <a:schemeClr val="accent4"/>
              </a:buClr>
              <a:buFont typeface="Wingdings" panose="05000000000000000000" pitchFamily="2" charset="2"/>
              <a:buChar char="§"/>
              <a:defRPr sz="1800" b="0" i="0" kern="1200">
                <a:solidFill>
                  <a:schemeClr val="tx1"/>
                </a:solidFill>
                <a:latin typeface="IBM Plex Sans" panose="020B0503050203000203" pitchFamily="34" charset="0"/>
                <a:ea typeface="+mn-ea"/>
                <a:cs typeface="+mn-cs"/>
              </a:defRPr>
            </a:lvl1pPr>
            <a:lvl2pPr marL="502920" indent="-228600" algn="l" defTabSz="913765" rtl="0" eaLnBrk="1" latinLnBrk="0" hangingPunct="1">
              <a:lnSpc>
                <a:spcPct val="90000"/>
              </a:lnSpc>
              <a:spcBef>
                <a:spcPts val="500"/>
              </a:spcBef>
              <a:buClr>
                <a:schemeClr val="accent4"/>
              </a:buClr>
              <a:buFont typeface="System Font Regular"/>
              <a:buChar char="-"/>
              <a:defRPr sz="1800" b="0" i="0" kern="1200">
                <a:solidFill>
                  <a:schemeClr val="tx1"/>
                </a:solidFill>
                <a:latin typeface="IBM Plex Sans" panose="020B0503050203000203" pitchFamily="34" charset="0"/>
                <a:ea typeface="+mn-ea"/>
                <a:cs typeface="+mn-cs"/>
              </a:defRPr>
            </a:lvl2pPr>
            <a:lvl3pPr marL="777240" indent="-228600" algn="l" defTabSz="913765" rtl="0" eaLnBrk="1" latinLnBrk="0" hangingPunct="1">
              <a:lnSpc>
                <a:spcPct val="90000"/>
              </a:lnSpc>
              <a:spcBef>
                <a:spcPts val="500"/>
              </a:spcBef>
              <a:buClr>
                <a:schemeClr val="accent4"/>
              </a:buClr>
              <a:buFont typeface="System Font Regular"/>
              <a:buChar char="-"/>
              <a:defRPr sz="1600" b="0" i="0" kern="1200">
                <a:solidFill>
                  <a:schemeClr val="tx1"/>
                </a:solidFill>
                <a:latin typeface="IBM Plex Sans" panose="020B0503050203000203" pitchFamily="34" charset="0"/>
                <a:ea typeface="+mn-ea"/>
                <a:cs typeface="+mn-cs"/>
              </a:defRPr>
            </a:lvl3pPr>
            <a:lvl4pPr marL="1005840" indent="-228600" algn="l" defTabSz="913765" rtl="0" eaLnBrk="1" latinLnBrk="0" hangingPunct="1">
              <a:lnSpc>
                <a:spcPct val="90000"/>
              </a:lnSpc>
              <a:spcBef>
                <a:spcPts val="500"/>
              </a:spcBef>
              <a:buClr>
                <a:schemeClr val="accent4"/>
              </a:buClr>
              <a:buFont typeface="System Font Regular"/>
              <a:buChar char="-"/>
              <a:defRPr sz="1600" b="0" i="0" kern="1200">
                <a:solidFill>
                  <a:schemeClr val="tx1"/>
                </a:solidFill>
                <a:latin typeface="IBM Plex Sans" panose="020B0503050203000203" pitchFamily="34" charset="0"/>
                <a:ea typeface="+mn-ea"/>
                <a:cs typeface="+mn-cs"/>
              </a:defRPr>
            </a:lvl4pPr>
            <a:lvl5pPr marL="1280160" indent="-228600" algn="l" defTabSz="913765" rtl="0" eaLnBrk="1" latinLnBrk="0" hangingPunct="1">
              <a:lnSpc>
                <a:spcPct val="90000"/>
              </a:lnSpc>
              <a:spcBef>
                <a:spcPts val="500"/>
              </a:spcBef>
              <a:buClr>
                <a:schemeClr val="accent4"/>
              </a:buClr>
              <a:buFont typeface="System Font Regular"/>
              <a:buChar char="-"/>
              <a:defRPr sz="1400" b="0" i="0" kern="1200">
                <a:solidFill>
                  <a:schemeClr val="tx1"/>
                </a:solidFill>
                <a:latin typeface="IBM Plex Sans" panose="020B0503050203000203" pitchFamily="34" charset="0"/>
                <a:ea typeface="+mn-ea"/>
                <a:cs typeface="+mn-cs"/>
              </a:defRPr>
            </a:lvl5pPr>
            <a:lvl6pPr marL="2514600" indent="-228600" algn="l" defTabSz="913765"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3765"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3765"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3765"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indent="0">
              <a:buNone/>
            </a:pPr>
            <a:endParaRPr lang="en-US" dirty="0"/>
          </a:p>
          <a:p>
            <a:pPr indent="482600"/>
            <a:r>
              <a:rPr lang="en-US" dirty="0"/>
              <a:t>Manage large organizations</a:t>
            </a:r>
          </a:p>
          <a:p>
            <a:pPr indent="482600"/>
            <a:r>
              <a:rPr lang="en-US" dirty="0"/>
              <a:t>Focus on releases to meet customer needs</a:t>
            </a:r>
          </a:p>
          <a:p>
            <a:pPr indent="482600"/>
            <a:endParaRPr lang="en-US" dirty="0"/>
          </a:p>
        </p:txBody>
      </p:sp>
      <p:sp>
        <p:nvSpPr>
          <p:cNvPr id="8" name="Content Placeholder 1"/>
          <p:cNvSpPr>
            <a:spLocks noGrp="1"/>
          </p:cNvSpPr>
          <p:nvPr/>
        </p:nvSpPr>
        <p:spPr>
          <a:xfrm>
            <a:off x="6505847" y="4254028"/>
            <a:ext cx="5161915" cy="1215390"/>
          </a:xfrm>
          <a:prstGeom prst="rect">
            <a:avLst/>
          </a:prstGeom>
        </p:spPr>
        <p:txBody>
          <a:bodyPr vert="horz" lIns="91440" tIns="45720" rIns="91440" bIns="45720" rtlCol="0">
            <a:normAutofit/>
          </a:bodyPr>
          <a:lstStyle>
            <a:lvl1pPr marL="228600" indent="-228600" algn="l" defTabSz="913765" rtl="0" eaLnBrk="1" latinLnBrk="0" hangingPunct="1">
              <a:lnSpc>
                <a:spcPct val="90000"/>
              </a:lnSpc>
              <a:spcBef>
                <a:spcPts val="1000"/>
              </a:spcBef>
              <a:buClr>
                <a:schemeClr val="accent4"/>
              </a:buClr>
              <a:buFont typeface="Wingdings" panose="05000000000000000000" pitchFamily="2" charset="2"/>
              <a:buChar char="§"/>
              <a:defRPr sz="1800" b="0" i="0" kern="1200">
                <a:solidFill>
                  <a:schemeClr val="tx1"/>
                </a:solidFill>
                <a:latin typeface="IBM Plex Sans" panose="020B0503050203000203" pitchFamily="34" charset="0"/>
                <a:ea typeface="+mn-ea"/>
                <a:cs typeface="+mn-cs"/>
              </a:defRPr>
            </a:lvl1pPr>
            <a:lvl2pPr marL="502920" indent="-228600" algn="l" defTabSz="913765" rtl="0" eaLnBrk="1" latinLnBrk="0" hangingPunct="1">
              <a:lnSpc>
                <a:spcPct val="90000"/>
              </a:lnSpc>
              <a:spcBef>
                <a:spcPts val="500"/>
              </a:spcBef>
              <a:buClr>
                <a:schemeClr val="accent4"/>
              </a:buClr>
              <a:buFont typeface="System Font Regular"/>
              <a:buChar char="-"/>
              <a:defRPr sz="1800" b="0" i="0" kern="1200">
                <a:solidFill>
                  <a:schemeClr val="tx1"/>
                </a:solidFill>
                <a:latin typeface="IBM Plex Sans" panose="020B0503050203000203" pitchFamily="34" charset="0"/>
                <a:ea typeface="+mn-ea"/>
                <a:cs typeface="+mn-cs"/>
              </a:defRPr>
            </a:lvl2pPr>
            <a:lvl3pPr marL="777240" indent="-228600" algn="l" defTabSz="913765" rtl="0" eaLnBrk="1" latinLnBrk="0" hangingPunct="1">
              <a:lnSpc>
                <a:spcPct val="90000"/>
              </a:lnSpc>
              <a:spcBef>
                <a:spcPts val="500"/>
              </a:spcBef>
              <a:buClr>
                <a:schemeClr val="accent4"/>
              </a:buClr>
              <a:buFont typeface="System Font Regular"/>
              <a:buChar char="-"/>
              <a:defRPr sz="1600" b="0" i="0" kern="1200">
                <a:solidFill>
                  <a:schemeClr val="tx1"/>
                </a:solidFill>
                <a:latin typeface="IBM Plex Sans" panose="020B0503050203000203" pitchFamily="34" charset="0"/>
                <a:ea typeface="+mn-ea"/>
                <a:cs typeface="+mn-cs"/>
              </a:defRPr>
            </a:lvl3pPr>
            <a:lvl4pPr marL="1005840" indent="-228600" algn="l" defTabSz="913765" rtl="0" eaLnBrk="1" latinLnBrk="0" hangingPunct="1">
              <a:lnSpc>
                <a:spcPct val="90000"/>
              </a:lnSpc>
              <a:spcBef>
                <a:spcPts val="500"/>
              </a:spcBef>
              <a:buClr>
                <a:schemeClr val="accent4"/>
              </a:buClr>
              <a:buFont typeface="System Font Regular"/>
              <a:buChar char="-"/>
              <a:defRPr sz="1600" b="0" i="0" kern="1200">
                <a:solidFill>
                  <a:schemeClr val="tx1"/>
                </a:solidFill>
                <a:latin typeface="IBM Plex Sans" panose="020B0503050203000203" pitchFamily="34" charset="0"/>
                <a:ea typeface="+mn-ea"/>
                <a:cs typeface="+mn-cs"/>
              </a:defRPr>
            </a:lvl4pPr>
            <a:lvl5pPr marL="1280160" indent="-228600" algn="l" defTabSz="913765" rtl="0" eaLnBrk="1" latinLnBrk="0" hangingPunct="1">
              <a:lnSpc>
                <a:spcPct val="90000"/>
              </a:lnSpc>
              <a:spcBef>
                <a:spcPts val="500"/>
              </a:spcBef>
              <a:buClr>
                <a:schemeClr val="accent4"/>
              </a:buClr>
              <a:buFont typeface="System Font Regular"/>
              <a:buChar char="-"/>
              <a:defRPr sz="1400" b="0" i="0" kern="1200">
                <a:solidFill>
                  <a:schemeClr val="tx1"/>
                </a:solidFill>
                <a:latin typeface="IBM Plex Sans" panose="020B0503050203000203" pitchFamily="34" charset="0"/>
                <a:ea typeface="+mn-ea"/>
                <a:cs typeface="+mn-cs"/>
              </a:defRPr>
            </a:lvl5pPr>
            <a:lvl6pPr marL="2514600" indent="-228600" algn="l" defTabSz="913765"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3765"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3765"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3765"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indent="482600"/>
            <a:endParaRPr lang="en-US" dirty="0"/>
          </a:p>
          <a:p>
            <a:pPr indent="482600"/>
            <a:r>
              <a:rPr lang="en-US" dirty="0"/>
              <a:t>Traditional Scrum/Kanban teams</a:t>
            </a:r>
          </a:p>
          <a:p>
            <a:pPr indent="482600"/>
            <a:r>
              <a:rPr lang="en-US" dirty="0"/>
              <a:t>Optional pods</a:t>
            </a:r>
          </a:p>
        </p:txBody>
      </p:sp>
      <p:pic>
        <p:nvPicPr>
          <p:cNvPr id="7" name="Picture 6">
            <a:extLst>
              <a:ext uri="{FF2B5EF4-FFF2-40B4-BE49-F238E27FC236}">
                <a16:creationId xmlns:a16="http://schemas.microsoft.com/office/drawing/2014/main" id="{8AB53AB2-4356-2F40-B0D4-09F7AEC05E92}"/>
              </a:ext>
            </a:extLst>
          </p:cNvPr>
          <p:cNvPicPr>
            <a:picLocks noChangeAspect="1"/>
          </p:cNvPicPr>
          <p:nvPr/>
        </p:nvPicPr>
        <p:blipFill>
          <a:blip r:embed="rId2"/>
          <a:srcRect/>
          <a:stretch/>
        </p:blipFill>
        <p:spPr>
          <a:xfrm>
            <a:off x="354958" y="1063482"/>
            <a:ext cx="6260259" cy="4731036"/>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atin typeface="Arial" panose="020B0604020202090204"/>
                <a:sym typeface="+mn-ea"/>
              </a:rPr>
              <a:t>SAFe Summary</a:t>
            </a:r>
            <a:endParaRPr lang="en-US"/>
          </a:p>
        </p:txBody>
      </p:sp>
      <p:sp>
        <p:nvSpPr>
          <p:cNvPr id="3" name="Slide Number Placeholder 2"/>
          <p:cNvSpPr>
            <a:spLocks noGrp="1"/>
          </p:cNvSpPr>
          <p:nvPr>
            <p:ph type="sldNum" sz="quarter" idx="12"/>
          </p:nvPr>
        </p:nvSpPr>
        <p:spPr/>
        <p:txBody>
          <a:bodyPr/>
          <a:lstStyle/>
          <a:p>
            <a:fld id="{4267CD5E-26CF-4249-8540-BB1D07FD4227}" type="slidenum">
              <a:rPr lang="en-US" smtClean="0"/>
              <a:t>40</a:t>
            </a:fld>
            <a:endParaRPr lang="en-US"/>
          </a:p>
        </p:txBody>
      </p:sp>
      <p:pic>
        <p:nvPicPr>
          <p:cNvPr id="7" name="Picture 6" descr="Screen Shot 2022-11-17 at 3.36.25 PM"/>
          <p:cNvPicPr>
            <a:picLocks noChangeAspect="1"/>
          </p:cNvPicPr>
          <p:nvPr/>
        </p:nvPicPr>
        <p:blipFill rotWithShape="1">
          <a:blip r:embed="rId2"/>
          <a:srcRect l="5917" r="12204"/>
          <a:stretch/>
        </p:blipFill>
        <p:spPr>
          <a:xfrm>
            <a:off x="7462222" y="1205964"/>
            <a:ext cx="2598821" cy="4588554"/>
          </a:xfrm>
          <a:prstGeom prst="rect">
            <a:avLst/>
          </a:prstGeom>
        </p:spPr>
      </p:pic>
      <p:pic>
        <p:nvPicPr>
          <p:cNvPr id="6" name="Picture 5">
            <a:extLst>
              <a:ext uri="{FF2B5EF4-FFF2-40B4-BE49-F238E27FC236}">
                <a16:creationId xmlns:a16="http://schemas.microsoft.com/office/drawing/2014/main" id="{E1D20CE7-D8B4-C8F5-50E3-406445F0EA11}"/>
              </a:ext>
            </a:extLst>
          </p:cNvPr>
          <p:cNvPicPr>
            <a:picLocks noChangeAspect="1"/>
          </p:cNvPicPr>
          <p:nvPr/>
        </p:nvPicPr>
        <p:blipFill>
          <a:blip r:embed="rId3"/>
          <a:srcRect/>
          <a:stretch/>
        </p:blipFill>
        <p:spPr>
          <a:xfrm>
            <a:off x="646359" y="1099748"/>
            <a:ext cx="6212271" cy="469477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a:latin typeface="Arial" panose="020B0604020202090204"/>
                <a:sym typeface="+mn-ea"/>
              </a:rPr>
              <a:t>Questions?</a:t>
            </a:r>
            <a:endParaRPr lang="en-US"/>
          </a:p>
        </p:txBody>
      </p:sp>
      <p:sp>
        <p:nvSpPr>
          <p:cNvPr id="3" name="Slide Number Placeholder 2"/>
          <p:cNvSpPr>
            <a:spLocks noGrp="1"/>
          </p:cNvSpPr>
          <p:nvPr>
            <p:ph type="sldNum" sz="quarter" idx="12"/>
          </p:nvPr>
        </p:nvSpPr>
        <p:spPr/>
        <p:txBody>
          <a:bodyPr/>
          <a:lstStyle/>
          <a:p>
            <a:fld id="{4267CD5E-26CF-4249-8540-BB1D07FD4227}" type="slidenum">
              <a:rPr lang="en-US" smtClean="0"/>
              <a:t>41</a:t>
            </a:fld>
            <a:endParaRPr lang="en-US"/>
          </a:p>
        </p:txBody>
      </p:sp>
      <p:pic>
        <p:nvPicPr>
          <p:cNvPr id="6" name="Content Placeholder 5"/>
          <p:cNvPicPr>
            <a:picLocks noGrp="1" noChangeAspect="1"/>
          </p:cNvPicPr>
          <p:nvPr>
            <p:ph idx="1"/>
          </p:nvPr>
        </p:nvPicPr>
        <p:blipFill>
          <a:blip r:embed="rId2"/>
          <a:stretch>
            <a:fillRect/>
          </a:stretch>
        </p:blipFill>
        <p:spPr>
          <a:xfrm>
            <a:off x="3736975" y="2432050"/>
            <a:ext cx="4523105" cy="342011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47958968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UNIT_TABLE_BEAUTIFY" val="smartTable{bc74e714-4643-4da9-9ac2-aa1656b3da3e}"/>
</p:tagLst>
</file>

<file path=ppt/tags/tag2.xml><?xml version="1.0" encoding="utf-8"?>
<p:tagLst xmlns:a="http://schemas.openxmlformats.org/drawingml/2006/main" xmlns:r="http://schemas.openxmlformats.org/officeDocument/2006/relationships" xmlns:p="http://schemas.openxmlformats.org/presentationml/2006/main">
  <p:tag name="KSO_WM_UNIT_TABLE_BEAUTIFY" val="smartTable{d3146c17-5b92-4a82-a8fe-44b0d5cde996}"/>
</p:tagLst>
</file>

<file path=ppt/theme/theme1.xml><?xml version="1.0" encoding="utf-8"?>
<a:theme xmlns:a="http://schemas.openxmlformats.org/drawingml/2006/main" name="Office Theme">
  <a:themeElements>
    <a:clrScheme name="Stevens">
      <a:dk1>
        <a:srgbClr val="363D45"/>
      </a:dk1>
      <a:lt1>
        <a:srgbClr val="FFFFFF"/>
      </a:lt1>
      <a:dk2>
        <a:srgbClr val="00427F"/>
      </a:dk2>
      <a:lt2>
        <a:srgbClr val="E3E5E6"/>
      </a:lt2>
      <a:accent1>
        <a:srgbClr val="A32537"/>
      </a:accent1>
      <a:accent2>
        <a:srgbClr val="4895CF"/>
      </a:accent2>
      <a:accent3>
        <a:srgbClr val="EBC73A"/>
      </a:accent3>
      <a:accent4>
        <a:srgbClr val="E6832E"/>
      </a:accent4>
      <a:accent5>
        <a:srgbClr val="E7F2FB"/>
      </a:accent5>
      <a:accent6>
        <a:srgbClr val="FFF2E8"/>
      </a:accent6>
      <a:hlink>
        <a:srgbClr val="0000FF"/>
      </a:hlink>
      <a:folHlink>
        <a:srgbClr val="800080"/>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27564</TotalTime>
  <Words>2372</Words>
  <Application>Microsoft Office PowerPoint</Application>
  <PresentationFormat>Widescreen</PresentationFormat>
  <Paragraphs>406</Paragraphs>
  <Slides>42</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42</vt:i4>
      </vt:variant>
    </vt:vector>
  </HeadingPairs>
  <TitlesOfParts>
    <vt:vector size="53" baseType="lpstr">
      <vt:lpstr>Arial</vt:lpstr>
      <vt:lpstr>Arial Bold</vt:lpstr>
      <vt:lpstr>Calibri</vt:lpstr>
      <vt:lpstr>IBM Plex Sans</vt:lpstr>
      <vt:lpstr>IBM Plex Sans Light</vt:lpstr>
      <vt:lpstr>IBM Plex Sans SemiBold</vt:lpstr>
      <vt:lpstr>Saira Condensed Condensed Light</vt:lpstr>
      <vt:lpstr>Saira Condensed Condensed SemiBold</vt:lpstr>
      <vt:lpstr>System Font Regular</vt:lpstr>
      <vt:lpstr>Wingdings</vt:lpstr>
      <vt:lpstr>Office Theme</vt:lpstr>
      <vt:lpstr>SSW-555: Agile Methods for Software Development</vt:lpstr>
      <vt:lpstr>Acknowledgements</vt:lpstr>
      <vt:lpstr>Today's topics</vt:lpstr>
      <vt:lpstr>Overview of SAFe  </vt:lpstr>
      <vt:lpstr>Overview of SAFe  </vt:lpstr>
      <vt:lpstr>Limitations of Scrum for large projects</vt:lpstr>
      <vt:lpstr>FDD recommends JEDI</vt:lpstr>
      <vt:lpstr>Scrum of Scrums: One solution</vt:lpstr>
      <vt:lpstr>Overview of SAFe</vt:lpstr>
      <vt:lpstr>Three levels of organization</vt:lpstr>
      <vt:lpstr>Project Level of SAFe</vt:lpstr>
      <vt:lpstr>Project Level: Agile Teams</vt:lpstr>
      <vt:lpstr>Project Level: Pods of Agile Teams</vt:lpstr>
      <vt:lpstr>Project Level: Roles on Agile Teams</vt:lpstr>
      <vt:lpstr>Project Level: Iterations (Sprints)</vt:lpstr>
      <vt:lpstr>Project Level:  User stories and tasks in the backlog </vt:lpstr>
      <vt:lpstr>Project Level: .Agile Release Train</vt:lpstr>
      <vt:lpstr>Project Level: .Agile Release Train</vt:lpstr>
      <vt:lpstr>Project Level: .Agile Release Train</vt:lpstr>
      <vt:lpstr>Program Level of SAFe</vt:lpstr>
      <vt:lpstr>Program Level: Releases</vt:lpstr>
      <vt:lpstr>Program Level: Releases</vt:lpstr>
      <vt:lpstr>Program Level: Releases</vt:lpstr>
      <vt:lpstr>Program Level: Vision and features</vt:lpstr>
      <vt:lpstr>Program Level: Vision and features</vt:lpstr>
      <vt:lpstr>Program Level: Vision and features</vt:lpstr>
      <vt:lpstr>Program Level: Release planning</vt:lpstr>
      <vt:lpstr>Program Level: Release planning</vt:lpstr>
      <vt:lpstr>Program Level: The Roadmap</vt:lpstr>
      <vt:lpstr>Program Level: Product Management</vt:lpstr>
      <vt:lpstr>Portfolio Level of SAFe</vt:lpstr>
      <vt:lpstr>Portfolio Level: Investment Themes</vt:lpstr>
      <vt:lpstr>Portfolio Level: Investment Themes</vt:lpstr>
      <vt:lpstr>Portfolio Level: Epics, Features, Stories, Tasks</vt:lpstr>
      <vt:lpstr>Three levels of backlogs</vt:lpstr>
      <vt:lpstr>Portfolio Level: Architectural Runway</vt:lpstr>
      <vt:lpstr>Portfolio Level: Architectural Runway</vt:lpstr>
      <vt:lpstr>Portfolio Level: Architectural Runway</vt:lpstr>
      <vt:lpstr>SAFe Summary</vt:lpstr>
      <vt:lpstr>SAFe Summary</vt:lpstr>
      <vt:lpstr>Questions?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  LOREM IPSUM DOLOR</dc:title>
  <dc:creator>Ivan Caro</dc:creator>
  <cp:lastModifiedBy>Nafiseh Ghorbani Renani</cp:lastModifiedBy>
  <cp:revision>183</cp:revision>
  <dcterms:created xsi:type="dcterms:W3CDTF">2022-11-18T01:51:09Z</dcterms:created>
  <dcterms:modified xsi:type="dcterms:W3CDTF">2026-04-16T21:39:29Z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1033-3.1.2.5330</vt:lpwstr>
  </property>
  <property fmtid="{D5CDD505-2E9C-101B-9397-08002B2CF9AE}" pid="3" name="MSIP_Label_a73fd474-4f3c-44ed-88fb-5cc4bd2471bf_Enabled">
    <vt:lpwstr>true</vt:lpwstr>
  </property>
  <property fmtid="{D5CDD505-2E9C-101B-9397-08002B2CF9AE}" pid="4" name="MSIP_Label_a73fd474-4f3c-44ed-88fb-5cc4bd2471bf_SetDate">
    <vt:lpwstr>2022-11-18T04:31:57Z</vt:lpwstr>
  </property>
  <property fmtid="{D5CDD505-2E9C-101B-9397-08002B2CF9AE}" pid="5" name="MSIP_Label_a73fd474-4f3c-44ed-88fb-5cc4bd2471bf_Method">
    <vt:lpwstr>Standard</vt:lpwstr>
  </property>
  <property fmtid="{D5CDD505-2E9C-101B-9397-08002B2CF9AE}" pid="6" name="MSIP_Label_a73fd474-4f3c-44ed-88fb-5cc4bd2471bf_Name">
    <vt:lpwstr>defa4170-0d19-0005-0004-bc88714345d2</vt:lpwstr>
  </property>
  <property fmtid="{D5CDD505-2E9C-101B-9397-08002B2CF9AE}" pid="7" name="MSIP_Label_a73fd474-4f3c-44ed-88fb-5cc4bd2471bf_SiteId">
    <vt:lpwstr>8d1a69ec-03b5-4345-ae21-dad112f5fb4f</vt:lpwstr>
  </property>
  <property fmtid="{D5CDD505-2E9C-101B-9397-08002B2CF9AE}" pid="8" name="MSIP_Label_a73fd474-4f3c-44ed-88fb-5cc4bd2471bf_ActionId">
    <vt:lpwstr>d8483dea-d78e-4bdd-b403-4d95796a875e</vt:lpwstr>
  </property>
  <property fmtid="{D5CDD505-2E9C-101B-9397-08002B2CF9AE}" pid="9" name="MSIP_Label_a73fd474-4f3c-44ed-88fb-5cc4bd2471bf_ContentBits">
    <vt:lpwstr>0</vt:lpwstr>
  </property>
</Properties>
</file>