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0"/>
  </p:notesMasterIdLst>
  <p:sldIdLst>
    <p:sldId id="334" r:id="rId2"/>
    <p:sldId id="323" r:id="rId3"/>
    <p:sldId id="324" r:id="rId4"/>
    <p:sldId id="339" r:id="rId5"/>
    <p:sldId id="346" r:id="rId6"/>
    <p:sldId id="336" r:id="rId7"/>
    <p:sldId id="338" r:id="rId8"/>
    <p:sldId id="345" r:id="rId9"/>
    <p:sldId id="337" r:id="rId10"/>
    <p:sldId id="335" r:id="rId11"/>
    <p:sldId id="356" r:id="rId12"/>
    <p:sldId id="357" r:id="rId13"/>
    <p:sldId id="358" r:id="rId14"/>
    <p:sldId id="290" r:id="rId15"/>
    <p:sldId id="355" r:id="rId16"/>
    <p:sldId id="291" r:id="rId17"/>
    <p:sldId id="341" r:id="rId18"/>
    <p:sldId id="342" r:id="rId19"/>
    <p:sldId id="343" r:id="rId20"/>
    <p:sldId id="344" r:id="rId21"/>
    <p:sldId id="293" r:id="rId22"/>
    <p:sldId id="348" r:id="rId23"/>
    <p:sldId id="349" r:id="rId24"/>
    <p:sldId id="347" r:id="rId25"/>
    <p:sldId id="350" r:id="rId26"/>
    <p:sldId id="351" r:id="rId27"/>
    <p:sldId id="294" r:id="rId28"/>
    <p:sldId id="359" r:id="rId29"/>
    <p:sldId id="295" r:id="rId30"/>
    <p:sldId id="352" r:id="rId31"/>
    <p:sldId id="296" r:id="rId32"/>
    <p:sldId id="297" r:id="rId33"/>
    <p:sldId id="298" r:id="rId34"/>
    <p:sldId id="299" r:id="rId35"/>
    <p:sldId id="300" r:id="rId36"/>
    <p:sldId id="301" r:id="rId37"/>
    <p:sldId id="302" r:id="rId38"/>
    <p:sldId id="303" r:id="rId39"/>
    <p:sldId id="304" r:id="rId40"/>
    <p:sldId id="305" r:id="rId41"/>
    <p:sldId id="306" r:id="rId42"/>
    <p:sldId id="307" r:id="rId43"/>
    <p:sldId id="308" r:id="rId44"/>
    <p:sldId id="309" r:id="rId45"/>
    <p:sldId id="310" r:id="rId46"/>
    <p:sldId id="311" r:id="rId47"/>
    <p:sldId id="312" r:id="rId48"/>
    <p:sldId id="313" r:id="rId49"/>
    <p:sldId id="314" r:id="rId50"/>
    <p:sldId id="315" r:id="rId51"/>
    <p:sldId id="316" r:id="rId52"/>
    <p:sldId id="353" r:id="rId53"/>
    <p:sldId id="354" r:id="rId54"/>
    <p:sldId id="317" r:id="rId55"/>
    <p:sldId id="318" r:id="rId56"/>
    <p:sldId id="319" r:id="rId57"/>
    <p:sldId id="320" r:id="rId58"/>
    <p:sldId id="285" r:id="rId59"/>
  </p:sldIdLst>
  <p:sldSz cx="12192000" cy="6858000"/>
  <p:notesSz cx="6858000" cy="9144000"/>
  <p:defaultTextStyle>
    <a:defPPr>
      <a:defRPr lang="en-US"/>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F90380-A265-4909-A99B-A0F5A0E97F2D}" v="11" dt="2026-04-02T20:31:37.1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077"/>
    <p:restoredTop sz="96327"/>
  </p:normalViewPr>
  <p:slideViewPr>
    <p:cSldViewPr snapToGrid="0" snapToObjects="1">
      <p:cViewPr varScale="1">
        <p:scale>
          <a:sx n="78" d="100"/>
          <a:sy n="78" d="100"/>
        </p:scale>
        <p:origin x="1195"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fiseh Ghorbani Renani" userId="4e4c81e4-18c3-41de-84c9-a9c36e2573f4" providerId="ADAL" clId="{37B661E7-58BB-4F9E-8846-38EE4D89C220}"/>
    <pc:docChg chg="undo custSel addSld delSld modSld sldOrd">
      <pc:chgData name="Nafiseh Ghorbani Renani" userId="4e4c81e4-18c3-41de-84c9-a9c36e2573f4" providerId="ADAL" clId="{37B661E7-58BB-4F9E-8846-38EE4D89C220}" dt="2026-04-02T20:41:00.095" v="104" actId="27636"/>
      <pc:docMkLst>
        <pc:docMk/>
      </pc:docMkLst>
      <pc:sldChg chg="delSp modSp mod">
        <pc:chgData name="Nafiseh Ghorbani Renani" userId="4e4c81e4-18c3-41de-84c9-a9c36e2573f4" providerId="ADAL" clId="{37B661E7-58BB-4F9E-8846-38EE4D89C220}" dt="2026-04-02T20:30:56.983" v="89" actId="207"/>
        <pc:sldMkLst>
          <pc:docMk/>
          <pc:sldMk cId="0" sldId="294"/>
        </pc:sldMkLst>
        <pc:spChg chg="mod">
          <ac:chgData name="Nafiseh Ghorbani Renani" userId="4e4c81e4-18c3-41de-84c9-a9c36e2573f4" providerId="ADAL" clId="{37B661E7-58BB-4F9E-8846-38EE4D89C220}" dt="2026-04-02T20:30:56.983" v="89" actId="207"/>
          <ac:spMkLst>
            <pc:docMk/>
            <pc:sldMk cId="0" sldId="294"/>
            <ac:spMk id="2" creationId="{00000000-0000-0000-0000-000000000000}"/>
          </ac:spMkLst>
        </pc:spChg>
        <pc:spChg chg="mod">
          <ac:chgData name="Nafiseh Ghorbani Renani" userId="4e4c81e4-18c3-41de-84c9-a9c36e2573f4" providerId="ADAL" clId="{37B661E7-58BB-4F9E-8846-38EE4D89C220}" dt="2026-04-02T20:29:16.233" v="63" actId="20577"/>
          <ac:spMkLst>
            <pc:docMk/>
            <pc:sldMk cId="0" sldId="294"/>
            <ac:spMk id="4" creationId="{00000000-0000-0000-0000-000000000000}"/>
          </ac:spMkLst>
        </pc:spChg>
        <pc:picChg chg="del">
          <ac:chgData name="Nafiseh Ghorbani Renani" userId="4e4c81e4-18c3-41de-84c9-a9c36e2573f4" providerId="ADAL" clId="{37B661E7-58BB-4F9E-8846-38EE4D89C220}" dt="2026-04-02T20:29:48.733" v="76" actId="21"/>
          <ac:picMkLst>
            <pc:docMk/>
            <pc:sldMk cId="0" sldId="294"/>
            <ac:picMk id="53" creationId="{00000000-0000-0000-0000-000000000000}"/>
          </ac:picMkLst>
        </pc:picChg>
      </pc:sldChg>
      <pc:sldChg chg="modSp mod">
        <pc:chgData name="Nafiseh Ghorbani Renani" userId="4e4c81e4-18c3-41de-84c9-a9c36e2573f4" providerId="ADAL" clId="{37B661E7-58BB-4F9E-8846-38EE4D89C220}" dt="2026-04-02T19:08:26.495" v="10" actId="403"/>
        <pc:sldMkLst>
          <pc:docMk/>
          <pc:sldMk cId="1591393490" sldId="335"/>
        </pc:sldMkLst>
        <pc:spChg chg="mod">
          <ac:chgData name="Nafiseh Ghorbani Renani" userId="4e4c81e4-18c3-41de-84c9-a9c36e2573f4" providerId="ADAL" clId="{37B661E7-58BB-4F9E-8846-38EE4D89C220}" dt="2026-04-02T19:08:26.495" v="10" actId="403"/>
          <ac:spMkLst>
            <pc:docMk/>
            <pc:sldMk cId="1591393490" sldId="335"/>
            <ac:spMk id="4" creationId="{DBAD82C9-F4C3-DC12-924D-C3072B8A4144}"/>
          </ac:spMkLst>
        </pc:spChg>
      </pc:sldChg>
      <pc:sldChg chg="modSp mod">
        <pc:chgData name="Nafiseh Ghorbani Renani" userId="4e4c81e4-18c3-41de-84c9-a9c36e2573f4" providerId="ADAL" clId="{37B661E7-58BB-4F9E-8846-38EE4D89C220}" dt="2026-04-02T19:30:26.601" v="56" actId="20577"/>
        <pc:sldMkLst>
          <pc:docMk/>
          <pc:sldMk cId="2894234845" sldId="341"/>
        </pc:sldMkLst>
        <pc:spChg chg="mod">
          <ac:chgData name="Nafiseh Ghorbani Renani" userId="4e4c81e4-18c3-41de-84c9-a9c36e2573f4" providerId="ADAL" clId="{37B661E7-58BB-4F9E-8846-38EE4D89C220}" dt="2026-04-02T19:30:26.601" v="56" actId="20577"/>
          <ac:spMkLst>
            <pc:docMk/>
            <pc:sldMk cId="2894234845" sldId="341"/>
            <ac:spMk id="2" creationId="{E270BB9A-41BC-5E33-A44A-7E2A1A57F0A3}"/>
          </ac:spMkLst>
        </pc:spChg>
      </pc:sldChg>
      <pc:sldChg chg="modSp mod">
        <pc:chgData name="Nafiseh Ghorbani Renani" userId="4e4c81e4-18c3-41de-84c9-a9c36e2573f4" providerId="ADAL" clId="{37B661E7-58BB-4F9E-8846-38EE4D89C220}" dt="2026-04-02T20:21:52.550" v="60" actId="20577"/>
        <pc:sldMkLst>
          <pc:docMk/>
          <pc:sldMk cId="534642264" sldId="347"/>
        </pc:sldMkLst>
        <pc:spChg chg="mod">
          <ac:chgData name="Nafiseh Ghorbani Renani" userId="4e4c81e4-18c3-41de-84c9-a9c36e2573f4" providerId="ADAL" clId="{37B661E7-58BB-4F9E-8846-38EE4D89C220}" dt="2026-04-02T20:21:52.550" v="60" actId="20577"/>
          <ac:spMkLst>
            <pc:docMk/>
            <pc:sldMk cId="534642264" sldId="347"/>
            <ac:spMk id="2" creationId="{A223BC6F-4B8A-5D9C-9F49-EAB338EB0673}"/>
          </ac:spMkLst>
        </pc:spChg>
      </pc:sldChg>
      <pc:sldChg chg="modSp mod">
        <pc:chgData name="Nafiseh Ghorbani Renani" userId="4e4c81e4-18c3-41de-84c9-a9c36e2573f4" providerId="ADAL" clId="{37B661E7-58BB-4F9E-8846-38EE4D89C220}" dt="2026-04-02T20:39:50.276" v="102" actId="20577"/>
        <pc:sldMkLst>
          <pc:docMk/>
          <pc:sldMk cId="2105590270" sldId="353"/>
        </pc:sldMkLst>
        <pc:spChg chg="mod">
          <ac:chgData name="Nafiseh Ghorbani Renani" userId="4e4c81e4-18c3-41de-84c9-a9c36e2573f4" providerId="ADAL" clId="{37B661E7-58BB-4F9E-8846-38EE4D89C220}" dt="2026-04-02T20:39:50.276" v="102" actId="20577"/>
          <ac:spMkLst>
            <pc:docMk/>
            <pc:sldMk cId="2105590270" sldId="353"/>
            <ac:spMk id="4" creationId="{7BD767DB-D668-1CBC-907B-EBF7CE9E6BEB}"/>
          </ac:spMkLst>
        </pc:spChg>
      </pc:sldChg>
      <pc:sldChg chg="modSp mod">
        <pc:chgData name="Nafiseh Ghorbani Renani" userId="4e4c81e4-18c3-41de-84c9-a9c36e2573f4" providerId="ADAL" clId="{37B661E7-58BB-4F9E-8846-38EE4D89C220}" dt="2026-04-02T20:41:00.095" v="104" actId="27636"/>
        <pc:sldMkLst>
          <pc:docMk/>
          <pc:sldMk cId="205745756" sldId="354"/>
        </pc:sldMkLst>
        <pc:spChg chg="mod">
          <ac:chgData name="Nafiseh Ghorbani Renani" userId="4e4c81e4-18c3-41de-84c9-a9c36e2573f4" providerId="ADAL" clId="{37B661E7-58BB-4F9E-8846-38EE4D89C220}" dt="2026-04-02T20:41:00.095" v="104" actId="27636"/>
          <ac:spMkLst>
            <pc:docMk/>
            <pc:sldMk cId="205745756" sldId="354"/>
            <ac:spMk id="4" creationId="{73BF66EA-1BA3-CAF2-B2E1-2DE50C787E38}"/>
          </ac:spMkLst>
        </pc:spChg>
      </pc:sldChg>
      <pc:sldChg chg="modSp mod">
        <pc:chgData name="Nafiseh Ghorbani Renani" userId="4e4c81e4-18c3-41de-84c9-a9c36e2573f4" providerId="ADAL" clId="{37B661E7-58BB-4F9E-8846-38EE4D89C220}" dt="2026-04-02T19:28:55.874" v="55" actId="20577"/>
        <pc:sldMkLst>
          <pc:docMk/>
          <pc:sldMk cId="217255601" sldId="355"/>
        </pc:sldMkLst>
        <pc:spChg chg="mod">
          <ac:chgData name="Nafiseh Ghorbani Renani" userId="4e4c81e4-18c3-41de-84c9-a9c36e2573f4" providerId="ADAL" clId="{37B661E7-58BB-4F9E-8846-38EE4D89C220}" dt="2026-04-02T19:28:55.874" v="55" actId="20577"/>
          <ac:spMkLst>
            <pc:docMk/>
            <pc:sldMk cId="217255601" sldId="355"/>
            <ac:spMk id="4" creationId="{E78D7D89-084C-35DA-B76A-5BBC873DB71B}"/>
          </ac:spMkLst>
        </pc:spChg>
      </pc:sldChg>
      <pc:sldChg chg="delSp modSp new mod">
        <pc:chgData name="Nafiseh Ghorbani Renani" userId="4e4c81e4-18c3-41de-84c9-a9c36e2573f4" providerId="ADAL" clId="{37B661E7-58BB-4F9E-8846-38EE4D89C220}" dt="2026-04-02T19:08:40.080" v="14" actId="14100"/>
        <pc:sldMkLst>
          <pc:docMk/>
          <pc:sldMk cId="3494339398" sldId="356"/>
        </pc:sldMkLst>
        <pc:spChg chg="del">
          <ac:chgData name="Nafiseh Ghorbani Renani" userId="4e4c81e4-18c3-41de-84c9-a9c36e2573f4" providerId="ADAL" clId="{37B661E7-58BB-4F9E-8846-38EE4D89C220}" dt="2026-04-02T19:08:09.714" v="6" actId="478"/>
          <ac:spMkLst>
            <pc:docMk/>
            <pc:sldMk cId="3494339398" sldId="356"/>
            <ac:spMk id="2" creationId="{4611782E-46CA-B42F-50C6-A1C89607B702}"/>
          </ac:spMkLst>
        </pc:spChg>
        <pc:spChg chg="del">
          <ac:chgData name="Nafiseh Ghorbani Renani" userId="4e4c81e4-18c3-41de-84c9-a9c36e2573f4" providerId="ADAL" clId="{37B661E7-58BB-4F9E-8846-38EE4D89C220}" dt="2026-04-02T19:08:07.054" v="5" actId="478"/>
          <ac:spMkLst>
            <pc:docMk/>
            <pc:sldMk cId="3494339398" sldId="356"/>
            <ac:spMk id="3" creationId="{6B280CDA-97DB-2698-320D-1C95A694B0EF}"/>
          </ac:spMkLst>
        </pc:spChg>
        <pc:spChg chg="mod">
          <ac:chgData name="Nafiseh Ghorbani Renani" userId="4e4c81e4-18c3-41de-84c9-a9c36e2573f4" providerId="ADAL" clId="{37B661E7-58BB-4F9E-8846-38EE4D89C220}" dt="2026-04-02T19:08:40.080" v="14" actId="14100"/>
          <ac:spMkLst>
            <pc:docMk/>
            <pc:sldMk cId="3494339398" sldId="356"/>
            <ac:spMk id="4" creationId="{94D95949-3110-3061-B724-C81BD87A3D87}"/>
          </ac:spMkLst>
        </pc:spChg>
      </pc:sldChg>
      <pc:sldChg chg="delSp modSp new mod ord">
        <pc:chgData name="Nafiseh Ghorbani Renani" userId="4e4c81e4-18c3-41de-84c9-a9c36e2573f4" providerId="ADAL" clId="{37B661E7-58BB-4F9E-8846-38EE4D89C220}" dt="2026-04-02T19:24:00.233" v="33" actId="113"/>
        <pc:sldMkLst>
          <pc:docMk/>
          <pc:sldMk cId="2969432121" sldId="357"/>
        </pc:sldMkLst>
        <pc:spChg chg="mod">
          <ac:chgData name="Nafiseh Ghorbani Renani" userId="4e4c81e4-18c3-41de-84c9-a9c36e2573f4" providerId="ADAL" clId="{37B661E7-58BB-4F9E-8846-38EE4D89C220}" dt="2026-04-02T19:22:35.282" v="19" actId="108"/>
          <ac:spMkLst>
            <pc:docMk/>
            <pc:sldMk cId="2969432121" sldId="357"/>
            <ac:spMk id="2" creationId="{BE235D82-31FF-9ADF-5E96-CE67A7F74F7C}"/>
          </ac:spMkLst>
        </pc:spChg>
        <pc:spChg chg="del">
          <ac:chgData name="Nafiseh Ghorbani Renani" userId="4e4c81e4-18c3-41de-84c9-a9c36e2573f4" providerId="ADAL" clId="{37B661E7-58BB-4F9E-8846-38EE4D89C220}" dt="2026-04-02T19:22:40.923" v="20" actId="478"/>
          <ac:spMkLst>
            <pc:docMk/>
            <pc:sldMk cId="2969432121" sldId="357"/>
            <ac:spMk id="3" creationId="{966A6281-D0EA-6F1B-1F0E-6F5DC367933B}"/>
          </ac:spMkLst>
        </pc:spChg>
        <pc:spChg chg="mod">
          <ac:chgData name="Nafiseh Ghorbani Renani" userId="4e4c81e4-18c3-41de-84c9-a9c36e2573f4" providerId="ADAL" clId="{37B661E7-58BB-4F9E-8846-38EE4D89C220}" dt="2026-04-02T19:24:00.233" v="33" actId="113"/>
          <ac:spMkLst>
            <pc:docMk/>
            <pc:sldMk cId="2969432121" sldId="357"/>
            <ac:spMk id="4" creationId="{6CA8B959-34B6-F9FF-E568-C990FE4E1B8D}"/>
          </ac:spMkLst>
        </pc:spChg>
      </pc:sldChg>
      <pc:sldChg chg="delSp modSp new mod">
        <pc:chgData name="Nafiseh Ghorbani Renani" userId="4e4c81e4-18c3-41de-84c9-a9c36e2573f4" providerId="ADAL" clId="{37B661E7-58BB-4F9E-8846-38EE4D89C220}" dt="2026-04-02T19:27:16.696" v="53" actId="14100"/>
        <pc:sldMkLst>
          <pc:docMk/>
          <pc:sldMk cId="2273987719" sldId="358"/>
        </pc:sldMkLst>
        <pc:spChg chg="mod">
          <ac:chgData name="Nafiseh Ghorbani Renani" userId="4e4c81e4-18c3-41de-84c9-a9c36e2573f4" providerId="ADAL" clId="{37B661E7-58BB-4F9E-8846-38EE4D89C220}" dt="2026-04-02T19:24:47.736" v="37" actId="20577"/>
          <ac:spMkLst>
            <pc:docMk/>
            <pc:sldMk cId="2273987719" sldId="358"/>
            <ac:spMk id="2" creationId="{C3E0F70C-BD50-7DFA-BF62-E0C064024237}"/>
          </ac:spMkLst>
        </pc:spChg>
        <pc:spChg chg="del">
          <ac:chgData name="Nafiseh Ghorbani Renani" userId="4e4c81e4-18c3-41de-84c9-a9c36e2573f4" providerId="ADAL" clId="{37B661E7-58BB-4F9E-8846-38EE4D89C220}" dt="2026-04-02T19:24:50.658" v="38" actId="478"/>
          <ac:spMkLst>
            <pc:docMk/>
            <pc:sldMk cId="2273987719" sldId="358"/>
            <ac:spMk id="3" creationId="{A3C78F45-BADC-D938-9C9E-61FE02F28830}"/>
          </ac:spMkLst>
        </pc:spChg>
        <pc:spChg chg="mod">
          <ac:chgData name="Nafiseh Ghorbani Renani" userId="4e4c81e4-18c3-41de-84c9-a9c36e2573f4" providerId="ADAL" clId="{37B661E7-58BB-4F9E-8846-38EE4D89C220}" dt="2026-04-02T19:27:16.696" v="53" actId="14100"/>
          <ac:spMkLst>
            <pc:docMk/>
            <pc:sldMk cId="2273987719" sldId="358"/>
            <ac:spMk id="4" creationId="{87D93D23-E94D-68B5-CBE7-EC6B1BAE5CD1}"/>
          </ac:spMkLst>
        </pc:spChg>
      </pc:sldChg>
      <pc:sldChg chg="addSp delSp modSp new mod">
        <pc:chgData name="Nafiseh Ghorbani Renani" userId="4e4c81e4-18c3-41de-84c9-a9c36e2573f4" providerId="ADAL" clId="{37B661E7-58BB-4F9E-8846-38EE4D89C220}" dt="2026-04-02T20:29:58.415" v="79" actId="403"/>
        <pc:sldMkLst>
          <pc:docMk/>
          <pc:sldMk cId="2975416949" sldId="359"/>
        </pc:sldMkLst>
        <pc:spChg chg="mod">
          <ac:chgData name="Nafiseh Ghorbani Renani" userId="4e4c81e4-18c3-41de-84c9-a9c36e2573f4" providerId="ADAL" clId="{37B661E7-58BB-4F9E-8846-38EE4D89C220}" dt="2026-04-02T20:29:20.618" v="65" actId="27636"/>
          <ac:spMkLst>
            <pc:docMk/>
            <pc:sldMk cId="2975416949" sldId="359"/>
            <ac:spMk id="2" creationId="{DDAE1B4C-A2E7-2461-AA63-06E2D6D72B94}"/>
          </ac:spMkLst>
        </pc:spChg>
        <pc:spChg chg="del">
          <ac:chgData name="Nafiseh Ghorbani Renani" userId="4e4c81e4-18c3-41de-84c9-a9c36e2573f4" providerId="ADAL" clId="{37B661E7-58BB-4F9E-8846-38EE4D89C220}" dt="2026-04-02T20:29:24.468" v="66" actId="478"/>
          <ac:spMkLst>
            <pc:docMk/>
            <pc:sldMk cId="2975416949" sldId="359"/>
            <ac:spMk id="3" creationId="{2580D857-4C16-DDC8-1D89-66CBEC34654E}"/>
          </ac:spMkLst>
        </pc:spChg>
        <pc:spChg chg="mod">
          <ac:chgData name="Nafiseh Ghorbani Renani" userId="4e4c81e4-18c3-41de-84c9-a9c36e2573f4" providerId="ADAL" clId="{37B661E7-58BB-4F9E-8846-38EE4D89C220}" dt="2026-04-02T20:29:58.415" v="79" actId="403"/>
          <ac:spMkLst>
            <pc:docMk/>
            <pc:sldMk cId="2975416949" sldId="359"/>
            <ac:spMk id="4" creationId="{623363AE-B460-200E-65F7-9B4D85262FCD}"/>
          </ac:spMkLst>
        </pc:spChg>
        <pc:picChg chg="add mod">
          <ac:chgData name="Nafiseh Ghorbani Renani" userId="4e4c81e4-18c3-41de-84c9-a9c36e2573f4" providerId="ADAL" clId="{37B661E7-58BB-4F9E-8846-38EE4D89C220}" dt="2026-04-02T20:29:54.256" v="78" actId="1076"/>
          <ac:picMkLst>
            <pc:docMk/>
            <pc:sldMk cId="2975416949" sldId="359"/>
            <ac:picMk id="53" creationId="{00000000-0000-0000-0000-000000000000}"/>
          </ac:picMkLst>
        </pc:picChg>
      </pc:sldChg>
      <pc:sldChg chg="addSp delSp modSp new del mod">
        <pc:chgData name="Nafiseh Ghorbani Renani" userId="4e4c81e4-18c3-41de-84c9-a9c36e2573f4" providerId="ADAL" clId="{37B661E7-58BB-4F9E-8846-38EE4D89C220}" dt="2026-04-02T20:31:37.601" v="101" actId="680"/>
        <pc:sldMkLst>
          <pc:docMk/>
          <pc:sldMk cId="30463880" sldId="360"/>
        </pc:sldMkLst>
        <pc:spChg chg="mod">
          <ac:chgData name="Nafiseh Ghorbani Renani" userId="4e4c81e4-18c3-41de-84c9-a9c36e2573f4" providerId="ADAL" clId="{37B661E7-58BB-4F9E-8846-38EE4D89C220}" dt="2026-04-02T20:31:37.102" v="100"/>
          <ac:spMkLst>
            <pc:docMk/>
            <pc:sldMk cId="30463880" sldId="360"/>
            <ac:spMk id="2" creationId="{A66F852D-4005-640D-A9F7-688D731246BD}"/>
          </ac:spMkLst>
        </pc:spChg>
        <pc:spChg chg="add del">
          <ac:chgData name="Nafiseh Ghorbani Renani" userId="4e4c81e4-18c3-41de-84c9-a9c36e2573f4" providerId="ADAL" clId="{37B661E7-58BB-4F9E-8846-38EE4D89C220}" dt="2026-04-02T20:31:36.164" v="97" actId="478"/>
          <ac:spMkLst>
            <pc:docMk/>
            <pc:sldMk cId="30463880" sldId="360"/>
            <ac:spMk id="3" creationId="{694879F8-B0AF-CAE9-3E43-E3FED25C6EE7}"/>
          </ac:spMkLst>
        </pc:spChg>
        <pc:spChg chg="mod">
          <ac:chgData name="Nafiseh Ghorbani Renani" userId="4e4c81e4-18c3-41de-84c9-a9c36e2573f4" providerId="ADAL" clId="{37B661E7-58BB-4F9E-8846-38EE4D89C220}" dt="2026-04-02T20:31:35.686" v="96" actId="14100"/>
          <ac:spMkLst>
            <pc:docMk/>
            <pc:sldMk cId="30463880" sldId="360"/>
            <ac:spMk id="4" creationId="{FD56EC0C-7A3C-053C-B00E-2BE40405071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948F17-CD88-C84D-81CB-EFB18C377763}" type="datetimeFigureOut">
              <a:rPr lang="en-US" smtClean="0"/>
              <a:t>4/2/2026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DB341C-843E-6244-9C40-DD933A1134AC}" type="slidenum">
              <a:rPr lang="en-US" smtClean="0"/>
              <a:t>‹#›</a:t>
            </a:fld>
            <a:endParaRPr lang="en-US"/>
          </a:p>
        </p:txBody>
      </p:sp>
    </p:spTree>
    <p:extLst>
      <p:ext uri="{BB962C8B-B14F-4D97-AF65-F5344CB8AC3E}">
        <p14:creationId xmlns:p14="http://schemas.microsoft.com/office/powerpoint/2010/main" val="3856855071"/>
      </p:ext>
    </p:extLst>
  </p:cSld>
  <p:clrMap bg1="lt1" tx1="dk1" bg2="lt2" tx2="dk2" accent1="accent1" accent2="accent2" accent3="accent3" accent4="accent4" accent5="accent5" accent6="accent6" hlink="hlink" folHlink="folHlink"/>
  <p:notesStyle>
    <a:lvl1pPr marL="0" algn="l" defTabSz="913765" rtl="0" eaLnBrk="1" latinLnBrk="0" hangingPunct="1">
      <a:defRPr sz="1200" kern="1200">
        <a:solidFill>
          <a:schemeClr val="tx1"/>
        </a:solidFill>
        <a:latin typeface="+mn-lt"/>
        <a:ea typeface="+mn-ea"/>
        <a:cs typeface="+mn-cs"/>
      </a:defRPr>
    </a:lvl1pPr>
    <a:lvl2pPr marL="457200" algn="l" defTabSz="913765" rtl="0" eaLnBrk="1" latinLnBrk="0" hangingPunct="1">
      <a:defRPr sz="1200" kern="1200">
        <a:solidFill>
          <a:schemeClr val="tx1"/>
        </a:solidFill>
        <a:latin typeface="+mn-lt"/>
        <a:ea typeface="+mn-ea"/>
        <a:cs typeface="+mn-cs"/>
      </a:defRPr>
    </a:lvl2pPr>
    <a:lvl3pPr marL="914400" algn="l" defTabSz="913765" rtl="0" eaLnBrk="1" latinLnBrk="0" hangingPunct="1">
      <a:defRPr sz="1200" kern="1200">
        <a:solidFill>
          <a:schemeClr val="tx1"/>
        </a:solidFill>
        <a:latin typeface="+mn-lt"/>
        <a:ea typeface="+mn-ea"/>
        <a:cs typeface="+mn-cs"/>
      </a:defRPr>
    </a:lvl3pPr>
    <a:lvl4pPr marL="1371600" algn="l" defTabSz="913765" rtl="0" eaLnBrk="1" latinLnBrk="0" hangingPunct="1">
      <a:defRPr sz="1200" kern="1200">
        <a:solidFill>
          <a:schemeClr val="tx1"/>
        </a:solidFill>
        <a:latin typeface="+mn-lt"/>
        <a:ea typeface="+mn-ea"/>
        <a:cs typeface="+mn-cs"/>
      </a:defRPr>
    </a:lvl4pPr>
    <a:lvl5pPr marL="1828800" algn="l" defTabSz="913765" rtl="0" eaLnBrk="1" latinLnBrk="0" hangingPunct="1">
      <a:defRPr sz="1200" kern="1200">
        <a:solidFill>
          <a:schemeClr val="tx1"/>
        </a:solidFill>
        <a:latin typeface="+mn-lt"/>
        <a:ea typeface="+mn-ea"/>
        <a:cs typeface="+mn-cs"/>
      </a:defRPr>
    </a:lvl5pPr>
    <a:lvl6pPr marL="2286000" algn="l" defTabSz="913765" rtl="0" eaLnBrk="1" latinLnBrk="0" hangingPunct="1">
      <a:defRPr sz="1200" kern="1200">
        <a:solidFill>
          <a:schemeClr val="tx1"/>
        </a:solidFill>
        <a:latin typeface="+mn-lt"/>
        <a:ea typeface="+mn-ea"/>
        <a:cs typeface="+mn-cs"/>
      </a:defRPr>
    </a:lvl6pPr>
    <a:lvl7pPr marL="2743200" algn="l" defTabSz="913765" rtl="0" eaLnBrk="1" latinLnBrk="0" hangingPunct="1">
      <a:defRPr sz="1200" kern="1200">
        <a:solidFill>
          <a:schemeClr val="tx1"/>
        </a:solidFill>
        <a:latin typeface="+mn-lt"/>
        <a:ea typeface="+mn-ea"/>
        <a:cs typeface="+mn-cs"/>
      </a:defRPr>
    </a:lvl7pPr>
    <a:lvl8pPr marL="3200400" algn="l" defTabSz="913765" rtl="0" eaLnBrk="1" latinLnBrk="0" hangingPunct="1">
      <a:defRPr sz="1200" kern="1200">
        <a:solidFill>
          <a:schemeClr val="tx1"/>
        </a:solidFill>
        <a:latin typeface="+mn-lt"/>
        <a:ea typeface="+mn-ea"/>
        <a:cs typeface="+mn-cs"/>
      </a:defRPr>
    </a:lvl8pPr>
    <a:lvl9pPr marL="3657600" algn="l" defTabSz="91376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3765" rtl="0" eaLnBrk="1" fontAlgn="auto" latinLnBrk="0" hangingPunct="1">
              <a:lnSpc>
                <a:spcPct val="100000"/>
              </a:lnSpc>
              <a:spcBef>
                <a:spcPts val="0"/>
              </a:spcBef>
              <a:spcAft>
                <a:spcPts val="0"/>
              </a:spcAft>
              <a:buClrTx/>
              <a:buSzTx/>
              <a:buFontTx/>
              <a:buNone/>
              <a:tabLst/>
              <a:defRPr/>
            </a:pPr>
            <a:fld id="{C5DB341C-843E-6244-9C40-DD933A1134AC}"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3765"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558510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descr="Background pattern&#10;&#10;Description automatically generated"/>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4249881" y="2504921"/>
            <a:ext cx="7280733"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3" name="Subtitle 2"/>
          <p:cNvSpPr>
            <a:spLocks noGrp="1"/>
          </p:cNvSpPr>
          <p:nvPr>
            <p:ph type="subTitle" idx="1" hasCustomPrompt="1"/>
          </p:nvPr>
        </p:nvSpPr>
        <p:spPr>
          <a:xfrm>
            <a:off x="4488873" y="4591369"/>
            <a:ext cx="7041742" cy="934635"/>
          </a:xfrm>
        </p:spPr>
        <p:txBody>
          <a:bodyPr>
            <a:normAutofit/>
          </a:bodyPr>
          <a:lstStyle>
            <a:lvl1pPr marL="0" indent="0" algn="r">
              <a:buNone/>
              <a:defRPr sz="2000" b="0" i="0">
                <a:solidFill>
                  <a:schemeClr val="bg1"/>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7" name="Text Placeholder 16"/>
          <p:cNvSpPr>
            <a:spLocks noGrp="1"/>
          </p:cNvSpPr>
          <p:nvPr>
            <p:ph type="body" sz="quarter" idx="11" hasCustomPrompt="1"/>
          </p:nvPr>
        </p:nvSpPr>
        <p:spPr>
          <a:xfrm>
            <a:off x="4675910" y="5690085"/>
            <a:ext cx="6854708"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200" indent="0" algn="r">
              <a:buNone/>
              <a:defRPr/>
            </a:lvl2pPr>
            <a:lvl3pPr marL="914400" indent="0" algn="r">
              <a:buNone/>
              <a:defRPr/>
            </a:lvl3pPr>
            <a:lvl4pPr marL="1371600" indent="0" algn="r">
              <a:buNone/>
              <a:defRPr/>
            </a:lvl4pPr>
            <a:lvl5pPr marL="1828800" indent="0" algn="r">
              <a:buNone/>
              <a:defRPr/>
            </a:lvl5pPr>
          </a:lstStyle>
          <a:p>
            <a:pPr lvl="0"/>
            <a:r>
              <a:rPr lang="en-US" dirty="0"/>
              <a:t>PRESENTER’S NAME</a:t>
            </a:r>
          </a:p>
        </p:txBody>
      </p:sp>
      <p:sp>
        <p:nvSpPr>
          <p:cNvPr id="4" name="Date Placeholder 3"/>
          <p:cNvSpPr>
            <a:spLocks noGrp="1"/>
          </p:cNvSpPr>
          <p:nvPr>
            <p:ph type="dt" sz="half" idx="10"/>
          </p:nvPr>
        </p:nvSpPr>
        <p:spPr>
          <a:xfrm>
            <a:off x="10416209" y="6342033"/>
            <a:ext cx="1114406"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Date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Picture 6" descr="A statue of a person riding a horse&#10;&#10;Description automatically generated with medium confidence"/>
          <p:cNvPicPr>
            <a:picLocks noChangeAspect="1"/>
          </p:cNvPicPr>
          <p:nvPr userDrawn="1"/>
        </p:nvPicPr>
        <p:blipFill rotWithShape="1">
          <a:blip r:embed="rId2"/>
          <a:srcRect l="16253"/>
          <a:stretch>
            <a:fillRect/>
          </a:stretch>
        </p:blipFill>
        <p:spPr>
          <a:xfrm>
            <a:off x="2" y="0"/>
            <a:ext cx="8636340" cy="6858000"/>
          </a:xfrm>
          <a:prstGeom prst="rect">
            <a:avLst/>
          </a:prstGeom>
        </p:spPr>
      </p:pic>
      <p:pic>
        <p:nvPicPr>
          <p:cNvPr id="6" name="Picture 5" descr="A picture containing shape&#10;&#10;Description automatically generated"/>
          <p:cNvPicPr>
            <a:picLocks noChangeAspect="1"/>
          </p:cNvPicPr>
          <p:nvPr userDrawn="1"/>
        </p:nvPicPr>
        <p:blipFill>
          <a:blip r:embed="rId3"/>
          <a:stretch>
            <a:fillRect/>
          </a:stretch>
        </p:blipFill>
        <p:spPr>
          <a:xfrm>
            <a:off x="298451" y="0"/>
            <a:ext cx="11893551" cy="6858000"/>
          </a:xfrm>
          <a:prstGeom prst="rect">
            <a:avLst/>
          </a:prstGeom>
        </p:spPr>
      </p:pic>
      <p:sp>
        <p:nvSpPr>
          <p:cNvPr id="2" name="Title 1"/>
          <p:cNvSpPr>
            <a:spLocks noGrp="1"/>
          </p:cNvSpPr>
          <p:nvPr>
            <p:ph type="ctrTitle" hasCustomPrompt="1"/>
          </p:nvPr>
        </p:nvSpPr>
        <p:spPr>
          <a:xfrm>
            <a:off x="6324602" y="2504921"/>
            <a:ext cx="5206015"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3" name="Subtitle 2"/>
          <p:cNvSpPr>
            <a:spLocks noGrp="1"/>
          </p:cNvSpPr>
          <p:nvPr>
            <p:ph type="subTitle" idx="1" hasCustomPrompt="1"/>
          </p:nvPr>
        </p:nvSpPr>
        <p:spPr>
          <a:xfrm>
            <a:off x="6616701" y="4591369"/>
            <a:ext cx="4913915" cy="934635"/>
          </a:xfrm>
        </p:spPr>
        <p:txBody>
          <a:bodyPr>
            <a:normAutofit/>
          </a:bodyPr>
          <a:lstStyle>
            <a:lvl1pPr marL="0" indent="0" algn="r">
              <a:buNone/>
              <a:defRPr sz="2000" b="0" i="0">
                <a:solidFill>
                  <a:schemeClr val="bg1"/>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2" name="Text Placeholder 16"/>
          <p:cNvSpPr>
            <a:spLocks noGrp="1"/>
          </p:cNvSpPr>
          <p:nvPr>
            <p:ph type="body" sz="quarter" idx="11" hasCustomPrompt="1"/>
          </p:nvPr>
        </p:nvSpPr>
        <p:spPr>
          <a:xfrm>
            <a:off x="6794501" y="5690085"/>
            <a:ext cx="4736115"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200" indent="0" algn="r">
              <a:buNone/>
              <a:defRPr/>
            </a:lvl2pPr>
            <a:lvl3pPr marL="914400" indent="0" algn="r">
              <a:buNone/>
              <a:defRPr/>
            </a:lvl3pPr>
            <a:lvl4pPr marL="1371600" indent="0" algn="r">
              <a:buNone/>
              <a:defRPr/>
            </a:lvl4pPr>
            <a:lvl5pPr marL="1828800" indent="0" algn="r">
              <a:buNone/>
              <a:defRPr/>
            </a:lvl5pPr>
          </a:lstStyle>
          <a:p>
            <a:pPr lvl="0"/>
            <a:r>
              <a:rPr lang="en-US" dirty="0"/>
              <a:t>PRESENTER’S NAME</a:t>
            </a:r>
          </a:p>
        </p:txBody>
      </p:sp>
      <p:sp>
        <p:nvSpPr>
          <p:cNvPr id="4" name="Date Placeholder 3"/>
          <p:cNvSpPr>
            <a:spLocks noGrp="1"/>
          </p:cNvSpPr>
          <p:nvPr>
            <p:ph type="dt" sz="half" idx="10"/>
          </p:nvPr>
        </p:nvSpPr>
        <p:spPr>
          <a:xfrm>
            <a:off x="10406269" y="6342033"/>
            <a:ext cx="1124345"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Date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Custom Image">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a:srcRect l="103" r="14569"/>
          <a:stretch>
            <a:fillRect/>
          </a:stretch>
        </p:blipFill>
        <p:spPr>
          <a:xfrm>
            <a:off x="-2033456" y="0"/>
            <a:ext cx="10392405" cy="6858000"/>
          </a:xfrm>
          <a:prstGeom prst="rect">
            <a:avLst/>
          </a:prstGeom>
        </p:spPr>
      </p:pic>
      <p:pic>
        <p:nvPicPr>
          <p:cNvPr id="9" name="Picture 8" descr="A picture containing shape&#10;&#10;Description automatically generated"/>
          <p:cNvPicPr>
            <a:picLocks noChangeAspect="1"/>
          </p:cNvPicPr>
          <p:nvPr userDrawn="1"/>
        </p:nvPicPr>
        <p:blipFill>
          <a:blip r:embed="rId3"/>
          <a:stretch>
            <a:fillRect/>
          </a:stretch>
        </p:blipFill>
        <p:spPr>
          <a:xfrm>
            <a:off x="298449" y="0"/>
            <a:ext cx="11893551" cy="6858000"/>
          </a:xfrm>
          <a:prstGeom prst="rect">
            <a:avLst/>
          </a:prstGeom>
        </p:spPr>
      </p:pic>
      <p:sp>
        <p:nvSpPr>
          <p:cNvPr id="10" name="Title 1"/>
          <p:cNvSpPr>
            <a:spLocks noGrp="1"/>
          </p:cNvSpPr>
          <p:nvPr>
            <p:ph type="ctrTitle" hasCustomPrompt="1"/>
          </p:nvPr>
        </p:nvSpPr>
        <p:spPr>
          <a:xfrm>
            <a:off x="6324602" y="2504921"/>
            <a:ext cx="5206015"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11" name="Subtitle 2"/>
          <p:cNvSpPr>
            <a:spLocks noGrp="1"/>
          </p:cNvSpPr>
          <p:nvPr>
            <p:ph type="subTitle" idx="1" hasCustomPrompt="1"/>
          </p:nvPr>
        </p:nvSpPr>
        <p:spPr>
          <a:xfrm>
            <a:off x="6616701" y="4591369"/>
            <a:ext cx="4913915" cy="934635"/>
          </a:xfrm>
        </p:spPr>
        <p:txBody>
          <a:bodyPr>
            <a:normAutofit/>
          </a:bodyPr>
          <a:lstStyle>
            <a:lvl1pPr marL="0" indent="0" algn="r">
              <a:buNone/>
              <a:defRPr sz="2000" b="0" i="0">
                <a:solidFill>
                  <a:schemeClr val="bg1"/>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3" name="Date Placeholder 3"/>
          <p:cNvSpPr>
            <a:spLocks noGrp="1"/>
          </p:cNvSpPr>
          <p:nvPr>
            <p:ph type="dt" sz="half" idx="10"/>
          </p:nvPr>
        </p:nvSpPr>
        <p:spPr>
          <a:xfrm>
            <a:off x="10446026" y="6362185"/>
            <a:ext cx="1084590"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 Date</a:t>
            </a:r>
          </a:p>
        </p:txBody>
      </p:sp>
      <p:sp>
        <p:nvSpPr>
          <p:cNvPr id="14" name="Text Placeholder 16"/>
          <p:cNvSpPr>
            <a:spLocks noGrp="1"/>
          </p:cNvSpPr>
          <p:nvPr>
            <p:ph type="body" sz="quarter" idx="11" hasCustomPrompt="1"/>
          </p:nvPr>
        </p:nvSpPr>
        <p:spPr>
          <a:xfrm>
            <a:off x="6794501" y="5690085"/>
            <a:ext cx="4736115"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200" indent="0" algn="r">
              <a:buNone/>
              <a:defRPr/>
            </a:lvl2pPr>
            <a:lvl3pPr marL="914400" indent="0" algn="r">
              <a:buNone/>
              <a:defRPr/>
            </a:lvl3pPr>
            <a:lvl4pPr marL="1371600" indent="0" algn="r">
              <a:buNone/>
              <a:defRPr/>
            </a:lvl4pPr>
            <a:lvl5pPr marL="1828800" indent="0" algn="r">
              <a:buNone/>
              <a:defRPr/>
            </a:lvl5pPr>
          </a:lstStyle>
          <a:p>
            <a:pPr lvl="0"/>
            <a:r>
              <a:rPr lang="en-US" dirty="0"/>
              <a:t>PRESENTER’S NAME</a:t>
            </a:r>
          </a:p>
        </p:txBody>
      </p:sp>
      <p:sp>
        <p:nvSpPr>
          <p:cNvPr id="15" name="TextBox 14"/>
          <p:cNvSpPr txBox="1"/>
          <p:nvPr userDrawn="1"/>
        </p:nvSpPr>
        <p:spPr>
          <a:xfrm>
            <a:off x="912816" y="1325690"/>
            <a:ext cx="4215776" cy="5135445"/>
          </a:xfrm>
          <a:prstGeom prst="rect">
            <a:avLst/>
          </a:prstGeom>
          <a:noFill/>
        </p:spPr>
        <p:txBody>
          <a:bodyPr wrap="square" rtlCol="0">
            <a:spAutoFit/>
          </a:bodyPr>
          <a:lstStyle/>
          <a:p>
            <a:r>
              <a:rPr lang="en-US" b="1" dirty="0">
                <a:latin typeface="IBM Plex Sans" panose="020B0503050203000203" pitchFamily="34" charset="0"/>
              </a:rPr>
              <a:t>INSTRUCTIONS TO REPLACE IMAGE:</a:t>
            </a:r>
          </a:p>
          <a:p>
            <a:endParaRPr lang="en-US" b="1" dirty="0">
              <a:latin typeface="IBM Plex Sans" panose="020B0503050203000203" pitchFamily="34" charset="0"/>
            </a:endParaRPr>
          </a:p>
          <a:p>
            <a:pPr marL="342900" indent="-342900">
              <a:lnSpc>
                <a:spcPct val="150000"/>
              </a:lnSpc>
              <a:buFont typeface="+mj-lt"/>
              <a:buAutoNum type="arabicPeriod"/>
            </a:pPr>
            <a:r>
              <a:rPr lang="en-US" sz="1400" b="0" dirty="0">
                <a:latin typeface="IBM Plex Sans" panose="020B0503050203000203" pitchFamily="34" charset="0"/>
              </a:rPr>
              <a:t>Go to View&gt;Slide Master</a:t>
            </a:r>
          </a:p>
          <a:p>
            <a:pPr marL="342900" indent="-342900">
              <a:lnSpc>
                <a:spcPct val="150000"/>
              </a:lnSpc>
              <a:buFont typeface="+mj-lt"/>
              <a:buAutoNum type="arabicPeriod"/>
            </a:pPr>
            <a:r>
              <a:rPr lang="en-US" sz="1400" b="0" dirty="0">
                <a:latin typeface="IBM Plex Sans" panose="020B0503050203000203" pitchFamily="34" charset="0"/>
              </a:rPr>
              <a:t>Locate this layout and duplicate it</a:t>
            </a:r>
          </a:p>
          <a:p>
            <a:pPr marL="342900" indent="-342900">
              <a:lnSpc>
                <a:spcPct val="150000"/>
              </a:lnSpc>
              <a:buFont typeface="+mj-lt"/>
              <a:buAutoNum type="arabicPeriod"/>
            </a:pPr>
            <a:r>
              <a:rPr lang="en-US" sz="1400" b="0" dirty="0">
                <a:latin typeface="IBM Plex Sans" panose="020B0503050203000203" pitchFamily="34" charset="0"/>
              </a:rPr>
              <a:t>Right-click the orange circle on the far-left side of this image</a:t>
            </a:r>
          </a:p>
          <a:p>
            <a:pPr marL="342900" indent="-342900">
              <a:lnSpc>
                <a:spcPct val="150000"/>
              </a:lnSpc>
              <a:buFont typeface="+mj-lt"/>
              <a:buAutoNum type="arabicPeriod"/>
            </a:pPr>
            <a:r>
              <a:rPr lang="en-US" sz="1400" b="0" dirty="0">
                <a:latin typeface="IBM Plex Sans" panose="020B0503050203000203" pitchFamily="34" charset="0"/>
              </a:rPr>
              <a:t>Scroll to “Change Picture”</a:t>
            </a:r>
          </a:p>
          <a:p>
            <a:pPr marL="342900" indent="-342900">
              <a:lnSpc>
                <a:spcPct val="150000"/>
              </a:lnSpc>
              <a:buFont typeface="+mj-lt"/>
              <a:buAutoNum type="arabicPeriod"/>
            </a:pPr>
            <a:r>
              <a:rPr lang="en-US" sz="1400" b="0" dirty="0">
                <a:latin typeface="IBM Plex Sans" panose="020B0503050203000203" pitchFamily="34" charset="0"/>
              </a:rPr>
              <a:t>Select “From File” (note that your version of PowerPoint may use different menu language)</a:t>
            </a:r>
          </a:p>
          <a:p>
            <a:pPr marL="342900" indent="-342900">
              <a:lnSpc>
                <a:spcPct val="150000"/>
              </a:lnSpc>
              <a:buFont typeface="+mj-lt"/>
              <a:buAutoNum type="arabicPeriod"/>
            </a:pPr>
            <a:r>
              <a:rPr lang="en-US" sz="1400" b="0" dirty="0">
                <a:latin typeface="IBM Plex Sans" panose="020B0503050203000203" pitchFamily="34" charset="0"/>
              </a:rPr>
              <a:t>Select desired image</a:t>
            </a:r>
          </a:p>
          <a:p>
            <a:pPr marL="342900" indent="-342900">
              <a:lnSpc>
                <a:spcPct val="150000"/>
              </a:lnSpc>
              <a:buFont typeface="+mj-lt"/>
              <a:buAutoNum type="arabicPeriod"/>
            </a:pPr>
            <a:r>
              <a:rPr lang="en-US" sz="1400" b="0" dirty="0">
                <a:latin typeface="IBM Plex Sans" panose="020B0503050203000203" pitchFamily="34" charset="0"/>
              </a:rPr>
              <a:t>Resize and crop image as necessary</a:t>
            </a:r>
          </a:p>
          <a:p>
            <a:pPr marL="342900" indent="-342900">
              <a:lnSpc>
                <a:spcPct val="150000"/>
              </a:lnSpc>
              <a:buFont typeface="+mj-lt"/>
              <a:buAutoNum type="arabicPeriod"/>
            </a:pPr>
            <a:r>
              <a:rPr lang="en-US" sz="1400" b="0" dirty="0">
                <a:latin typeface="IBM Plex Sans" panose="020B0503050203000203" pitchFamily="34" charset="0"/>
              </a:rPr>
              <a:t>Make sure image is sent to back (right click on image)</a:t>
            </a:r>
          </a:p>
          <a:p>
            <a:pPr marL="342900" indent="-342900">
              <a:lnSpc>
                <a:spcPct val="150000"/>
              </a:lnSpc>
              <a:buFont typeface="+mj-lt"/>
              <a:buAutoNum type="arabicPeriod"/>
            </a:pPr>
            <a:r>
              <a:rPr lang="en-US" sz="1400" b="0" dirty="0">
                <a:latin typeface="IBM Plex Sans" panose="020B0503050203000203" pitchFamily="34" charset="0"/>
              </a:rPr>
              <a:t>Close slide master and insert a new slide using the new, then delete this text box from your presentation slide.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5" name="Picture 4" descr="A body of water with buildings along it&#10;&#10;Description automatically generated with medium confidence"/>
          <p:cNvPicPr>
            <a:picLocks noChangeAspect="1"/>
          </p:cNvPicPr>
          <p:nvPr userDrawn="1"/>
        </p:nvPicPr>
        <p:blipFill>
          <a:blip r:embed="rId2"/>
          <a:stretch>
            <a:fillRect/>
          </a:stretch>
        </p:blipFill>
        <p:spPr>
          <a:xfrm>
            <a:off x="0" y="0"/>
            <a:ext cx="12090400" cy="6858000"/>
          </a:xfrm>
          <a:prstGeom prst="rect">
            <a:avLst/>
          </a:prstGeom>
        </p:spPr>
      </p:pic>
      <p:pic>
        <p:nvPicPr>
          <p:cNvPr id="7" name="Picture 6" descr="A picture containing shape&#10;&#10;Description automatically generated"/>
          <p:cNvPicPr>
            <a:picLocks noChangeAspect="1"/>
          </p:cNvPicPr>
          <p:nvPr userDrawn="1"/>
        </p:nvPicPr>
        <p:blipFill>
          <a:blip r:embed="rId3"/>
          <a:stretch>
            <a:fillRect/>
          </a:stretch>
        </p:blipFill>
        <p:spPr>
          <a:xfrm>
            <a:off x="298451" y="0"/>
            <a:ext cx="11893551" cy="6858000"/>
          </a:xfrm>
          <a:prstGeom prst="rect">
            <a:avLst/>
          </a:prstGeom>
        </p:spPr>
      </p:pic>
      <p:sp>
        <p:nvSpPr>
          <p:cNvPr id="2" name="Title 1"/>
          <p:cNvSpPr>
            <a:spLocks noGrp="1"/>
          </p:cNvSpPr>
          <p:nvPr>
            <p:ph type="title" hasCustomPrompt="1"/>
          </p:nvPr>
        </p:nvSpPr>
        <p:spPr>
          <a:xfrm>
            <a:off x="6617373" y="974037"/>
            <a:ext cx="4913243" cy="4254363"/>
          </a:xfrm>
        </p:spPr>
        <p:txBody>
          <a:bodyPr anchor="b">
            <a:normAutofit/>
          </a:bodyPr>
          <a:lstStyle>
            <a:lvl1pPr algn="r">
              <a:defRPr sz="5400"/>
            </a:lvl1pPr>
          </a:lstStyle>
          <a:p>
            <a:r>
              <a:rPr lang="en-US" dirty="0"/>
              <a:t>CLICK TO EDIT TITLE</a:t>
            </a:r>
          </a:p>
        </p:txBody>
      </p:sp>
      <p:sp>
        <p:nvSpPr>
          <p:cNvPr id="3" name="Text Placeholder 2"/>
          <p:cNvSpPr>
            <a:spLocks noGrp="1"/>
          </p:cNvSpPr>
          <p:nvPr>
            <p:ph type="body" idx="1" hasCustomPrompt="1"/>
          </p:nvPr>
        </p:nvSpPr>
        <p:spPr>
          <a:xfrm>
            <a:off x="6858002" y="5394965"/>
            <a:ext cx="4672615" cy="931499"/>
          </a:xfrm>
        </p:spPr>
        <p:txBody>
          <a:bodyPr>
            <a:normAutofit/>
          </a:bodyPr>
          <a:lstStyle>
            <a:lvl1pPr marL="0" indent="0" algn="r">
              <a:buNone/>
              <a:defRPr sz="2000" b="0" i="0">
                <a:solidFill>
                  <a:schemeClr val="tx1"/>
                </a:solidFill>
                <a:latin typeface="IBM Plex Sans" panose="020B050305020300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3" name="Content Placeholder 2"/>
          <p:cNvSpPr>
            <a:spLocks noGrp="1"/>
          </p:cNvSpPr>
          <p:nvPr>
            <p:ph idx="1" hasCustomPrompt="1"/>
          </p:nvPr>
        </p:nvSpPr>
        <p:spPr/>
        <p:txBody>
          <a:bodyPr/>
          <a:lstStyle>
            <a:lvl1pPr marL="228600" indent="-228600">
              <a:defRPr/>
            </a:lvl1pPr>
            <a:lvl2pPr marL="502920" indent="-228600">
              <a:buSzPct val="100000"/>
              <a:buFont typeface="System Font Regular"/>
              <a:buChar char="-"/>
              <a:defRPr/>
            </a:lvl2pPr>
            <a:lvl3pPr marL="777240" indent="-228600">
              <a:buSzPct val="100000"/>
              <a:buFont typeface="System Font Regular"/>
              <a:buChar char="-"/>
              <a:defRPr/>
            </a:lvl3pPr>
            <a:lvl4pPr marL="1005840" indent="-228600">
              <a:buSzPct val="100000"/>
              <a:buFont typeface="System Font Regular"/>
              <a:buChar char="-"/>
              <a:defRPr/>
            </a:lvl4pPr>
            <a:lvl5pPr marL="1280160" indent="-228600">
              <a:buSzPct val="100000"/>
              <a:buFont typeface="System Font Regular"/>
              <a:buChar char="-"/>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head and Content">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46359" y="365127"/>
            <a:ext cx="10709031" cy="734621"/>
          </a:xfrm>
        </p:spPr>
        <p:txBody>
          <a:bodyPr/>
          <a:lstStyle/>
          <a:p>
            <a:r>
              <a:rPr lang="en-US" dirty="0"/>
              <a:t>CLICK TO EDIT TITLE</a:t>
            </a:r>
          </a:p>
        </p:txBody>
      </p:sp>
      <p:sp>
        <p:nvSpPr>
          <p:cNvPr id="4" name="Text Placeholder 3"/>
          <p:cNvSpPr>
            <a:spLocks noGrp="1"/>
          </p:cNvSpPr>
          <p:nvPr>
            <p:ph type="body" sz="quarter" idx="13"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200" indent="0">
              <a:buNone/>
              <a:defRPr b="0" i="0">
                <a:solidFill>
                  <a:schemeClr val="accent1"/>
                </a:solidFill>
                <a:latin typeface="IBM Plex Sans Light" panose="020B0403050203000203" pitchFamily="34" charset="0"/>
              </a:defRPr>
            </a:lvl2pPr>
            <a:lvl3pPr marL="914400" indent="0">
              <a:buNone/>
              <a:defRPr b="0" i="0">
                <a:solidFill>
                  <a:schemeClr val="accent1"/>
                </a:solidFill>
                <a:latin typeface="IBM Plex Sans Light" panose="020B0403050203000203" pitchFamily="34" charset="0"/>
              </a:defRPr>
            </a:lvl3pPr>
            <a:lvl4pPr marL="1371600" indent="0">
              <a:buNone/>
              <a:defRPr b="0" i="0">
                <a:solidFill>
                  <a:schemeClr val="accent1"/>
                </a:solidFill>
                <a:latin typeface="IBM Plex Sans Light" panose="020B0403050203000203" pitchFamily="34" charset="0"/>
              </a:defRPr>
            </a:lvl4pPr>
            <a:lvl5pPr marL="1828800" indent="0">
              <a:buNone/>
              <a:defRPr b="0" i="0">
                <a:solidFill>
                  <a:schemeClr val="accent1"/>
                </a:solidFill>
                <a:latin typeface="IBM Plex Sans Light" panose="020B0403050203000203" pitchFamily="34" charset="0"/>
              </a:defRPr>
            </a:lvl5pPr>
          </a:lstStyle>
          <a:p>
            <a:pPr lvl="0"/>
            <a:r>
              <a:rPr lang="en-US" dirty="0"/>
              <a:t>Make sure to use brand colors when creating tables and graphs. If graphs are placed from an outside source, please reformat to use the Stevens Theme Colors set in this template.</a:t>
            </a:r>
          </a:p>
        </p:txBody>
      </p:sp>
      <p:sp>
        <p:nvSpPr>
          <p:cNvPr id="3" name="Content Placeholder 2"/>
          <p:cNvSpPr>
            <a:spLocks noGrp="1"/>
          </p:cNvSpPr>
          <p:nvPr>
            <p:ph idx="1" hasCustomPrompt="1"/>
          </p:nvPr>
        </p:nvSpPr>
        <p:spPr>
          <a:xfrm>
            <a:off x="644771" y="2202874"/>
            <a:ext cx="10709031" cy="387927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3" name="Content Placeholder 2"/>
          <p:cNvSpPr>
            <a:spLocks noGrp="1"/>
          </p:cNvSpPr>
          <p:nvPr>
            <p:ph sz="half" idx="1" hasCustomPrompt="1"/>
          </p:nvPr>
        </p:nvSpPr>
        <p:spPr>
          <a:xfrm>
            <a:off x="644769" y="1825625"/>
            <a:ext cx="5181600"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172200" y="1825625"/>
            <a:ext cx="5181600"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3" name="Content Placeholder 2"/>
          <p:cNvSpPr>
            <a:spLocks noGrp="1"/>
          </p:cNvSpPr>
          <p:nvPr>
            <p:ph sz="half" idx="1" hasCustomPrompt="1"/>
          </p:nvPr>
        </p:nvSpPr>
        <p:spPr>
          <a:xfrm>
            <a:off x="644773"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p:cNvSpPr>
            <a:spLocks noGrp="1"/>
          </p:cNvSpPr>
          <p:nvPr>
            <p:ph sz="half" idx="13" hasCustomPrompt="1"/>
          </p:nvPr>
        </p:nvSpPr>
        <p:spPr>
          <a:xfrm>
            <a:off x="4351622"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8058471"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ntent and Subhead">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646359" y="365127"/>
            <a:ext cx="10709031" cy="734621"/>
          </a:xfrm>
        </p:spPr>
        <p:txBody>
          <a:bodyPr/>
          <a:lstStyle/>
          <a:p>
            <a:r>
              <a:rPr lang="en-US" dirty="0"/>
              <a:t>CLICK TO EDIT TITLE</a:t>
            </a:r>
          </a:p>
        </p:txBody>
      </p:sp>
      <p:sp>
        <p:nvSpPr>
          <p:cNvPr id="11" name="Text Placeholder 3"/>
          <p:cNvSpPr>
            <a:spLocks noGrp="1"/>
          </p:cNvSpPr>
          <p:nvPr>
            <p:ph type="body" sz="quarter" idx="14"/>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200" indent="0">
              <a:buNone/>
              <a:defRPr b="0" i="0">
                <a:solidFill>
                  <a:schemeClr val="accent1"/>
                </a:solidFill>
                <a:latin typeface="IBM Plex Sans Light" panose="020B0403050203000203" pitchFamily="34" charset="0"/>
              </a:defRPr>
            </a:lvl2pPr>
            <a:lvl3pPr marL="914400" indent="0">
              <a:buNone/>
              <a:defRPr b="0" i="0">
                <a:solidFill>
                  <a:schemeClr val="accent1"/>
                </a:solidFill>
                <a:latin typeface="IBM Plex Sans Light" panose="020B0403050203000203" pitchFamily="34" charset="0"/>
              </a:defRPr>
            </a:lvl3pPr>
            <a:lvl4pPr marL="1371600" indent="0">
              <a:buNone/>
              <a:defRPr b="0" i="0">
                <a:solidFill>
                  <a:schemeClr val="accent1"/>
                </a:solidFill>
                <a:latin typeface="IBM Plex Sans Light" panose="020B0403050203000203" pitchFamily="34" charset="0"/>
              </a:defRPr>
            </a:lvl4pPr>
            <a:lvl5pPr marL="1828800" indent="0">
              <a:buNone/>
              <a:defRPr b="0" i="0">
                <a:solidFill>
                  <a:schemeClr val="accent1"/>
                </a:solidFill>
                <a:latin typeface="IBM Plex Sans Light" panose="020B0403050203000203" pitchFamily="34" charset="0"/>
              </a:defRPr>
            </a:lvl5pPr>
          </a:lstStyle>
          <a:p>
            <a:pPr lvl="0"/>
            <a:endParaRPr lang="en-US" dirty="0"/>
          </a:p>
        </p:txBody>
      </p:sp>
      <p:sp>
        <p:nvSpPr>
          <p:cNvPr id="3" name="Content Placeholder 2"/>
          <p:cNvSpPr>
            <a:spLocks noGrp="1"/>
          </p:cNvSpPr>
          <p:nvPr>
            <p:ph sz="half" idx="1" hasCustomPrompt="1"/>
          </p:nvPr>
        </p:nvSpPr>
        <p:spPr>
          <a:xfrm>
            <a:off x="644773" y="2325836"/>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p:cNvSpPr>
            <a:spLocks noGrp="1"/>
          </p:cNvSpPr>
          <p:nvPr>
            <p:ph sz="half" idx="13" hasCustomPrompt="1"/>
          </p:nvPr>
        </p:nvSpPr>
        <p:spPr>
          <a:xfrm>
            <a:off x="4351622" y="2325836"/>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8058471" y="2325836"/>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5" name="Text Placeholder 4"/>
          <p:cNvSpPr>
            <a:spLocks noGrp="1"/>
          </p:cNvSpPr>
          <p:nvPr>
            <p:ph type="body" sz="quarter" idx="13" hasCustomPrompt="1"/>
          </p:nvPr>
        </p:nvSpPr>
        <p:spPr>
          <a:xfrm>
            <a:off x="644526" y="1962352"/>
            <a:ext cx="4954588" cy="1828165"/>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6400803" y="1962352"/>
            <a:ext cx="4954588" cy="1828165"/>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644526" y="4119680"/>
            <a:ext cx="4954588" cy="1828165"/>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6400803" y="4119680"/>
            <a:ext cx="4954588" cy="1828165"/>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ur Content and subhead">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646359" y="365127"/>
            <a:ext cx="10709031" cy="734621"/>
          </a:xfrm>
        </p:spPr>
        <p:txBody>
          <a:bodyPr/>
          <a:lstStyle/>
          <a:p>
            <a:r>
              <a:rPr lang="en-US" dirty="0"/>
              <a:t>CLICK TO EDIT TITLE</a:t>
            </a:r>
          </a:p>
        </p:txBody>
      </p:sp>
      <p:sp>
        <p:nvSpPr>
          <p:cNvPr id="13" name="Text Placeholder 3"/>
          <p:cNvSpPr>
            <a:spLocks noGrp="1"/>
          </p:cNvSpPr>
          <p:nvPr>
            <p:ph type="body" sz="quarter" idx="17"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200" indent="0">
              <a:buNone/>
              <a:defRPr b="0" i="0">
                <a:solidFill>
                  <a:schemeClr val="accent1"/>
                </a:solidFill>
                <a:latin typeface="IBM Plex Sans Light" panose="020B0403050203000203" pitchFamily="34" charset="0"/>
              </a:defRPr>
            </a:lvl2pPr>
            <a:lvl3pPr marL="914400" indent="0">
              <a:buNone/>
              <a:defRPr b="0" i="0">
                <a:solidFill>
                  <a:schemeClr val="accent1"/>
                </a:solidFill>
                <a:latin typeface="IBM Plex Sans Light" panose="020B0403050203000203" pitchFamily="34" charset="0"/>
              </a:defRPr>
            </a:lvl3pPr>
            <a:lvl4pPr marL="1371600" indent="0">
              <a:buNone/>
              <a:defRPr b="0" i="0">
                <a:solidFill>
                  <a:schemeClr val="accent1"/>
                </a:solidFill>
                <a:latin typeface="IBM Plex Sans Light" panose="020B0403050203000203" pitchFamily="34" charset="0"/>
              </a:defRPr>
            </a:lvl4pPr>
            <a:lvl5pPr marL="1828800"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5" name="Text Placeholder 4"/>
          <p:cNvSpPr>
            <a:spLocks noGrp="1"/>
          </p:cNvSpPr>
          <p:nvPr>
            <p:ph type="body" sz="quarter" idx="13" hasCustomPrompt="1"/>
          </p:nvPr>
        </p:nvSpPr>
        <p:spPr>
          <a:xfrm>
            <a:off x="644526" y="2233235"/>
            <a:ext cx="4954588"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6400803" y="2233235"/>
            <a:ext cx="4954588"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644526" y="4448441"/>
            <a:ext cx="4954588"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6400803" y="4448441"/>
            <a:ext cx="4954588"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ive Content">
    <p:spTree>
      <p:nvGrpSpPr>
        <p:cNvPr id="1" name=""/>
        <p:cNvGrpSpPr/>
        <p:nvPr/>
      </p:nvGrpSpPr>
      <p:grpSpPr>
        <a:xfrm>
          <a:off x="0" y="0"/>
          <a:ext cx="0" cy="0"/>
          <a:chOff x="0" y="0"/>
          <a:chExt cx="0" cy="0"/>
        </a:xfrm>
      </p:grpSpPr>
      <p:sp>
        <p:nvSpPr>
          <p:cNvPr id="14"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15" name="Content Placeholder 2"/>
          <p:cNvSpPr>
            <a:spLocks noGrp="1"/>
          </p:cNvSpPr>
          <p:nvPr>
            <p:ph sz="half" idx="1" hasCustomPrompt="1"/>
          </p:nvPr>
        </p:nvSpPr>
        <p:spPr>
          <a:xfrm>
            <a:off x="644771" y="2210082"/>
            <a:ext cx="4572000" cy="389016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3" hasCustomPrompt="1"/>
          </p:nvPr>
        </p:nvSpPr>
        <p:spPr>
          <a:xfrm>
            <a:off x="5359999" y="2210085"/>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8429308" y="2210086"/>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5359999" y="4448439"/>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8429308" y="4448441"/>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ive Content and subhead">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646359" y="365127"/>
            <a:ext cx="10709031" cy="734621"/>
          </a:xfrm>
        </p:spPr>
        <p:txBody>
          <a:bodyPr/>
          <a:lstStyle/>
          <a:p>
            <a:r>
              <a:rPr lang="en-US" dirty="0"/>
              <a:t>CLICK TO EDIT TITLE</a:t>
            </a:r>
          </a:p>
        </p:txBody>
      </p:sp>
      <p:sp>
        <p:nvSpPr>
          <p:cNvPr id="13" name="Text Placeholder 3"/>
          <p:cNvSpPr>
            <a:spLocks noGrp="1"/>
          </p:cNvSpPr>
          <p:nvPr>
            <p:ph type="body" sz="quarter" idx="17"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200" indent="0">
              <a:buNone/>
              <a:defRPr b="0" i="0">
                <a:solidFill>
                  <a:schemeClr val="accent1"/>
                </a:solidFill>
                <a:latin typeface="IBM Plex Sans Light" panose="020B0403050203000203" pitchFamily="34" charset="0"/>
              </a:defRPr>
            </a:lvl2pPr>
            <a:lvl3pPr marL="914400" indent="0">
              <a:buNone/>
              <a:defRPr b="0" i="0">
                <a:solidFill>
                  <a:schemeClr val="accent1"/>
                </a:solidFill>
                <a:latin typeface="IBM Plex Sans Light" panose="020B0403050203000203" pitchFamily="34" charset="0"/>
              </a:defRPr>
            </a:lvl3pPr>
            <a:lvl4pPr marL="1371600" indent="0">
              <a:buNone/>
              <a:defRPr b="0" i="0">
                <a:solidFill>
                  <a:schemeClr val="accent1"/>
                </a:solidFill>
                <a:latin typeface="IBM Plex Sans Light" panose="020B0403050203000203" pitchFamily="34" charset="0"/>
              </a:defRPr>
            </a:lvl4pPr>
            <a:lvl5pPr marL="1828800"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15" name="Content Placeholder 2"/>
          <p:cNvSpPr>
            <a:spLocks noGrp="1"/>
          </p:cNvSpPr>
          <p:nvPr>
            <p:ph sz="half" idx="1" hasCustomPrompt="1"/>
          </p:nvPr>
        </p:nvSpPr>
        <p:spPr>
          <a:xfrm>
            <a:off x="644771" y="2210082"/>
            <a:ext cx="4572000" cy="389016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3" hasCustomPrompt="1"/>
          </p:nvPr>
        </p:nvSpPr>
        <p:spPr>
          <a:xfrm>
            <a:off x="5359205" y="2210086"/>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8427720" y="2210086"/>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5359205" y="4448441"/>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8427720" y="4448441"/>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Subhead">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646359" y="365127"/>
            <a:ext cx="10709031" cy="734621"/>
          </a:xfrm>
        </p:spPr>
        <p:txBody>
          <a:bodyPr/>
          <a:lstStyle/>
          <a:p>
            <a:r>
              <a:rPr lang="en-US" dirty="0"/>
              <a:t>CLICK TO EDIT TITLE</a:t>
            </a:r>
          </a:p>
        </p:txBody>
      </p:sp>
      <p:sp>
        <p:nvSpPr>
          <p:cNvPr id="9" name="Text Placeholder 3"/>
          <p:cNvSpPr>
            <a:spLocks noGrp="1"/>
          </p:cNvSpPr>
          <p:nvPr>
            <p:ph type="body" sz="quarter" idx="13"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200" indent="0">
              <a:buNone/>
              <a:defRPr b="0" i="0">
                <a:solidFill>
                  <a:schemeClr val="accent1"/>
                </a:solidFill>
                <a:latin typeface="IBM Plex Sans Light" panose="020B0403050203000203" pitchFamily="34" charset="0"/>
              </a:defRPr>
            </a:lvl2pPr>
            <a:lvl3pPr marL="914400" indent="0">
              <a:buNone/>
              <a:defRPr b="0" i="0">
                <a:solidFill>
                  <a:schemeClr val="accent1"/>
                </a:solidFill>
                <a:latin typeface="IBM Plex Sans Light" panose="020B0403050203000203" pitchFamily="34" charset="0"/>
              </a:defRPr>
            </a:lvl3pPr>
            <a:lvl4pPr marL="1371600" indent="0">
              <a:buNone/>
              <a:defRPr b="0" i="0">
                <a:solidFill>
                  <a:schemeClr val="accent1"/>
                </a:solidFill>
                <a:latin typeface="IBM Plex Sans Light" panose="020B0403050203000203" pitchFamily="34" charset="0"/>
              </a:defRPr>
            </a:lvl4pPr>
            <a:lvl5pPr marL="1828800"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3" name="Content Placeholder 2"/>
          <p:cNvSpPr>
            <a:spLocks noGrp="1"/>
          </p:cNvSpPr>
          <p:nvPr>
            <p:ph sz="half" idx="1" hasCustomPrompt="1"/>
          </p:nvPr>
        </p:nvSpPr>
        <p:spPr>
          <a:xfrm>
            <a:off x="644769" y="2325836"/>
            <a:ext cx="5181600"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172200" y="2325836"/>
            <a:ext cx="5181600"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3" name="Text Placeholder 2"/>
          <p:cNvSpPr>
            <a:spLocks noGrp="1"/>
          </p:cNvSpPr>
          <p:nvPr>
            <p:ph type="body" idx="1" hasCustomPrompt="1"/>
          </p:nvPr>
        </p:nvSpPr>
        <p:spPr>
          <a:xfrm>
            <a:off x="644772"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p>
        </p:txBody>
      </p:sp>
      <p:sp>
        <p:nvSpPr>
          <p:cNvPr id="4" name="Content Placeholder 3"/>
          <p:cNvSpPr>
            <a:spLocks noGrp="1"/>
          </p:cNvSpPr>
          <p:nvPr>
            <p:ph sz="half" idx="2" hasCustomPrompt="1"/>
          </p:nvPr>
        </p:nvSpPr>
        <p:spPr>
          <a:xfrm>
            <a:off x="644772" y="2505075"/>
            <a:ext cx="5157787" cy="3684588"/>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hasCustomPrompt="1"/>
          </p:nvPr>
        </p:nvSpPr>
        <p:spPr>
          <a:xfrm>
            <a:off x="6172202"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p>
        </p:txBody>
      </p:sp>
      <p:sp>
        <p:nvSpPr>
          <p:cNvPr id="6" name="Content Placeholder 5"/>
          <p:cNvSpPr>
            <a:spLocks noGrp="1"/>
          </p:cNvSpPr>
          <p:nvPr>
            <p:ph sz="quarter" idx="4" hasCustomPrompt="1"/>
          </p:nvPr>
        </p:nvSpPr>
        <p:spPr>
          <a:xfrm>
            <a:off x="6172202" y="2505075"/>
            <a:ext cx="5183188" cy="3684588"/>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a:t>
            </a:r>
          </a:p>
        </p:txBody>
      </p:sp>
      <p:sp>
        <p:nvSpPr>
          <p:cNvPr id="5" name="Slide Number Placeholder 4"/>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Rectangle 1"/>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
        <p:nvSpPr>
          <p:cNvPr id="3" name="Content Placeholder 2"/>
          <p:cNvSpPr>
            <a:spLocks noGrp="1"/>
          </p:cNvSpPr>
          <p:nvPr>
            <p:ph idx="1" hasCustomPrompt="1"/>
          </p:nvPr>
        </p:nvSpPr>
        <p:spPr>
          <a:xfrm>
            <a:off x="5183188" y="987428"/>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hasCustomPrompt="1"/>
          </p:nvPr>
        </p:nvSpPr>
        <p:spPr>
          <a:xfrm>
            <a:off x="644773" y="2057402"/>
            <a:ext cx="412725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text</a:t>
            </a:r>
          </a:p>
        </p:txBody>
      </p:sp>
      <p:sp>
        <p:nvSpPr>
          <p:cNvPr id="2" name="Title 1"/>
          <p:cNvSpPr>
            <a:spLocks noGrp="1"/>
          </p:cNvSpPr>
          <p:nvPr>
            <p:ph type="title" hasCustomPrompt="1"/>
          </p:nvPr>
        </p:nvSpPr>
        <p:spPr>
          <a:xfrm>
            <a:off x="644773" y="457200"/>
            <a:ext cx="4127255" cy="1600200"/>
          </a:xfrm>
        </p:spPr>
        <p:txBody>
          <a:bodyPr anchor="b"/>
          <a:lstStyle>
            <a:lvl1pPr>
              <a:defRPr sz="3200"/>
            </a:lvl1pPr>
          </a:lstStyle>
          <a:p>
            <a:r>
              <a:rPr lang="en-US" dirty="0"/>
              <a:t>CLICK TO EDIT TITLE</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44773" y="457200"/>
            <a:ext cx="4127255" cy="1600200"/>
          </a:xfrm>
        </p:spPr>
        <p:txBody>
          <a:bodyPr anchor="b"/>
          <a:lstStyle>
            <a:lvl1pPr>
              <a:defRPr sz="3200"/>
            </a:lvl1pPr>
          </a:lstStyle>
          <a:p>
            <a:r>
              <a:rPr lang="en-US" dirty="0"/>
              <a:t>Click to edit title</a:t>
            </a:r>
          </a:p>
        </p:txBody>
      </p:sp>
      <p:sp>
        <p:nvSpPr>
          <p:cNvPr id="4" name="Text Placeholder 3"/>
          <p:cNvSpPr>
            <a:spLocks noGrp="1"/>
          </p:cNvSpPr>
          <p:nvPr>
            <p:ph type="body" sz="half" idx="2" hasCustomPrompt="1"/>
          </p:nvPr>
        </p:nvSpPr>
        <p:spPr>
          <a:xfrm>
            <a:off x="644773" y="2057402"/>
            <a:ext cx="412725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text</a:t>
            </a:r>
          </a:p>
        </p:txBody>
      </p:sp>
      <p:sp>
        <p:nvSpPr>
          <p:cNvPr id="3" name="Picture Placeholder 2"/>
          <p:cNvSpPr>
            <a:spLocks noGrp="1"/>
          </p:cNvSpPr>
          <p:nvPr>
            <p:ph type="pic" idx="1"/>
          </p:nvPr>
        </p:nvSpPr>
        <p:spPr>
          <a:xfrm>
            <a:off x="5183188" y="987428"/>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a:t>
            </a:r>
          </a:p>
        </p:txBody>
      </p:sp>
      <p:sp>
        <p:nvSpPr>
          <p:cNvPr id="3" name="Vertical Text Placeholder 2"/>
          <p:cNvSpPr>
            <a:spLocks noGrp="1"/>
          </p:cNvSpPr>
          <p:nvPr>
            <p:ph type="body" orient="vert" idx="1" hasCustomPrompt="1"/>
          </p:nvPr>
        </p:nvSpPr>
        <p:spPr/>
        <p:txBody>
          <a:bodyPr vert="eaVert"/>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7"/>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44769" y="365127"/>
            <a:ext cx="7927731"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pic>
        <p:nvPicPr>
          <p:cNvPr id="6" name="Picture 5" descr="A picture containing person, crowd, event, several&#10;&#10;Description automatically generated"/>
          <p:cNvPicPr>
            <a:picLocks noChangeAspect="1"/>
          </p:cNvPicPr>
          <p:nvPr userDrawn="1"/>
        </p:nvPicPr>
        <p:blipFill rotWithShape="1">
          <a:blip r:embed="rId2"/>
          <a:srcRect l="28985"/>
          <a:stretch>
            <a:fillRect/>
          </a:stretch>
        </p:blipFill>
        <p:spPr>
          <a:xfrm>
            <a:off x="2" y="0"/>
            <a:ext cx="7305260" cy="6858000"/>
          </a:xfrm>
          <a:prstGeom prst="rect">
            <a:avLst/>
          </a:prstGeom>
        </p:spPr>
      </p:pic>
      <p:pic>
        <p:nvPicPr>
          <p:cNvPr id="3" name="Picture 2" descr="A picture containing shape&#10;&#10;Description automatically generated"/>
          <p:cNvPicPr>
            <a:picLocks noChangeAspect="1"/>
          </p:cNvPicPr>
          <p:nvPr userDrawn="1"/>
        </p:nvPicPr>
        <p:blipFill>
          <a:blip r:embed="rId3"/>
          <a:stretch>
            <a:fillRect/>
          </a:stretch>
        </p:blipFill>
        <p:spPr>
          <a:xfrm>
            <a:off x="0" y="0"/>
            <a:ext cx="12192000" cy="6858000"/>
          </a:xfrm>
          <a:prstGeom prst="rect">
            <a:avLst/>
          </a:prstGeom>
        </p:spPr>
      </p:pic>
      <p:sp>
        <p:nvSpPr>
          <p:cNvPr id="5" name="TextBox 4"/>
          <p:cNvSpPr txBox="1"/>
          <p:nvPr userDrawn="1"/>
        </p:nvSpPr>
        <p:spPr>
          <a:xfrm>
            <a:off x="7284722" y="3144277"/>
            <a:ext cx="4245895" cy="923330"/>
          </a:xfrm>
          <a:prstGeom prst="rect">
            <a:avLst/>
          </a:prstGeom>
          <a:noFill/>
        </p:spPr>
        <p:txBody>
          <a:bodyPr wrap="square" rtlCol="0">
            <a:spAutoFit/>
          </a:bodyPr>
          <a:lstStyle/>
          <a:p>
            <a:pPr algn="r"/>
            <a:r>
              <a:rPr lang="en-US" sz="5400" b="0" i="0" dirty="0">
                <a:solidFill>
                  <a:schemeClr val="bg1"/>
                </a:solidFill>
                <a:latin typeface="Saira Condensed Condensed Light" pitchFamily="2" charset="77"/>
              </a:rPr>
              <a:t>THANK </a:t>
            </a:r>
            <a:r>
              <a:rPr lang="en-US" sz="5400" b="1" i="0" dirty="0">
                <a:solidFill>
                  <a:schemeClr val="bg1"/>
                </a:solidFill>
                <a:latin typeface="Saira Condensed Condensed Light" pitchFamily="2" charset="77"/>
              </a:rPr>
              <a:t>YOU</a:t>
            </a:r>
          </a:p>
        </p:txBody>
      </p:sp>
      <p:sp>
        <p:nvSpPr>
          <p:cNvPr id="9" name="TextBox 8"/>
          <p:cNvSpPr txBox="1"/>
          <p:nvPr userDrawn="1"/>
        </p:nvSpPr>
        <p:spPr>
          <a:xfrm>
            <a:off x="6096002" y="5170418"/>
            <a:ext cx="5434615" cy="584775"/>
          </a:xfrm>
          <a:prstGeom prst="rect">
            <a:avLst/>
          </a:prstGeom>
          <a:noFill/>
        </p:spPr>
        <p:txBody>
          <a:bodyPr wrap="square" rtlCol="0">
            <a:spAutoFit/>
          </a:bodyPr>
          <a:lstStyle/>
          <a:p>
            <a:pPr algn="r"/>
            <a:r>
              <a:rPr lang="en-US" sz="1600" b="1" kern="1200" dirty="0">
                <a:solidFill>
                  <a:schemeClr val="bg1"/>
                </a:solidFill>
                <a:effectLst/>
                <a:latin typeface="IBM Plex Sans" panose="020B0503050203000203" pitchFamily="34" charset="0"/>
                <a:ea typeface="+mn-ea"/>
                <a:cs typeface="+mn-cs"/>
              </a:rPr>
              <a:t>Stevens Institute of Technology</a:t>
            </a:r>
            <a:br>
              <a:rPr lang="en-US" sz="1600" b="1" kern="1200" dirty="0">
                <a:solidFill>
                  <a:schemeClr val="bg1"/>
                </a:solidFill>
                <a:effectLst/>
                <a:latin typeface="IBM Plex Sans" panose="020B0503050203000203" pitchFamily="34" charset="0"/>
                <a:ea typeface="+mn-ea"/>
                <a:cs typeface="+mn-cs"/>
              </a:rPr>
            </a:br>
            <a:r>
              <a:rPr lang="en-US" sz="1600" kern="1200" dirty="0">
                <a:solidFill>
                  <a:schemeClr val="bg1"/>
                </a:solidFill>
                <a:effectLst/>
                <a:latin typeface="IBM Plex Sans" panose="020B0503050203000203" pitchFamily="34" charset="0"/>
                <a:ea typeface="+mn-ea"/>
                <a:cs typeface="+mn-cs"/>
              </a:rPr>
              <a:t>1 Castle Point Terrace, Hoboken, NJ 07030</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5"/>
          <a:stretch>
            <a:fillRect/>
          </a:stretch>
        </p:blipFill>
        <p:spPr>
          <a:xfrm>
            <a:off x="0" y="0"/>
            <a:ext cx="12192000" cy="6858000"/>
          </a:xfrm>
          <a:prstGeom prst="rect">
            <a:avLst/>
          </a:prstGeom>
        </p:spPr>
      </p:pic>
      <p:sp>
        <p:nvSpPr>
          <p:cNvPr id="2" name="Title Placeholder 1"/>
          <p:cNvSpPr>
            <a:spLocks noGrp="1"/>
          </p:cNvSpPr>
          <p:nvPr>
            <p:ph type="title"/>
          </p:nvPr>
        </p:nvSpPr>
        <p:spPr>
          <a:xfrm>
            <a:off x="644771" y="365125"/>
            <a:ext cx="10709031" cy="1325563"/>
          </a:xfrm>
          <a:prstGeom prst="rect">
            <a:avLst/>
          </a:prstGeom>
        </p:spPr>
        <p:txBody>
          <a:bodyPr vert="horz" lIns="91440" tIns="45720" rIns="91440" bIns="45720" rtlCol="0" anchor="t">
            <a:normAutofit/>
          </a:bodyPr>
          <a:lstStyle/>
          <a:p>
            <a:r>
              <a:rPr lang="en-US" dirty="0"/>
              <a:t>CLICK TO EDIT TITLE</a:t>
            </a:r>
          </a:p>
        </p:txBody>
      </p:sp>
      <p:sp>
        <p:nvSpPr>
          <p:cNvPr id="3" name="Text Placeholder 2"/>
          <p:cNvSpPr>
            <a:spLocks noGrp="1"/>
          </p:cNvSpPr>
          <p:nvPr>
            <p:ph type="body" idx="1"/>
          </p:nvPr>
        </p:nvSpPr>
        <p:spPr>
          <a:xfrm>
            <a:off x="644771" y="1825625"/>
            <a:ext cx="10709031" cy="4235176"/>
          </a:xfrm>
          <a:prstGeom prst="rect">
            <a:avLst/>
          </a:prstGeom>
        </p:spPr>
        <p:txBody>
          <a:bodyPr vert="horz" lIns="91440" tIns="45720" rIns="91440" bIns="45720" rtlCol="0">
            <a:normAutofit/>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9375913" y="6276840"/>
            <a:ext cx="2743200" cy="365125"/>
          </a:xfrm>
          <a:prstGeom prst="rect">
            <a:avLst/>
          </a:prstGeom>
        </p:spPr>
        <p:txBody>
          <a:bodyPr vert="horz" lIns="91440" tIns="45720" rIns="91440" bIns="45720" rtlCol="0" anchor="ctr"/>
          <a:lstStyle>
            <a:lvl1pPr algn="r">
              <a:defRPr sz="1200" b="1" i="0">
                <a:solidFill>
                  <a:schemeClr val="accent1"/>
                </a:solidFill>
                <a:latin typeface="IBM Plex Sans" panose="020B0503050203000203" pitchFamily="34" charset="0"/>
              </a:defRPr>
            </a:lvl1pPr>
          </a:lstStyle>
          <a:p>
            <a:fld id="{4267CD5E-26CF-4249-8540-BB1D07FD4227}"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hdr="0" ftr="0"/>
  <p:txStyles>
    <p:titleStyle>
      <a:lvl1pPr algn="l" defTabSz="913765" rtl="0" eaLnBrk="1" latinLnBrk="0" hangingPunct="1">
        <a:lnSpc>
          <a:spcPct val="90000"/>
        </a:lnSpc>
        <a:spcBef>
          <a:spcPct val="0"/>
        </a:spcBef>
        <a:buNone/>
        <a:defRPr sz="4000" b="1" i="0" kern="1200">
          <a:solidFill>
            <a:schemeClr val="tx1"/>
          </a:solidFill>
          <a:latin typeface="Saira Condensed Condensed SemiBold" pitchFamily="2" charset="77"/>
          <a:ea typeface="+mj-ea"/>
          <a:cs typeface="+mj-cs"/>
        </a:defRPr>
      </a:lvl1pPr>
    </p:titleStyle>
    <p:bodyStyle>
      <a:lvl1pPr marL="228600" indent="-228600" algn="l" defTabSz="913765" rtl="0" eaLnBrk="1" latinLnBrk="0" hangingPunct="1">
        <a:lnSpc>
          <a:spcPct val="90000"/>
        </a:lnSpc>
        <a:spcBef>
          <a:spcPts val="1000"/>
        </a:spcBef>
        <a:buClr>
          <a:schemeClr val="accent4"/>
        </a:buClr>
        <a:buFont typeface="Wingdings" panose="05000000000000000000" pitchFamily="2" charset="2"/>
        <a:buChar char="§"/>
        <a:defRPr sz="1800" b="0" i="0" kern="1200">
          <a:solidFill>
            <a:schemeClr val="tx1"/>
          </a:solidFill>
          <a:latin typeface="IBM Plex Sans" panose="020B0503050203000203" pitchFamily="34" charset="0"/>
          <a:ea typeface="+mn-ea"/>
          <a:cs typeface="+mn-cs"/>
        </a:defRPr>
      </a:lvl1pPr>
      <a:lvl2pPr marL="502920" indent="-228600" algn="l" defTabSz="913765" rtl="0" eaLnBrk="1" latinLnBrk="0" hangingPunct="1">
        <a:lnSpc>
          <a:spcPct val="90000"/>
        </a:lnSpc>
        <a:spcBef>
          <a:spcPts val="500"/>
        </a:spcBef>
        <a:buClr>
          <a:schemeClr val="accent4"/>
        </a:buClr>
        <a:buFont typeface="System Font Regular"/>
        <a:buChar char="-"/>
        <a:defRPr sz="1800" b="0" i="0" kern="1200">
          <a:solidFill>
            <a:schemeClr val="tx1"/>
          </a:solidFill>
          <a:latin typeface="IBM Plex Sans" panose="020B0503050203000203" pitchFamily="34" charset="0"/>
          <a:ea typeface="+mn-ea"/>
          <a:cs typeface="+mn-cs"/>
        </a:defRPr>
      </a:lvl2pPr>
      <a:lvl3pPr marL="777240" indent="-228600" algn="l" defTabSz="913765" rtl="0" eaLnBrk="1" latinLnBrk="0" hangingPunct="1">
        <a:lnSpc>
          <a:spcPct val="90000"/>
        </a:lnSpc>
        <a:spcBef>
          <a:spcPts val="500"/>
        </a:spcBef>
        <a:buClr>
          <a:schemeClr val="accent4"/>
        </a:buClr>
        <a:buFont typeface="System Font Regular"/>
        <a:buChar char="-"/>
        <a:defRPr sz="1600" b="0" i="0" kern="1200">
          <a:solidFill>
            <a:schemeClr val="tx1"/>
          </a:solidFill>
          <a:latin typeface="IBM Plex Sans" panose="020B0503050203000203" pitchFamily="34" charset="0"/>
          <a:ea typeface="+mn-ea"/>
          <a:cs typeface="+mn-cs"/>
        </a:defRPr>
      </a:lvl3pPr>
      <a:lvl4pPr marL="1005840" indent="-228600" algn="l" defTabSz="913765" rtl="0" eaLnBrk="1" latinLnBrk="0" hangingPunct="1">
        <a:lnSpc>
          <a:spcPct val="90000"/>
        </a:lnSpc>
        <a:spcBef>
          <a:spcPts val="500"/>
        </a:spcBef>
        <a:buClr>
          <a:schemeClr val="accent4"/>
        </a:buClr>
        <a:buFont typeface="System Font Regular"/>
        <a:buChar char="-"/>
        <a:defRPr sz="1600" b="0" i="0" kern="1200">
          <a:solidFill>
            <a:schemeClr val="tx1"/>
          </a:solidFill>
          <a:latin typeface="IBM Plex Sans" panose="020B0503050203000203" pitchFamily="34" charset="0"/>
          <a:ea typeface="+mn-ea"/>
          <a:cs typeface="+mn-cs"/>
        </a:defRPr>
      </a:lvl4pPr>
      <a:lvl5pPr marL="1280160" indent="-228600" algn="l" defTabSz="913765" rtl="0" eaLnBrk="1" latinLnBrk="0" hangingPunct="1">
        <a:lnSpc>
          <a:spcPct val="90000"/>
        </a:lnSpc>
        <a:spcBef>
          <a:spcPts val="500"/>
        </a:spcBef>
        <a:buClr>
          <a:schemeClr val="accent4"/>
        </a:buClr>
        <a:buFont typeface="System Font Regular"/>
        <a:buChar char="-"/>
        <a:defRPr sz="1400" b="0" i="0" kern="1200">
          <a:solidFill>
            <a:schemeClr val="tx1"/>
          </a:solidFill>
          <a:latin typeface="IBM Plex Sans" panose="020B0503050203000203" pitchFamily="34" charset="0"/>
          <a:ea typeface="+mn-ea"/>
          <a:cs typeface="+mn-cs"/>
        </a:defRPr>
      </a:lvl5pPr>
      <a:lvl6pPr marL="25146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11.svg"/></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6.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34.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2.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2.gif"/><Relationship Id="rId1" Type="http://schemas.openxmlformats.org/officeDocument/2006/relationships/slideLayout" Target="../slideLayouts/slideLayout6.xml"/><Relationship Id="rId4" Type="http://schemas.openxmlformats.org/officeDocument/2006/relationships/hyperlink" Target="https://www.methodsandtools.com/archive/archive.php?id=19p3" TargetMode="External"/></Relationships>
</file>

<file path=ppt/slides/_rels/slide5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3.jpeg"/><Relationship Id="rId1" Type="http://schemas.openxmlformats.org/officeDocument/2006/relationships/slideLayout" Target="../slideLayouts/slideLayout6.xml"/><Relationship Id="rId5" Type="http://schemas.openxmlformats.org/officeDocument/2006/relationships/image" Target="../media/image34.png"/><Relationship Id="rId4" Type="http://schemas.openxmlformats.org/officeDocument/2006/relationships/hyperlink" Target="https://www.methodsandtools.com/archive/archive.php?id=19p3"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5.png"/><Relationship Id="rId1" Type="http://schemas.openxmlformats.org/officeDocument/2006/relationships/slideLayout" Target="../slideLayouts/slideLayout6.xml"/><Relationship Id="rId5" Type="http://schemas.openxmlformats.org/officeDocument/2006/relationships/image" Target="../media/image37.png"/><Relationship Id="rId4" Type="http://schemas.openxmlformats.org/officeDocument/2006/relationships/image" Target="../media/image36.png"/></Relationships>
</file>

<file path=ppt/slides/_rels/slide5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9059" y="1111973"/>
            <a:ext cx="8726171" cy="2061211"/>
          </a:xfrm>
        </p:spPr>
        <p:txBody>
          <a:bodyPr>
            <a:normAutofit/>
          </a:bodyPr>
          <a:lstStyle/>
          <a:p>
            <a:pPr algn="l"/>
            <a:r>
              <a:rPr lang="en-US" sz="4400" b="1" dirty="0">
                <a:latin typeface="Arial" panose="020B0604020202090204"/>
                <a:sym typeface="+mn-ea"/>
              </a:rPr>
              <a:t>SSW-555: Agile Methods for Software Development</a:t>
            </a:r>
            <a:endParaRPr lang="en-US" sz="4400" dirty="0"/>
          </a:p>
        </p:txBody>
      </p:sp>
      <p:sp>
        <p:nvSpPr>
          <p:cNvPr id="3" name="Subtitle 2"/>
          <p:cNvSpPr>
            <a:spLocks noGrp="1"/>
          </p:cNvSpPr>
          <p:nvPr>
            <p:ph type="subTitle" idx="1"/>
          </p:nvPr>
        </p:nvSpPr>
        <p:spPr>
          <a:xfrm>
            <a:off x="779350" y="3564437"/>
            <a:ext cx="7041743" cy="934635"/>
          </a:xfrm>
        </p:spPr>
        <p:txBody>
          <a:bodyPr>
            <a:normAutofit/>
          </a:bodyPr>
          <a:lstStyle/>
          <a:p>
            <a:pPr algn="l"/>
            <a:r>
              <a:rPr lang="en-US" sz="3200" b="1" dirty="0">
                <a:latin typeface="+mn-lt"/>
                <a:cs typeface="+mn-lt"/>
              </a:rPr>
              <a:t>Feature Driven Development (FDD)</a:t>
            </a:r>
            <a:endParaRPr lang="en-US" sz="3200" b="1" dirty="0">
              <a:latin typeface="Arial Bold" panose="020B0604020202090204" charset="0"/>
              <a:cs typeface="Arial Bold" panose="020B0604020202090204" charset="0"/>
            </a:endParaRPr>
          </a:p>
        </p:txBody>
      </p:sp>
      <p:sp>
        <p:nvSpPr>
          <p:cNvPr id="5" name="Text Placeholder 4"/>
          <p:cNvSpPr>
            <a:spLocks noGrp="1"/>
          </p:cNvSpPr>
          <p:nvPr>
            <p:ph type="body" sz="quarter" idx="11"/>
          </p:nvPr>
        </p:nvSpPr>
        <p:spPr>
          <a:xfrm>
            <a:off x="873126" y="4726864"/>
            <a:ext cx="6854191" cy="903605"/>
          </a:xfrm>
        </p:spPr>
        <p:txBody>
          <a:bodyPr>
            <a:noAutofit/>
          </a:bodyPr>
          <a:lstStyle/>
          <a:p>
            <a:pPr algn="l"/>
            <a:r>
              <a:rPr lang="en-US" dirty="0">
                <a:latin typeface="Calibri"/>
                <a:sym typeface="+mn-ea"/>
              </a:rPr>
              <a:t>Instructor: Dr. Nafiseh Ghorbani </a:t>
            </a:r>
          </a:p>
          <a:p>
            <a:pPr algn="l"/>
            <a:r>
              <a:rPr lang="en-US" dirty="0">
                <a:latin typeface="Calibri"/>
                <a:sym typeface="+mn-ea"/>
              </a:rPr>
              <a:t>Department of Systems Engineering</a:t>
            </a:r>
          </a:p>
          <a:p>
            <a:pPr algn="l"/>
            <a:r>
              <a:rPr lang="en-US" dirty="0">
                <a:latin typeface="Calibri"/>
                <a:sym typeface="+mn-ea"/>
              </a:rPr>
              <a:t>Stevens Institute of Technology</a:t>
            </a:r>
            <a:endParaRPr lang="en-US" dirty="0">
              <a:latin typeface="Calibri"/>
            </a:endParaRPr>
          </a:p>
          <a:p>
            <a:pPr algn="l"/>
            <a:endParaRPr lang="en-US" dirty="0">
              <a:latin typeface="Calibri"/>
            </a:endParaRPr>
          </a:p>
        </p:txBody>
      </p:sp>
      <p:sp>
        <p:nvSpPr>
          <p:cNvPr id="4" name="Date Placeholder 3"/>
          <p:cNvSpPr>
            <a:spLocks noGrp="1"/>
          </p:cNvSpPr>
          <p:nvPr>
            <p:ph type="dt" sz="half" idx="10"/>
          </p:nvPr>
        </p:nvSpPr>
        <p:spPr>
          <a:xfrm>
            <a:off x="7914869" y="6474380"/>
            <a:ext cx="4131195" cy="230832"/>
          </a:xfrm>
        </p:spPr>
        <p:txBody>
          <a:bodyPr/>
          <a:lstStyle/>
          <a:p>
            <a:r>
              <a:rPr lang="en-US" sz="900" b="0" dirty="0"/>
              <a:t>This Lecture is based on material from Prof Jim Rowland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29DE7B6-DC7C-4BA1-B406-EDDA0C0A3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2"/>
            <a:ext cx="7537704"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5186455" y="526752"/>
            <a:ext cx="5478379" cy="2663407"/>
          </a:xfrm>
        </p:spPr>
        <p:txBody>
          <a:bodyPr vert="horz" lIns="91440" tIns="45720" rIns="91440" bIns="45720" rtlCol="0" anchor="b">
            <a:normAutofit/>
          </a:bodyPr>
          <a:lstStyle/>
          <a:p>
            <a:pPr algn="l" defTabSz="914400"/>
            <a:r>
              <a:rPr lang="en-US" kern="1200" dirty="0">
                <a:solidFill>
                  <a:srgbClr val="FFFFFF"/>
                </a:solidFill>
                <a:latin typeface="+mj-lt"/>
                <a:ea typeface="+mj-ea"/>
                <a:cs typeface="+mj-cs"/>
              </a:rPr>
              <a:t>Today's topic</a:t>
            </a:r>
          </a:p>
        </p:txBody>
      </p:sp>
      <p:sp>
        <p:nvSpPr>
          <p:cNvPr id="3" name="Text Placeholder 2"/>
          <p:cNvSpPr>
            <a:spLocks noGrp="1"/>
          </p:cNvSpPr>
          <p:nvPr>
            <p:ph type="body" idx="1"/>
          </p:nvPr>
        </p:nvSpPr>
        <p:spPr>
          <a:xfrm>
            <a:off x="5346196" y="3428999"/>
            <a:ext cx="5478380" cy="2902249"/>
          </a:xfrm>
        </p:spPr>
        <p:txBody>
          <a:bodyPr vert="horz" lIns="91440" tIns="45720" rIns="91440" bIns="45720" rtlCol="0">
            <a:normAutofit fontScale="25000" lnSpcReduction="20000"/>
          </a:bodyPr>
          <a:lstStyle/>
          <a:p>
            <a:pPr algn="l" rtl="0" eaLnBrk="0">
              <a:lnSpc>
                <a:spcPct val="120000"/>
              </a:lnSpc>
              <a:spcBef>
                <a:spcPts val="600"/>
              </a:spcBef>
            </a:pPr>
            <a:r>
              <a:rPr lang="en-US" sz="7200" spc="-90" dirty="0">
                <a:solidFill>
                  <a:schemeClr val="bg1"/>
                </a:solidFill>
                <a:latin typeface="Arial" panose="020B0604020202090204"/>
                <a:ea typeface="Arial" panose="020B0604020202090204"/>
                <a:cs typeface="Arial" panose="020B0604020202090204"/>
                <a:sym typeface="+mn-ea"/>
              </a:rPr>
              <a:t>-   Motivation: Lar</a:t>
            </a:r>
            <a:r>
              <a:rPr lang="en-US" sz="7200" spc="-20" dirty="0">
                <a:solidFill>
                  <a:schemeClr val="bg1"/>
                </a:solidFill>
                <a:latin typeface="Arial" panose="020B0604020202090204"/>
                <a:ea typeface="Arial" panose="020B0604020202090204"/>
                <a:cs typeface="Arial" panose="020B0604020202090204"/>
                <a:sym typeface="+mn-ea"/>
              </a:rPr>
              <a:t>g</a:t>
            </a:r>
            <a:r>
              <a:rPr lang="en-US" sz="7200" dirty="0">
                <a:solidFill>
                  <a:schemeClr val="bg1"/>
                </a:solidFill>
                <a:latin typeface="Arial" panose="020B0604020202090204"/>
                <a:ea typeface="Arial" panose="020B0604020202090204"/>
                <a:cs typeface="Arial" panose="020B0604020202090204"/>
                <a:sym typeface="+mn-ea"/>
              </a:rPr>
              <a:t>e Projects</a:t>
            </a:r>
            <a:endParaRPr lang="en-US" altLang="en-US" sz="7200" dirty="0">
              <a:solidFill>
                <a:schemeClr val="bg1"/>
              </a:solidFill>
            </a:endParaRPr>
          </a:p>
          <a:p>
            <a:pPr algn="l" rtl="0" eaLnBrk="0">
              <a:lnSpc>
                <a:spcPct val="120000"/>
              </a:lnSpc>
              <a:spcBef>
                <a:spcPts val="600"/>
              </a:spcBef>
            </a:pPr>
            <a:r>
              <a:rPr lang="en-US" sz="7200" spc="-30" dirty="0">
                <a:solidFill>
                  <a:schemeClr val="bg1"/>
                </a:solidFill>
                <a:latin typeface="Arial" panose="020B0604020202090204"/>
                <a:ea typeface="Arial" panose="020B0604020202090204"/>
                <a:cs typeface="Arial" panose="020B0604020202090204"/>
                <a:sym typeface="+mn-ea"/>
              </a:rPr>
              <a:t>-   Origins of F</a:t>
            </a:r>
            <a:r>
              <a:rPr lang="en-US" sz="7200" dirty="0">
                <a:solidFill>
                  <a:schemeClr val="bg1"/>
                </a:solidFill>
                <a:latin typeface="Arial" panose="020B0604020202090204"/>
                <a:ea typeface="Arial" panose="020B0604020202090204"/>
                <a:cs typeface="Arial" panose="020B0604020202090204"/>
                <a:sym typeface="+mn-ea"/>
              </a:rPr>
              <a:t>DD</a:t>
            </a:r>
            <a:endParaRPr lang="en-US" altLang="en-US" sz="7200" dirty="0">
              <a:solidFill>
                <a:schemeClr val="bg1"/>
              </a:solidFill>
            </a:endParaRPr>
          </a:p>
          <a:p>
            <a:pPr lvl="1" eaLnBrk="0">
              <a:lnSpc>
                <a:spcPct val="120000"/>
              </a:lnSpc>
              <a:spcBef>
                <a:spcPts val="600"/>
              </a:spcBef>
            </a:pPr>
            <a:r>
              <a:rPr lang="en-US" sz="7200" spc="-100" dirty="0">
                <a:solidFill>
                  <a:schemeClr val="bg1"/>
                </a:solidFill>
                <a:latin typeface="Arial" panose="020B0604020202090204"/>
                <a:ea typeface="Arial" panose="020B0604020202090204"/>
                <a:cs typeface="Arial" panose="020B0604020202090204"/>
                <a:sym typeface="+mn-ea"/>
              </a:rPr>
              <a:t>-   FDD Role</a:t>
            </a:r>
            <a:r>
              <a:rPr lang="en-US" sz="7200" spc="-70" dirty="0">
                <a:solidFill>
                  <a:schemeClr val="bg1"/>
                </a:solidFill>
                <a:latin typeface="Arial" panose="020B0604020202090204"/>
                <a:ea typeface="Arial" panose="020B0604020202090204"/>
                <a:cs typeface="Arial" panose="020B0604020202090204"/>
                <a:sym typeface="+mn-ea"/>
              </a:rPr>
              <a:t>s</a:t>
            </a:r>
            <a:r>
              <a:rPr lang="en-US" sz="7200" dirty="0">
                <a:solidFill>
                  <a:schemeClr val="bg1"/>
                </a:solidFill>
                <a:latin typeface="Arial" panose="020B0604020202090204"/>
                <a:ea typeface="Arial" panose="020B0604020202090204"/>
                <a:cs typeface="Arial" panose="020B0604020202090204"/>
                <a:sym typeface="+mn-ea"/>
              </a:rPr>
              <a:t>         </a:t>
            </a:r>
          </a:p>
          <a:p>
            <a:pPr lvl="1" eaLnBrk="0">
              <a:lnSpc>
                <a:spcPct val="120000"/>
              </a:lnSpc>
              <a:spcBef>
                <a:spcPts val="600"/>
              </a:spcBef>
            </a:pPr>
            <a:r>
              <a:rPr lang="en-US" sz="7200" spc="-80" dirty="0">
                <a:solidFill>
                  <a:schemeClr val="bg1"/>
                </a:solidFill>
                <a:latin typeface="Arial" panose="020B0604020202090204"/>
                <a:ea typeface="Arial" panose="020B0604020202090204"/>
                <a:cs typeface="Arial" panose="020B0604020202090204"/>
                <a:sym typeface="+mn-ea"/>
              </a:rPr>
              <a:t>-   FDD Processe</a:t>
            </a:r>
            <a:r>
              <a:rPr lang="en-US" sz="7200" spc="-30" dirty="0">
                <a:solidFill>
                  <a:schemeClr val="bg1"/>
                </a:solidFill>
                <a:latin typeface="Arial" panose="020B0604020202090204"/>
                <a:ea typeface="Arial" panose="020B0604020202090204"/>
                <a:cs typeface="Arial" panose="020B0604020202090204"/>
                <a:sym typeface="+mn-ea"/>
              </a:rPr>
              <a:t>s</a:t>
            </a:r>
            <a:endParaRPr lang="en-US" altLang="en-US" sz="7200" dirty="0">
              <a:solidFill>
                <a:schemeClr val="bg1"/>
              </a:solidFill>
            </a:endParaRPr>
          </a:p>
          <a:p>
            <a:pPr lvl="1" eaLnBrk="0">
              <a:lnSpc>
                <a:spcPct val="120000"/>
              </a:lnSpc>
              <a:spcBef>
                <a:spcPts val="600"/>
              </a:spcBef>
            </a:pPr>
            <a:r>
              <a:rPr lang="en-US" sz="7200" spc="-70" dirty="0">
                <a:solidFill>
                  <a:schemeClr val="bg1"/>
                </a:solidFill>
                <a:latin typeface="Arial" panose="020B0604020202090204"/>
                <a:ea typeface="Arial" panose="020B0604020202090204"/>
                <a:cs typeface="Arial" panose="020B0604020202090204"/>
                <a:sym typeface="+mn-ea"/>
              </a:rPr>
              <a:t>-   FDD Practice</a:t>
            </a:r>
            <a:r>
              <a:rPr lang="en-US" sz="7200" spc="-60" dirty="0">
                <a:solidFill>
                  <a:schemeClr val="bg1"/>
                </a:solidFill>
                <a:latin typeface="Arial" panose="020B0604020202090204"/>
                <a:ea typeface="Arial" panose="020B0604020202090204"/>
                <a:cs typeface="Arial" panose="020B0604020202090204"/>
                <a:sym typeface="+mn-ea"/>
              </a:rPr>
              <a:t>s</a:t>
            </a:r>
            <a:endParaRPr lang="en-US" altLang="en-US" sz="7200" dirty="0">
              <a:solidFill>
                <a:schemeClr val="bg1"/>
              </a:solidFill>
            </a:endParaRPr>
          </a:p>
          <a:p>
            <a:pPr algn="l" rtl="0" eaLnBrk="0">
              <a:lnSpc>
                <a:spcPct val="120000"/>
              </a:lnSpc>
              <a:spcBef>
                <a:spcPts val="600"/>
              </a:spcBef>
            </a:pPr>
            <a:r>
              <a:rPr lang="en-US" sz="7200" spc="-70" dirty="0">
                <a:solidFill>
                  <a:schemeClr val="bg1"/>
                </a:solidFill>
                <a:latin typeface="Arial" panose="020B0604020202090204"/>
                <a:ea typeface="Arial" panose="020B0604020202090204"/>
                <a:cs typeface="Arial" panose="020B0604020202090204"/>
                <a:sym typeface="+mn-ea"/>
              </a:rPr>
              <a:t>-   Similarities and differences from other Agil</a:t>
            </a:r>
            <a:r>
              <a:rPr lang="en-US" sz="7200" spc="-60" dirty="0">
                <a:solidFill>
                  <a:schemeClr val="bg1"/>
                </a:solidFill>
                <a:latin typeface="Arial" panose="020B0604020202090204"/>
                <a:ea typeface="Arial" panose="020B0604020202090204"/>
                <a:cs typeface="Arial" panose="020B0604020202090204"/>
                <a:sym typeface="+mn-ea"/>
              </a:rPr>
              <a:t>e</a:t>
            </a:r>
            <a:r>
              <a:rPr lang="en-US" sz="7200" spc="-70" dirty="0">
                <a:solidFill>
                  <a:schemeClr val="bg1"/>
                </a:solidFill>
                <a:latin typeface="Arial" panose="020B0604020202090204"/>
                <a:ea typeface="Arial" panose="020B0604020202090204"/>
                <a:cs typeface="Arial" panose="020B0604020202090204"/>
                <a:sym typeface="+mn-ea"/>
              </a:rPr>
              <a:t> </a:t>
            </a:r>
            <a:r>
              <a:rPr lang="en-US" sz="7200" dirty="0">
                <a:solidFill>
                  <a:schemeClr val="bg1"/>
                </a:solidFill>
                <a:latin typeface="Arial" panose="020B0604020202090204"/>
                <a:ea typeface="Arial" panose="020B0604020202090204"/>
                <a:cs typeface="Arial" panose="020B0604020202090204"/>
                <a:sym typeface="+mn-ea"/>
              </a:rPr>
              <a:t>Methods</a:t>
            </a:r>
            <a:endParaRPr lang="en-US" altLang="en-US" sz="7200" dirty="0">
              <a:solidFill>
                <a:schemeClr val="bg1"/>
              </a:solidFill>
            </a:endParaRPr>
          </a:p>
          <a:p>
            <a:pPr marL="298450" indent="-285750" algn="l" rtl="0" eaLnBrk="0">
              <a:lnSpc>
                <a:spcPct val="140000"/>
              </a:lnSpc>
              <a:spcBef>
                <a:spcPts val="165"/>
              </a:spcBef>
            </a:pPr>
            <a:br>
              <a:rPr lang="en-US" altLang="en-US" sz="7200" kern="1200" dirty="0">
                <a:solidFill>
                  <a:schemeClr val="bg1"/>
                </a:solidFill>
                <a:latin typeface="+mn-lt"/>
                <a:ea typeface="+mn-ea"/>
                <a:cs typeface="+mn-cs"/>
                <a:sym typeface="+mn-ea"/>
              </a:rPr>
            </a:br>
            <a:endParaRPr lang="en-US" sz="7200" kern="1200" dirty="0">
              <a:solidFill>
                <a:schemeClr val="bg1"/>
              </a:solidFill>
              <a:latin typeface="+mn-lt"/>
              <a:ea typeface="+mn-ea"/>
              <a:cs typeface="+mn-cs"/>
            </a:endParaRPr>
          </a:p>
          <a:p>
            <a:pPr algn="l" defTabSz="914400" fontAlgn="auto"/>
            <a:endParaRPr lang="en-US" sz="2400" kern="1200" dirty="0">
              <a:solidFill>
                <a:schemeClr val="bg1"/>
              </a:solidFill>
              <a:latin typeface="+mn-lt"/>
              <a:ea typeface="+mn-ea"/>
              <a:cs typeface="+mn-cs"/>
            </a:endParaRPr>
          </a:p>
        </p:txBody>
      </p:sp>
      <p:pic>
        <p:nvPicPr>
          <p:cNvPr id="7" name="Graphic 6" descr="Bullseye">
            <a:extLst>
              <a:ext uri="{FF2B5EF4-FFF2-40B4-BE49-F238E27FC236}">
                <a16:creationId xmlns:a16="http://schemas.microsoft.com/office/drawing/2014/main" id="{23DFF1A2-ECD2-D7EF-1F62-2B0144ACA7B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81723" y="2593485"/>
            <a:ext cx="1648572" cy="164857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10264" y="1611885"/>
            <a:ext cx="10709031" cy="4058654"/>
          </a:xfrm>
        </p:spPr>
        <p:txBody>
          <a:bodyPr>
            <a:noAutofit/>
          </a:bodyPr>
          <a:lstStyle/>
          <a:p>
            <a:pPr indent="0" algn="l" rtl="0" eaLnBrk="0" fontAlgn="auto">
              <a:lnSpc>
                <a:spcPct val="100000"/>
              </a:lnSpc>
              <a:buNone/>
            </a:pPr>
            <a:r>
              <a:rPr lang="en-US" sz="2400" spc="-90" dirty="0">
                <a:solidFill>
                  <a:srgbClr val="000000">
                    <a:alpha val="100000"/>
                  </a:srgbClr>
                </a:solidFill>
                <a:latin typeface="Arial" panose="020B0604020202090204"/>
                <a:ea typeface="Arial" panose="020B0604020202090204"/>
                <a:cs typeface="Arial" panose="020B0604020202090204"/>
                <a:sym typeface="+mn-ea"/>
              </a:rPr>
              <a:t>Start </a:t>
            </a:r>
            <a:r>
              <a:rPr sz="2400" spc="-90" dirty="0">
                <a:solidFill>
                  <a:srgbClr val="000000">
                    <a:alpha val="100000"/>
                  </a:srgbClr>
                </a:solidFill>
                <a:latin typeface="Arial" panose="020B0604020202090204"/>
                <a:ea typeface="Arial" panose="020B0604020202090204"/>
                <a:cs typeface="Arial" panose="020B0604020202090204"/>
                <a:sym typeface="+mn-ea"/>
              </a:rPr>
              <a:t>with some interesting quota</a:t>
            </a:r>
            <a:r>
              <a:rPr sz="2400" dirty="0">
                <a:solidFill>
                  <a:srgbClr val="000000">
                    <a:alpha val="100000"/>
                  </a:srgbClr>
                </a:solidFill>
                <a:latin typeface="Arial" panose="020B0604020202090204"/>
                <a:ea typeface="Arial" panose="020B0604020202090204"/>
                <a:cs typeface="Arial" panose="020B0604020202090204"/>
                <a:sym typeface="+mn-ea"/>
              </a:rPr>
              <a:t>tions</a:t>
            </a:r>
            <a:r>
              <a:rPr sz="2400" spc="-90" dirty="0">
                <a:solidFill>
                  <a:srgbClr val="000000">
                    <a:alpha val="100000"/>
                  </a:srgbClr>
                </a:solidFill>
                <a:latin typeface="Arial" panose="020B0604020202090204"/>
                <a:ea typeface="Arial" panose="020B0604020202090204"/>
                <a:cs typeface="Arial" panose="020B0604020202090204"/>
                <a:sym typeface="+mn-ea"/>
              </a:rPr>
              <a:t> …</a:t>
            </a:r>
            <a:endParaRPr lang="en-US" sz="2400" spc="-90" dirty="0">
              <a:solidFill>
                <a:srgbClr val="000000">
                  <a:alpha val="100000"/>
                </a:srgbClr>
              </a:solidFill>
              <a:latin typeface="Arial" panose="020B0604020202090204"/>
              <a:ea typeface="Arial" panose="020B0604020202090204"/>
              <a:cs typeface="Arial" panose="020B0604020202090204"/>
              <a:sym typeface="+mn-ea"/>
            </a:endParaRPr>
          </a:p>
          <a:p>
            <a:pPr indent="0" algn="ctr" rtl="0" eaLnBrk="0" fontAlgn="auto">
              <a:lnSpc>
                <a:spcPct val="100000"/>
              </a:lnSpc>
              <a:buNone/>
            </a:pPr>
            <a:r>
              <a:rPr sz="2800" spc="-30" dirty="0">
                <a:solidFill>
                  <a:srgbClr val="000000">
                    <a:alpha val="100000"/>
                  </a:srgbClr>
                </a:solidFill>
                <a:latin typeface="Arial" panose="020B0604020202090204"/>
                <a:ea typeface="Arial" panose="020B0604020202090204"/>
                <a:cs typeface="Arial" panose="020B0604020202090204"/>
                <a:sym typeface="+mn-ea"/>
              </a:rPr>
              <a:t>"</a:t>
            </a:r>
            <a:r>
              <a:rPr sz="2800" b="1" spc="-30" dirty="0">
                <a:solidFill>
                  <a:srgbClr val="000000">
                    <a:alpha val="100000"/>
                  </a:srgbClr>
                </a:solidFill>
                <a:latin typeface="Arial" panose="020B0604020202090204"/>
                <a:ea typeface="Arial" panose="020B0604020202090204"/>
                <a:cs typeface="Arial" panose="020B0604020202090204"/>
                <a:sym typeface="+mn-ea"/>
              </a:rPr>
              <a:t>Kanban is the science of not trying to do too muc</a:t>
            </a:r>
            <a:r>
              <a:rPr sz="2800" b="1" spc="-10" dirty="0">
                <a:solidFill>
                  <a:srgbClr val="000000">
                    <a:alpha val="100000"/>
                  </a:srgbClr>
                </a:solidFill>
                <a:latin typeface="Arial" panose="020B0604020202090204"/>
                <a:ea typeface="Arial" panose="020B0604020202090204"/>
                <a:cs typeface="Arial" panose="020B0604020202090204"/>
                <a:sym typeface="+mn-ea"/>
              </a:rPr>
              <a:t>h</a:t>
            </a:r>
            <a:r>
              <a:rPr sz="2800" b="1" spc="-30" dirty="0">
                <a:solidFill>
                  <a:srgbClr val="000000">
                    <a:alpha val="100000"/>
                  </a:srgbClr>
                </a:solidFill>
                <a:latin typeface="Arial" panose="020B0604020202090204"/>
                <a:ea typeface="Arial" panose="020B0604020202090204"/>
                <a:cs typeface="Arial" panose="020B0604020202090204"/>
                <a:sym typeface="+mn-ea"/>
              </a:rPr>
              <a:t> </a:t>
            </a:r>
            <a:r>
              <a:rPr sz="2800" b="1" dirty="0">
                <a:solidFill>
                  <a:srgbClr val="000000">
                    <a:alpha val="100000"/>
                  </a:srgbClr>
                </a:solidFill>
                <a:latin typeface="Arial" panose="020B0604020202090204"/>
                <a:ea typeface="Arial" panose="020B0604020202090204"/>
                <a:cs typeface="Arial" panose="020B0604020202090204"/>
                <a:sym typeface="+mn-ea"/>
              </a:rPr>
              <a:t>at</a:t>
            </a:r>
            <a:r>
              <a:rPr sz="2800" b="1" spc="-30" dirty="0">
                <a:solidFill>
                  <a:srgbClr val="000000">
                    <a:alpha val="100000"/>
                  </a:srgbClr>
                </a:solidFill>
                <a:latin typeface="Arial" panose="020B0604020202090204"/>
                <a:ea typeface="Arial" panose="020B0604020202090204"/>
                <a:cs typeface="Arial" panose="020B0604020202090204"/>
                <a:sym typeface="+mn-ea"/>
              </a:rPr>
              <a:t> </a:t>
            </a:r>
            <a:r>
              <a:rPr sz="2800" b="1" dirty="0">
                <a:solidFill>
                  <a:srgbClr val="000000">
                    <a:alpha val="100000"/>
                  </a:srgbClr>
                </a:solidFill>
                <a:latin typeface="Arial" panose="020B0604020202090204"/>
                <a:ea typeface="Arial" panose="020B0604020202090204"/>
                <a:cs typeface="Arial" panose="020B0604020202090204"/>
                <a:sym typeface="+mn-ea"/>
              </a:rPr>
              <a:t>once</a:t>
            </a:r>
            <a:r>
              <a:rPr sz="2800" spc="-30" dirty="0">
                <a:solidFill>
                  <a:srgbClr val="000000">
                    <a:alpha val="100000"/>
                  </a:srgbClr>
                </a:solidFill>
                <a:latin typeface="Arial" panose="020B0604020202090204"/>
                <a:ea typeface="Arial" panose="020B0604020202090204"/>
                <a:cs typeface="Arial" panose="020B0604020202090204"/>
                <a:sym typeface="+mn-ea"/>
              </a:rPr>
              <a:t>"</a:t>
            </a:r>
            <a:r>
              <a:rPr lang="en-US" sz="2800" spc="-30" dirty="0">
                <a:solidFill>
                  <a:srgbClr val="000000">
                    <a:alpha val="100000"/>
                  </a:srgbClr>
                </a:solidFill>
                <a:latin typeface="Arial" panose="020B0604020202090204"/>
                <a:ea typeface="Arial" panose="020B0604020202090204"/>
                <a:cs typeface="Arial" panose="020B0604020202090204"/>
                <a:sym typeface="+mn-ea"/>
              </a:rPr>
              <a:t> -- </a:t>
            </a:r>
            <a:r>
              <a:rPr sz="2800" b="1" spc="-60" dirty="0">
                <a:solidFill>
                  <a:srgbClr val="000000">
                    <a:alpha val="100000"/>
                  </a:srgbClr>
                </a:solidFill>
                <a:latin typeface="Arial" panose="020B0604020202090204"/>
                <a:ea typeface="Arial" panose="020B0604020202090204"/>
                <a:cs typeface="Arial" panose="020B0604020202090204"/>
                <a:sym typeface="+mn-ea"/>
              </a:rPr>
              <a:t>Stephen Palmer, 2012</a:t>
            </a:r>
            <a:endParaRPr lang="en-US" sz="2800" dirty="0"/>
          </a:p>
          <a:p>
            <a:pPr lvl="1" indent="0" algn="l" rtl="0" eaLnBrk="0" fontAlgn="auto">
              <a:lnSpc>
                <a:spcPct val="100000"/>
              </a:lnSpc>
            </a:pPr>
            <a:endParaRPr lang="en-US" altLang="en-US" sz="2400" dirty="0"/>
          </a:p>
        </p:txBody>
      </p:sp>
      <p:sp>
        <p:nvSpPr>
          <p:cNvPr id="3" name="Slide Number Placeholder 2"/>
          <p:cNvSpPr>
            <a:spLocks noGrp="1"/>
          </p:cNvSpPr>
          <p:nvPr>
            <p:ph type="sldNum" sz="quarter" idx="12"/>
          </p:nvPr>
        </p:nvSpPr>
        <p:spPr/>
        <p:txBody>
          <a:bodyPr/>
          <a:lstStyle/>
          <a:p>
            <a:fld id="{4267CD5E-26CF-4249-8540-BB1D07FD4227}" type="slidenum">
              <a:rPr lang="en-US" smtClean="0"/>
              <a:t>3</a:t>
            </a:fld>
            <a:endParaRPr lang="en-US"/>
          </a:p>
        </p:txBody>
      </p:sp>
      <p:pic>
        <p:nvPicPr>
          <p:cNvPr id="8" name="Picture 7" descr="Diagram&#10;&#10;Description automatically generated">
            <a:extLst>
              <a:ext uri="{FF2B5EF4-FFF2-40B4-BE49-F238E27FC236}">
                <a16:creationId xmlns:a16="http://schemas.microsoft.com/office/drawing/2014/main" id="{9DD1229B-6C24-BC7B-0953-AA3A716B216D}"/>
              </a:ext>
            </a:extLst>
          </p:cNvPr>
          <p:cNvPicPr>
            <a:picLocks noChangeAspect="1"/>
          </p:cNvPicPr>
          <p:nvPr/>
        </p:nvPicPr>
        <p:blipFill>
          <a:blip r:embed="rId2"/>
          <a:stretch>
            <a:fillRect/>
          </a:stretch>
        </p:blipFill>
        <p:spPr>
          <a:xfrm>
            <a:off x="9627818" y="0"/>
            <a:ext cx="1760104" cy="1611885"/>
          </a:xfrm>
          <a:prstGeom prst="rect">
            <a:avLst/>
          </a:prstGeom>
        </p:spPr>
      </p:pic>
    </p:spTree>
    <p:extLst>
      <p:ext uri="{BB962C8B-B14F-4D97-AF65-F5344CB8AC3E}">
        <p14:creationId xmlns:p14="http://schemas.microsoft.com/office/powerpoint/2010/main" val="10197826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F4F3242-1D79-3985-41F7-B99B28199A95}"/>
              </a:ext>
            </a:extLst>
          </p:cNvPr>
          <p:cNvSpPr>
            <a:spLocks noGrp="1"/>
          </p:cNvSpPr>
          <p:nvPr>
            <p:ph idx="1"/>
          </p:nvPr>
        </p:nvSpPr>
        <p:spPr>
          <a:xfrm>
            <a:off x="644771" y="1421394"/>
            <a:ext cx="10709031" cy="4660753"/>
          </a:xfrm>
        </p:spPr>
        <p:txBody>
          <a:bodyPr>
            <a:normAutofit/>
          </a:bodyPr>
          <a:lstStyle/>
          <a:p>
            <a:pPr>
              <a:buFont typeface="Arial" panose="020B0604020202020204" pitchFamily="34" charset="0"/>
              <a:buChar char="•"/>
            </a:pPr>
            <a:r>
              <a:rPr lang="en-US" sz="2400" b="1" dirty="0">
                <a:solidFill>
                  <a:schemeClr val="bg2">
                    <a:lumMod val="10000"/>
                  </a:schemeClr>
                </a:solidFill>
                <a:latin typeface="Arial" panose="020B0604020202020204" pitchFamily="34" charset="0"/>
                <a:cs typeface="Arial" panose="020B0604020202020204" pitchFamily="34" charset="0"/>
              </a:rPr>
              <a:t>Kanban principle</a:t>
            </a:r>
            <a:r>
              <a:rPr lang="en-US" sz="2400" dirty="0">
                <a:solidFill>
                  <a:schemeClr val="bg2">
                    <a:lumMod val="10000"/>
                  </a:schemeClr>
                </a:solidFill>
                <a:latin typeface="Arial" panose="020B0604020202020204" pitchFamily="34" charset="0"/>
                <a:cs typeface="Arial" panose="020B0604020202020204" pitchFamily="34" charset="0"/>
              </a:rPr>
              <a:t>: Focuses on limiting the number of tasks in progress at any given time.</a:t>
            </a:r>
          </a:p>
          <a:p>
            <a:pPr>
              <a:buFont typeface="Arial" panose="020B0604020202020204" pitchFamily="34" charset="0"/>
              <a:buChar char="•"/>
            </a:pPr>
            <a:r>
              <a:rPr lang="en-US" sz="2400" b="1" dirty="0">
                <a:solidFill>
                  <a:schemeClr val="bg2">
                    <a:lumMod val="10000"/>
                  </a:schemeClr>
                </a:solidFill>
                <a:latin typeface="Arial" panose="020B0604020202020204" pitchFamily="34" charset="0"/>
                <a:cs typeface="Arial" panose="020B0604020202020204" pitchFamily="34" charset="0"/>
              </a:rPr>
              <a:t>Avoiding overload</a:t>
            </a:r>
            <a:r>
              <a:rPr lang="en-US" sz="2400" dirty="0">
                <a:solidFill>
                  <a:schemeClr val="bg2">
                    <a:lumMod val="10000"/>
                  </a:schemeClr>
                </a:solidFill>
                <a:latin typeface="Arial" panose="020B0604020202020204" pitchFamily="34" charset="0"/>
                <a:cs typeface="Arial" panose="020B0604020202020204" pitchFamily="34" charset="0"/>
              </a:rPr>
              <a:t>: Prevents individuals or teams from taking on too much work simultaneously.</a:t>
            </a:r>
          </a:p>
          <a:p>
            <a:pPr>
              <a:buFont typeface="Arial" panose="020B0604020202020204" pitchFamily="34" charset="0"/>
              <a:buChar char="•"/>
            </a:pPr>
            <a:r>
              <a:rPr lang="en-US" sz="2400" b="1" dirty="0">
                <a:solidFill>
                  <a:schemeClr val="bg2">
                    <a:lumMod val="10000"/>
                  </a:schemeClr>
                </a:solidFill>
                <a:latin typeface="Arial" panose="020B0604020202020204" pitchFamily="34" charset="0"/>
                <a:cs typeface="Arial" panose="020B0604020202020204" pitchFamily="34" charset="0"/>
              </a:rPr>
              <a:t>Efficiency</a:t>
            </a:r>
            <a:r>
              <a:rPr lang="en-US" sz="2400" dirty="0">
                <a:solidFill>
                  <a:schemeClr val="bg2">
                    <a:lumMod val="10000"/>
                  </a:schemeClr>
                </a:solidFill>
                <a:latin typeface="Arial" panose="020B0604020202020204" pitchFamily="34" charset="0"/>
                <a:cs typeface="Arial" panose="020B0604020202020204" pitchFamily="34" charset="0"/>
              </a:rPr>
              <a:t>: Encourages completing tasks one at a time, leading to better focus and fewer errors.</a:t>
            </a:r>
          </a:p>
          <a:p>
            <a:pPr>
              <a:buFont typeface="Arial" panose="020B0604020202020204" pitchFamily="34" charset="0"/>
              <a:buChar char="•"/>
            </a:pPr>
            <a:r>
              <a:rPr lang="en-US" sz="2400" b="1" dirty="0">
                <a:solidFill>
                  <a:schemeClr val="bg2">
                    <a:lumMod val="10000"/>
                  </a:schemeClr>
                </a:solidFill>
                <a:latin typeface="Arial" panose="020B0604020202020204" pitchFamily="34" charset="0"/>
                <a:cs typeface="Arial" panose="020B0604020202020204" pitchFamily="34" charset="0"/>
              </a:rPr>
              <a:t>Steady workflow</a:t>
            </a:r>
            <a:r>
              <a:rPr lang="en-US" sz="2400" dirty="0">
                <a:solidFill>
                  <a:schemeClr val="bg2">
                    <a:lumMod val="10000"/>
                  </a:schemeClr>
                </a:solidFill>
                <a:latin typeface="Arial" panose="020B0604020202020204" pitchFamily="34" charset="0"/>
                <a:cs typeface="Arial" panose="020B0604020202020204" pitchFamily="34" charset="0"/>
              </a:rPr>
              <a:t>: Helps maintain a consistent flow of work without rushing or delaying tasks.</a:t>
            </a:r>
          </a:p>
          <a:p>
            <a:endParaRPr lang="en-US" sz="2400" dirty="0">
              <a:solidFill>
                <a:schemeClr val="bg2">
                  <a:lumMod val="10000"/>
                </a:schemeClr>
              </a:solidFill>
            </a:endParaRPr>
          </a:p>
        </p:txBody>
      </p:sp>
      <p:sp>
        <p:nvSpPr>
          <p:cNvPr id="5" name="Slide Number Placeholder 4">
            <a:extLst>
              <a:ext uri="{FF2B5EF4-FFF2-40B4-BE49-F238E27FC236}">
                <a16:creationId xmlns:a16="http://schemas.microsoft.com/office/drawing/2014/main" id="{1787D20E-91CE-279E-23BF-57CDC4732347}"/>
              </a:ext>
            </a:extLst>
          </p:cNvPr>
          <p:cNvSpPr>
            <a:spLocks noGrp="1"/>
          </p:cNvSpPr>
          <p:nvPr>
            <p:ph type="sldNum" sz="quarter" idx="12"/>
          </p:nvPr>
        </p:nvSpPr>
        <p:spPr/>
        <p:txBody>
          <a:bodyPr/>
          <a:lstStyle/>
          <a:p>
            <a:fld id="{4267CD5E-26CF-4249-8540-BB1D07FD4227}" type="slidenum">
              <a:rPr lang="en-US" smtClean="0"/>
              <a:t>4</a:t>
            </a:fld>
            <a:endParaRPr lang="en-US"/>
          </a:p>
        </p:txBody>
      </p:sp>
    </p:spTree>
    <p:extLst>
      <p:ext uri="{BB962C8B-B14F-4D97-AF65-F5344CB8AC3E}">
        <p14:creationId xmlns:p14="http://schemas.microsoft.com/office/powerpoint/2010/main" val="1285415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A271E-5776-D59E-A843-8F01CB3C7C1B}"/>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09523C2-2957-3E44-5B88-EF4CA6A0CCB9}"/>
              </a:ext>
            </a:extLst>
          </p:cNvPr>
          <p:cNvSpPr>
            <a:spLocks noGrp="1"/>
          </p:cNvSpPr>
          <p:nvPr>
            <p:ph idx="1"/>
          </p:nvPr>
        </p:nvSpPr>
        <p:spPr>
          <a:xfrm>
            <a:off x="644771" y="1367073"/>
            <a:ext cx="10709031" cy="4715074"/>
          </a:xfrm>
        </p:spPr>
        <p:txBody>
          <a:bodyPr>
            <a:normAutofit/>
          </a:bodyPr>
          <a:lstStyle/>
          <a:p>
            <a:pPr>
              <a:buFont typeface="Arial" panose="020B0604020202020204" pitchFamily="34" charset="0"/>
              <a:buChar char="•"/>
            </a:pPr>
            <a:r>
              <a:rPr lang="en-US" sz="2400" b="1" dirty="0">
                <a:solidFill>
                  <a:schemeClr val="bg2">
                    <a:lumMod val="10000"/>
                  </a:schemeClr>
                </a:solidFill>
                <a:latin typeface="Arial" panose="020B0604020202020204" pitchFamily="34" charset="0"/>
                <a:cs typeface="Arial" panose="020B0604020202020204" pitchFamily="34" charset="0"/>
              </a:rPr>
              <a:t>Quality outcomes</a:t>
            </a:r>
            <a:r>
              <a:rPr lang="en-US" sz="2400" dirty="0">
                <a:solidFill>
                  <a:schemeClr val="bg2">
                    <a:lumMod val="10000"/>
                  </a:schemeClr>
                </a:solidFill>
                <a:latin typeface="Arial" panose="020B0604020202020204" pitchFamily="34" charset="0"/>
                <a:cs typeface="Arial" panose="020B0604020202020204" pitchFamily="34" charset="0"/>
              </a:rPr>
              <a:t>: Ensures higher quality by focusing on one task before moving to the next.</a:t>
            </a:r>
          </a:p>
          <a:p>
            <a:pPr>
              <a:buFont typeface="Arial" panose="020B0604020202020204" pitchFamily="34" charset="0"/>
              <a:buChar char="•"/>
            </a:pPr>
            <a:r>
              <a:rPr lang="en-US" sz="2400" b="1" dirty="0">
                <a:solidFill>
                  <a:schemeClr val="bg2">
                    <a:lumMod val="10000"/>
                  </a:schemeClr>
                </a:solidFill>
                <a:latin typeface="Arial" panose="020B0604020202020204" pitchFamily="34" charset="0"/>
                <a:cs typeface="Arial" panose="020B0604020202020204" pitchFamily="34" charset="0"/>
              </a:rPr>
              <a:t>Continuous improvement</a:t>
            </a:r>
            <a:r>
              <a:rPr lang="en-US" sz="2400" dirty="0">
                <a:solidFill>
                  <a:schemeClr val="bg2">
                    <a:lumMod val="10000"/>
                  </a:schemeClr>
                </a:solidFill>
                <a:latin typeface="Arial" panose="020B0604020202020204" pitchFamily="34" charset="0"/>
                <a:cs typeface="Arial" panose="020B0604020202020204" pitchFamily="34" charset="0"/>
              </a:rPr>
              <a:t>: Teams can easily identify bottlenecks and adjust their processes for better performance.</a:t>
            </a:r>
          </a:p>
          <a:p>
            <a:pPr>
              <a:buFont typeface="Arial" panose="020B0604020202020204" pitchFamily="34" charset="0"/>
              <a:buChar char="•"/>
            </a:pPr>
            <a:r>
              <a:rPr lang="en-US" sz="2400" b="1" dirty="0">
                <a:solidFill>
                  <a:schemeClr val="bg2">
                    <a:lumMod val="10000"/>
                  </a:schemeClr>
                </a:solidFill>
                <a:latin typeface="Arial" panose="020B0604020202020204" pitchFamily="34" charset="0"/>
                <a:cs typeface="Arial" panose="020B0604020202020204" pitchFamily="34" charset="0"/>
              </a:rPr>
              <a:t>Overall goal</a:t>
            </a:r>
            <a:r>
              <a:rPr lang="en-US" sz="2400" dirty="0">
                <a:solidFill>
                  <a:schemeClr val="bg2">
                    <a:lumMod val="10000"/>
                  </a:schemeClr>
                </a:solidFill>
                <a:latin typeface="Arial" panose="020B0604020202020204" pitchFamily="34" charset="0"/>
                <a:cs typeface="Arial" panose="020B0604020202020204" pitchFamily="34" charset="0"/>
              </a:rPr>
              <a:t>: The science of not trying to do too much at once leads to </a:t>
            </a:r>
            <a:r>
              <a:rPr lang="en-US" sz="2400" b="1" dirty="0">
                <a:solidFill>
                  <a:schemeClr val="bg2">
                    <a:lumMod val="10000"/>
                  </a:schemeClr>
                </a:solidFill>
                <a:latin typeface="Arial" panose="020B0604020202020204" pitchFamily="34" charset="0"/>
                <a:cs typeface="Arial" panose="020B0604020202020204" pitchFamily="34" charset="0"/>
              </a:rPr>
              <a:t>sustainable</a:t>
            </a:r>
            <a:r>
              <a:rPr lang="en-US" sz="2400" dirty="0">
                <a:solidFill>
                  <a:schemeClr val="bg2">
                    <a:lumMod val="10000"/>
                  </a:schemeClr>
                </a:solidFill>
                <a:latin typeface="Arial" panose="020B0604020202020204" pitchFamily="34" charset="0"/>
                <a:cs typeface="Arial" panose="020B0604020202020204" pitchFamily="34" charset="0"/>
              </a:rPr>
              <a:t> and </a:t>
            </a:r>
            <a:r>
              <a:rPr lang="en-US" sz="2400" b="1" dirty="0">
                <a:solidFill>
                  <a:schemeClr val="bg2">
                    <a:lumMod val="10000"/>
                  </a:schemeClr>
                </a:solidFill>
                <a:latin typeface="Arial" panose="020B0604020202020204" pitchFamily="34" charset="0"/>
                <a:cs typeface="Arial" panose="020B0604020202020204" pitchFamily="34" charset="0"/>
              </a:rPr>
              <a:t>manageable</a:t>
            </a:r>
            <a:r>
              <a:rPr lang="en-US" sz="2400" dirty="0">
                <a:solidFill>
                  <a:schemeClr val="bg2">
                    <a:lumMod val="10000"/>
                  </a:schemeClr>
                </a:solidFill>
                <a:latin typeface="Arial" panose="020B0604020202020204" pitchFamily="34" charset="0"/>
                <a:cs typeface="Arial" panose="020B0604020202020204" pitchFamily="34" charset="0"/>
              </a:rPr>
              <a:t> work processes.</a:t>
            </a:r>
          </a:p>
          <a:p>
            <a:endParaRPr lang="en-US" sz="2400" dirty="0">
              <a:solidFill>
                <a:schemeClr val="bg2">
                  <a:lumMod val="10000"/>
                </a:schemeClr>
              </a:solidFill>
            </a:endParaRPr>
          </a:p>
        </p:txBody>
      </p:sp>
      <p:sp>
        <p:nvSpPr>
          <p:cNvPr id="5" name="Slide Number Placeholder 4">
            <a:extLst>
              <a:ext uri="{FF2B5EF4-FFF2-40B4-BE49-F238E27FC236}">
                <a16:creationId xmlns:a16="http://schemas.microsoft.com/office/drawing/2014/main" id="{FB5358AE-A833-1F9C-12F1-4342B9E9EDC9}"/>
              </a:ext>
            </a:extLst>
          </p:cNvPr>
          <p:cNvSpPr>
            <a:spLocks noGrp="1"/>
          </p:cNvSpPr>
          <p:nvPr>
            <p:ph type="sldNum" sz="quarter" idx="12"/>
          </p:nvPr>
        </p:nvSpPr>
        <p:spPr/>
        <p:txBody>
          <a:bodyPr/>
          <a:lstStyle/>
          <a:p>
            <a:fld id="{4267CD5E-26CF-4249-8540-BB1D07FD4227}" type="slidenum">
              <a:rPr lang="en-US" smtClean="0"/>
              <a:t>5</a:t>
            </a:fld>
            <a:endParaRPr lang="en-US"/>
          </a:p>
        </p:txBody>
      </p:sp>
    </p:spTree>
    <p:extLst>
      <p:ext uri="{BB962C8B-B14F-4D97-AF65-F5344CB8AC3E}">
        <p14:creationId xmlns:p14="http://schemas.microsoft.com/office/powerpoint/2010/main" val="3675105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40D5C-4227-BDE9-DA1B-8DE5F6509DC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2CE313-93B9-69F0-9F2B-E02E34245342}"/>
              </a:ext>
            </a:extLst>
          </p:cNvPr>
          <p:cNvSpPr>
            <a:spLocks noGrp="1"/>
          </p:cNvSpPr>
          <p:nvPr>
            <p:ph idx="1"/>
          </p:nvPr>
        </p:nvSpPr>
        <p:spPr>
          <a:xfrm>
            <a:off x="510264" y="1791266"/>
            <a:ext cx="10709031" cy="3879273"/>
          </a:xfrm>
        </p:spPr>
        <p:txBody>
          <a:bodyPr>
            <a:noAutofit/>
          </a:bodyPr>
          <a:lstStyle/>
          <a:p>
            <a:pPr indent="0" algn="l" rtl="0" eaLnBrk="0" fontAlgn="auto">
              <a:lnSpc>
                <a:spcPct val="100000"/>
              </a:lnSpc>
              <a:buNone/>
            </a:pPr>
            <a:r>
              <a:rPr lang="en-US" sz="2400" spc="-90" dirty="0">
                <a:solidFill>
                  <a:srgbClr val="000000">
                    <a:alpha val="100000"/>
                  </a:srgbClr>
                </a:solidFill>
                <a:latin typeface="Arial" panose="020B0604020202090204"/>
                <a:ea typeface="Arial" panose="020B0604020202090204"/>
                <a:cs typeface="Arial" panose="020B0604020202090204"/>
                <a:sym typeface="+mn-ea"/>
              </a:rPr>
              <a:t>Start </a:t>
            </a:r>
            <a:r>
              <a:rPr sz="2400" spc="-90" dirty="0">
                <a:solidFill>
                  <a:srgbClr val="000000">
                    <a:alpha val="100000"/>
                  </a:srgbClr>
                </a:solidFill>
                <a:latin typeface="Arial" panose="020B0604020202090204"/>
                <a:ea typeface="Arial" panose="020B0604020202090204"/>
                <a:cs typeface="Arial" panose="020B0604020202090204"/>
                <a:sym typeface="+mn-ea"/>
              </a:rPr>
              <a:t>with some interesting quota</a:t>
            </a:r>
            <a:r>
              <a:rPr sz="2400" dirty="0">
                <a:solidFill>
                  <a:srgbClr val="000000">
                    <a:alpha val="100000"/>
                  </a:srgbClr>
                </a:solidFill>
                <a:latin typeface="Arial" panose="020B0604020202090204"/>
                <a:ea typeface="Arial" panose="020B0604020202090204"/>
                <a:cs typeface="Arial" panose="020B0604020202090204"/>
                <a:sym typeface="+mn-ea"/>
              </a:rPr>
              <a:t>tions</a:t>
            </a:r>
            <a:r>
              <a:rPr sz="2400" spc="-90" dirty="0">
                <a:solidFill>
                  <a:srgbClr val="000000">
                    <a:alpha val="100000"/>
                  </a:srgbClr>
                </a:solidFill>
                <a:latin typeface="Arial" panose="020B0604020202090204"/>
                <a:ea typeface="Arial" panose="020B0604020202090204"/>
                <a:cs typeface="Arial" panose="020B0604020202090204"/>
                <a:sym typeface="+mn-ea"/>
              </a:rPr>
              <a:t> …</a:t>
            </a:r>
            <a:endParaRPr lang="en-US" sz="2400" spc="-90" dirty="0">
              <a:solidFill>
                <a:srgbClr val="000000">
                  <a:alpha val="100000"/>
                </a:srgbClr>
              </a:solidFill>
              <a:latin typeface="Arial" panose="020B0604020202090204"/>
              <a:ea typeface="Arial" panose="020B0604020202090204"/>
              <a:cs typeface="Arial" panose="020B0604020202090204"/>
              <a:sym typeface="+mn-ea"/>
            </a:endParaRPr>
          </a:p>
          <a:p>
            <a:pPr indent="0" algn="ctr" rtl="0" eaLnBrk="0" fontAlgn="auto">
              <a:lnSpc>
                <a:spcPct val="100000"/>
              </a:lnSpc>
              <a:buNone/>
            </a:pPr>
            <a:r>
              <a:rPr sz="2800" b="1" spc="-30" dirty="0">
                <a:solidFill>
                  <a:schemeClr val="bg2">
                    <a:lumMod val="10000"/>
                  </a:schemeClr>
                </a:solidFill>
                <a:latin typeface="Arial" panose="020B0604020202090204"/>
                <a:ea typeface="Arial" panose="020B0604020202090204"/>
                <a:cs typeface="Arial" panose="020B0604020202090204"/>
                <a:sym typeface="+mn-ea"/>
              </a:rPr>
              <a:t>"We try to solve the problem by rushing through the des</a:t>
            </a:r>
            <a:r>
              <a:rPr sz="2800" b="1" dirty="0">
                <a:solidFill>
                  <a:schemeClr val="bg2">
                    <a:lumMod val="10000"/>
                  </a:schemeClr>
                </a:solidFill>
                <a:latin typeface="Arial" panose="020B0604020202090204"/>
                <a:ea typeface="Arial" panose="020B0604020202090204"/>
                <a:cs typeface="Arial" panose="020B0604020202090204"/>
                <a:sym typeface="+mn-ea"/>
              </a:rPr>
              <a:t>ign </a:t>
            </a:r>
            <a:r>
              <a:rPr sz="2800" b="1" spc="-30" dirty="0">
                <a:solidFill>
                  <a:schemeClr val="bg2">
                    <a:lumMod val="10000"/>
                  </a:schemeClr>
                </a:solidFill>
                <a:latin typeface="Arial" panose="020B0604020202090204"/>
                <a:ea typeface="Arial" panose="020B0604020202090204"/>
                <a:cs typeface="Arial" panose="020B0604020202090204"/>
                <a:sym typeface="+mn-ea"/>
              </a:rPr>
              <a:t>process so that enough time is left at the en</a:t>
            </a:r>
            <a:r>
              <a:rPr sz="2800" b="1" dirty="0">
                <a:solidFill>
                  <a:schemeClr val="bg2">
                    <a:lumMod val="10000"/>
                  </a:schemeClr>
                </a:solidFill>
                <a:latin typeface="Arial" panose="020B0604020202090204"/>
                <a:ea typeface="Arial" panose="020B0604020202090204"/>
                <a:cs typeface="Arial" panose="020B0604020202090204"/>
                <a:sym typeface="+mn-ea"/>
              </a:rPr>
              <a:t>d</a:t>
            </a:r>
            <a:r>
              <a:rPr sz="2800" b="1" spc="-30" dirty="0">
                <a:solidFill>
                  <a:schemeClr val="bg2">
                    <a:lumMod val="10000"/>
                  </a:schemeClr>
                </a:solidFill>
                <a:latin typeface="Arial" panose="020B0604020202090204"/>
                <a:ea typeface="Arial" panose="020B0604020202090204"/>
                <a:cs typeface="Arial" panose="020B0604020202090204"/>
                <a:sym typeface="+mn-ea"/>
              </a:rPr>
              <a:t> </a:t>
            </a:r>
            <a:r>
              <a:rPr sz="2800" b="1" dirty="0">
                <a:solidFill>
                  <a:schemeClr val="bg2">
                    <a:lumMod val="10000"/>
                  </a:schemeClr>
                </a:solidFill>
                <a:latin typeface="Arial" panose="020B0604020202090204"/>
                <a:ea typeface="Arial" panose="020B0604020202090204"/>
                <a:cs typeface="Arial" panose="020B0604020202090204"/>
                <a:sym typeface="+mn-ea"/>
              </a:rPr>
              <a:t>of</a:t>
            </a:r>
            <a:r>
              <a:rPr sz="2800" b="1" spc="-30" dirty="0">
                <a:solidFill>
                  <a:schemeClr val="bg2">
                    <a:lumMod val="10000"/>
                  </a:schemeClr>
                </a:solidFill>
                <a:latin typeface="Arial" panose="020B0604020202090204"/>
                <a:ea typeface="Arial" panose="020B0604020202090204"/>
                <a:cs typeface="Arial" panose="020B0604020202090204"/>
                <a:sym typeface="+mn-ea"/>
              </a:rPr>
              <a:t> </a:t>
            </a:r>
            <a:r>
              <a:rPr sz="2800" b="1" dirty="0">
                <a:solidFill>
                  <a:schemeClr val="bg2">
                    <a:lumMod val="10000"/>
                  </a:schemeClr>
                </a:solidFill>
                <a:latin typeface="Arial" panose="020B0604020202090204"/>
                <a:ea typeface="Arial" panose="020B0604020202090204"/>
                <a:cs typeface="Arial" panose="020B0604020202090204"/>
                <a:sym typeface="+mn-ea"/>
              </a:rPr>
              <a:t>the</a:t>
            </a:r>
            <a:r>
              <a:rPr sz="2800" b="1" spc="-30" dirty="0">
                <a:solidFill>
                  <a:schemeClr val="bg2">
                    <a:lumMod val="10000"/>
                  </a:schemeClr>
                </a:solidFill>
                <a:latin typeface="Arial" panose="020B0604020202090204"/>
                <a:ea typeface="Arial" panose="020B0604020202090204"/>
                <a:cs typeface="Arial" panose="020B0604020202090204"/>
                <a:sym typeface="+mn-ea"/>
              </a:rPr>
              <a:t> </a:t>
            </a:r>
            <a:r>
              <a:rPr sz="2800" b="1" dirty="0">
                <a:solidFill>
                  <a:schemeClr val="bg2">
                    <a:lumMod val="10000"/>
                  </a:schemeClr>
                </a:solidFill>
                <a:latin typeface="Arial" panose="020B0604020202090204"/>
                <a:ea typeface="Arial" panose="020B0604020202090204"/>
                <a:cs typeface="Arial" panose="020B0604020202090204"/>
                <a:sym typeface="+mn-ea"/>
              </a:rPr>
              <a:t>project</a:t>
            </a:r>
            <a:r>
              <a:rPr sz="2800" b="1" spc="-30" dirty="0">
                <a:solidFill>
                  <a:schemeClr val="bg2">
                    <a:lumMod val="10000"/>
                  </a:schemeClr>
                </a:solidFill>
                <a:latin typeface="Arial" panose="020B0604020202090204"/>
                <a:ea typeface="Arial" panose="020B0604020202090204"/>
                <a:cs typeface="Arial" panose="020B0604020202090204"/>
                <a:sym typeface="+mn-ea"/>
              </a:rPr>
              <a:t> </a:t>
            </a:r>
            <a:r>
              <a:rPr sz="2800" b="1" dirty="0">
                <a:solidFill>
                  <a:schemeClr val="bg2">
                    <a:lumMod val="10000"/>
                  </a:schemeClr>
                </a:solidFill>
                <a:latin typeface="Arial" panose="020B0604020202090204"/>
                <a:ea typeface="Arial" panose="020B0604020202090204"/>
                <a:cs typeface="Arial" panose="020B0604020202090204"/>
                <a:sym typeface="+mn-ea"/>
              </a:rPr>
              <a:t>to </a:t>
            </a:r>
            <a:r>
              <a:rPr sz="2800" b="1" spc="-40" dirty="0">
                <a:solidFill>
                  <a:schemeClr val="bg2">
                    <a:lumMod val="10000"/>
                  </a:schemeClr>
                </a:solidFill>
                <a:latin typeface="Arial" panose="020B0604020202090204"/>
                <a:ea typeface="Arial" panose="020B0604020202090204"/>
                <a:cs typeface="Arial" panose="020B0604020202090204"/>
                <a:sym typeface="+mn-ea"/>
              </a:rPr>
              <a:t>uncover the errors that were made because we rushed thro</a:t>
            </a:r>
            <a:r>
              <a:rPr sz="2800" b="1" spc="-30" dirty="0">
                <a:solidFill>
                  <a:schemeClr val="bg2">
                    <a:lumMod val="10000"/>
                  </a:schemeClr>
                </a:solidFill>
                <a:latin typeface="Arial" panose="020B0604020202090204"/>
                <a:ea typeface="Arial" panose="020B0604020202090204"/>
                <a:cs typeface="Arial" panose="020B0604020202090204"/>
                <a:sym typeface="+mn-ea"/>
              </a:rPr>
              <a:t>u</a:t>
            </a:r>
            <a:r>
              <a:rPr sz="2800" b="1" dirty="0">
                <a:solidFill>
                  <a:schemeClr val="bg2">
                    <a:lumMod val="10000"/>
                  </a:schemeClr>
                </a:solidFill>
                <a:latin typeface="Arial" panose="020B0604020202090204"/>
                <a:ea typeface="Arial" panose="020B0604020202090204"/>
                <a:cs typeface="Arial" panose="020B0604020202090204"/>
                <a:sym typeface="+mn-ea"/>
              </a:rPr>
              <a:t>gh</a:t>
            </a:r>
            <a:r>
              <a:rPr lang="en-US" sz="2800" b="1" dirty="0">
                <a:solidFill>
                  <a:schemeClr val="bg2">
                    <a:lumMod val="10000"/>
                  </a:schemeClr>
                </a:solidFill>
                <a:latin typeface="Arial" panose="020B0604020202090204"/>
                <a:ea typeface="Arial" panose="020B0604020202090204"/>
                <a:cs typeface="Arial" panose="020B0604020202090204"/>
                <a:sym typeface="+mn-ea"/>
              </a:rPr>
              <a:t> </a:t>
            </a:r>
            <a:r>
              <a:rPr sz="2800" b="1" spc="-70" dirty="0">
                <a:solidFill>
                  <a:schemeClr val="bg2">
                    <a:lumMod val="10000"/>
                  </a:schemeClr>
                </a:solidFill>
                <a:latin typeface="Arial" panose="020B0604020202090204"/>
                <a:ea typeface="Arial" panose="020B0604020202090204"/>
                <a:cs typeface="Arial" panose="020B0604020202090204"/>
                <a:sym typeface="+mn-ea"/>
              </a:rPr>
              <a:t>the design process" </a:t>
            </a:r>
            <a:r>
              <a:rPr lang="en-US" sz="2800" b="1" spc="-70" dirty="0">
                <a:solidFill>
                  <a:schemeClr val="bg2">
                    <a:lumMod val="10000"/>
                  </a:schemeClr>
                </a:solidFill>
                <a:latin typeface="Arial" panose="020B0604020202090204"/>
                <a:ea typeface="Arial" panose="020B0604020202090204"/>
                <a:cs typeface="Arial" panose="020B0604020202090204"/>
                <a:sym typeface="+mn-ea"/>
              </a:rPr>
              <a:t>-- </a:t>
            </a:r>
            <a:r>
              <a:rPr sz="2800" b="1" spc="-70" dirty="0">
                <a:solidFill>
                  <a:schemeClr val="bg2">
                    <a:lumMod val="10000"/>
                  </a:schemeClr>
                </a:solidFill>
                <a:latin typeface="Arial" panose="020B0604020202090204"/>
                <a:ea typeface="Arial" panose="020B0604020202090204"/>
                <a:cs typeface="Arial" panose="020B0604020202090204"/>
                <a:sym typeface="+mn-ea"/>
              </a:rPr>
              <a:t>Glenford Myers (via Jeff </a:t>
            </a:r>
            <a:r>
              <a:rPr sz="2800" b="1" dirty="0">
                <a:solidFill>
                  <a:schemeClr val="bg2">
                    <a:lumMod val="10000"/>
                  </a:schemeClr>
                </a:solidFill>
                <a:latin typeface="Arial" panose="020B0604020202090204"/>
                <a:ea typeface="Arial" panose="020B0604020202090204"/>
                <a:cs typeface="Arial" panose="020B0604020202090204"/>
                <a:sym typeface="+mn-ea"/>
              </a:rPr>
              <a:t>De</a:t>
            </a:r>
            <a:r>
              <a:rPr sz="2800" b="1" spc="-70" dirty="0">
                <a:solidFill>
                  <a:schemeClr val="bg2">
                    <a:lumMod val="10000"/>
                  </a:schemeClr>
                </a:solidFill>
                <a:latin typeface="Arial" panose="020B0604020202090204"/>
                <a:ea typeface="Arial" panose="020B0604020202090204"/>
                <a:cs typeface="Arial" panose="020B0604020202090204"/>
                <a:sym typeface="+mn-ea"/>
              </a:rPr>
              <a:t> </a:t>
            </a:r>
            <a:r>
              <a:rPr sz="2800" b="1" dirty="0">
                <a:solidFill>
                  <a:schemeClr val="bg2">
                    <a:lumMod val="10000"/>
                  </a:schemeClr>
                </a:solidFill>
                <a:latin typeface="Arial" panose="020B0604020202090204"/>
                <a:ea typeface="Arial" panose="020B0604020202090204"/>
                <a:cs typeface="Arial" panose="020B0604020202090204"/>
                <a:sym typeface="+mn-ea"/>
              </a:rPr>
              <a:t>Luca</a:t>
            </a:r>
            <a:r>
              <a:rPr sz="2800" b="1" spc="-70" dirty="0">
                <a:solidFill>
                  <a:schemeClr val="bg2">
                    <a:lumMod val="10000"/>
                  </a:schemeClr>
                </a:solidFill>
                <a:latin typeface="Arial" panose="020B0604020202090204"/>
                <a:ea typeface="Arial" panose="020B0604020202090204"/>
                <a:cs typeface="Arial" panose="020B0604020202090204"/>
                <a:sym typeface="+mn-ea"/>
              </a:rPr>
              <a:t>)</a:t>
            </a:r>
          </a:p>
          <a:p>
            <a:pPr lvl="1" indent="0" algn="l" rtl="0" eaLnBrk="0" fontAlgn="auto">
              <a:lnSpc>
                <a:spcPct val="100000"/>
              </a:lnSpc>
              <a:buNone/>
            </a:pPr>
            <a:endParaRPr lang="en-US" altLang="en-US" sz="2400" dirty="0"/>
          </a:p>
          <a:p>
            <a:pPr indent="0" algn="l" rtl="0" fontAlgn="auto">
              <a:lnSpc>
                <a:spcPct val="100000"/>
              </a:lnSpc>
            </a:pPr>
            <a:endParaRPr lang="en-US" altLang="en-US" sz="2400" dirty="0"/>
          </a:p>
        </p:txBody>
      </p:sp>
      <p:sp>
        <p:nvSpPr>
          <p:cNvPr id="3" name="Slide Number Placeholder 2">
            <a:extLst>
              <a:ext uri="{FF2B5EF4-FFF2-40B4-BE49-F238E27FC236}">
                <a16:creationId xmlns:a16="http://schemas.microsoft.com/office/drawing/2014/main" id="{CB1AA1ED-3FB0-6C92-C5A6-CCF7AF92C874}"/>
              </a:ext>
            </a:extLst>
          </p:cNvPr>
          <p:cNvSpPr>
            <a:spLocks noGrp="1"/>
          </p:cNvSpPr>
          <p:nvPr>
            <p:ph type="sldNum" sz="quarter" idx="12"/>
          </p:nvPr>
        </p:nvSpPr>
        <p:spPr/>
        <p:txBody>
          <a:bodyPr/>
          <a:lstStyle/>
          <a:p>
            <a:fld id="{4267CD5E-26CF-4249-8540-BB1D07FD4227}" type="slidenum">
              <a:rPr lang="en-US" smtClean="0"/>
              <a:t>6</a:t>
            </a:fld>
            <a:endParaRPr lang="en-US"/>
          </a:p>
        </p:txBody>
      </p:sp>
      <p:pic>
        <p:nvPicPr>
          <p:cNvPr id="8" name="Picture 7" descr="Diagram&#10;&#10;Description automatically generated">
            <a:extLst>
              <a:ext uri="{FF2B5EF4-FFF2-40B4-BE49-F238E27FC236}">
                <a16:creationId xmlns:a16="http://schemas.microsoft.com/office/drawing/2014/main" id="{62703714-4364-F645-67C9-CC220A1825EC}"/>
              </a:ext>
            </a:extLst>
          </p:cNvPr>
          <p:cNvPicPr>
            <a:picLocks noChangeAspect="1"/>
          </p:cNvPicPr>
          <p:nvPr/>
        </p:nvPicPr>
        <p:blipFill>
          <a:blip r:embed="rId2"/>
          <a:stretch>
            <a:fillRect/>
          </a:stretch>
        </p:blipFill>
        <p:spPr>
          <a:xfrm>
            <a:off x="9537284" y="0"/>
            <a:ext cx="1760104" cy="1611885"/>
          </a:xfrm>
          <a:prstGeom prst="rect">
            <a:avLst/>
          </a:prstGeom>
        </p:spPr>
      </p:pic>
    </p:spTree>
    <p:extLst>
      <p:ext uri="{BB962C8B-B14F-4D97-AF65-F5344CB8AC3E}">
        <p14:creationId xmlns:p14="http://schemas.microsoft.com/office/powerpoint/2010/main" val="327070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4C6444EF-9E85-2913-7527-71BCA56295E3}"/>
              </a:ext>
            </a:extLst>
          </p:cNvPr>
          <p:cNvSpPr>
            <a:spLocks noGrp="1"/>
          </p:cNvSpPr>
          <p:nvPr>
            <p:ph idx="1"/>
          </p:nvPr>
        </p:nvSpPr>
        <p:spPr>
          <a:xfrm>
            <a:off x="644771" y="1004935"/>
            <a:ext cx="10709031" cy="5077212"/>
          </a:xfrm>
        </p:spPr>
        <p:txBody>
          <a:bodyPr>
            <a:normAutofit/>
          </a:bodyPr>
          <a:lstStyle/>
          <a:p>
            <a:r>
              <a:rPr lang="en-US" sz="2400" dirty="0">
                <a:solidFill>
                  <a:schemeClr val="bg2">
                    <a:lumMod val="10000"/>
                  </a:schemeClr>
                </a:solidFill>
                <a:latin typeface="Arial" panose="020B0604020202020204" pitchFamily="34" charset="0"/>
                <a:cs typeface="Arial" panose="020B0604020202020204" pitchFamily="34" charset="0"/>
              </a:rPr>
              <a:t>The quotation highlights a common pitfall in project management, especially in software development, where teams rush through </a:t>
            </a:r>
            <a:r>
              <a:rPr lang="en-US" sz="2400" b="1" dirty="0">
                <a:solidFill>
                  <a:schemeClr val="bg2">
                    <a:lumMod val="10000"/>
                  </a:schemeClr>
                </a:solidFill>
                <a:latin typeface="Arial" panose="020B0604020202020204" pitchFamily="34" charset="0"/>
                <a:cs typeface="Arial" panose="020B0604020202020204" pitchFamily="34" charset="0"/>
              </a:rPr>
              <a:t>the early stages </a:t>
            </a:r>
            <a:r>
              <a:rPr lang="en-US" sz="2400" dirty="0">
                <a:solidFill>
                  <a:schemeClr val="bg2">
                    <a:lumMod val="10000"/>
                  </a:schemeClr>
                </a:solidFill>
                <a:latin typeface="Arial" panose="020B0604020202020204" pitchFamily="34" charset="0"/>
                <a:cs typeface="Arial" panose="020B0604020202020204" pitchFamily="34" charset="0"/>
              </a:rPr>
              <a:t>(like the </a:t>
            </a:r>
            <a:r>
              <a:rPr lang="en-US" sz="2400" b="1" dirty="0">
                <a:solidFill>
                  <a:schemeClr val="bg2">
                    <a:lumMod val="10000"/>
                  </a:schemeClr>
                </a:solidFill>
                <a:latin typeface="Arial" panose="020B0604020202020204" pitchFamily="34" charset="0"/>
                <a:cs typeface="Arial" panose="020B0604020202020204" pitchFamily="34" charset="0"/>
              </a:rPr>
              <a:t>design process</a:t>
            </a:r>
            <a:r>
              <a:rPr lang="en-US" sz="2400" dirty="0">
                <a:solidFill>
                  <a:schemeClr val="bg2">
                    <a:lumMod val="10000"/>
                  </a:schemeClr>
                </a:solidFill>
                <a:latin typeface="Arial" panose="020B0604020202020204" pitchFamily="34" charset="0"/>
                <a:cs typeface="Arial" panose="020B0604020202020204" pitchFamily="34" charset="0"/>
              </a:rPr>
              <a:t>) to </a:t>
            </a:r>
            <a:r>
              <a:rPr lang="en-US" sz="2400" b="1" dirty="0">
                <a:solidFill>
                  <a:schemeClr val="bg2">
                    <a:lumMod val="10000"/>
                  </a:schemeClr>
                </a:solidFill>
                <a:latin typeface="Arial" panose="020B0604020202020204" pitchFamily="34" charset="0"/>
                <a:cs typeface="Arial" panose="020B0604020202020204" pitchFamily="34" charset="0"/>
              </a:rPr>
              <a:t>save time</a:t>
            </a:r>
            <a:r>
              <a:rPr lang="en-US" sz="2400" dirty="0">
                <a:solidFill>
                  <a:schemeClr val="bg2">
                    <a:lumMod val="10000"/>
                  </a:schemeClr>
                </a:solidFill>
                <a:latin typeface="Arial" panose="020B0604020202020204" pitchFamily="34" charset="0"/>
                <a:cs typeface="Arial" panose="020B0604020202020204" pitchFamily="34" charset="0"/>
              </a:rPr>
              <a:t>. </a:t>
            </a:r>
          </a:p>
          <a:p>
            <a:endParaRPr lang="en-US" sz="2400" dirty="0">
              <a:solidFill>
                <a:schemeClr val="bg2">
                  <a:lumMod val="10000"/>
                </a:schemeClr>
              </a:solidFill>
              <a:latin typeface="Arial" panose="020B0604020202020204" pitchFamily="34" charset="0"/>
              <a:cs typeface="Arial" panose="020B0604020202020204" pitchFamily="34" charset="0"/>
            </a:endParaRPr>
          </a:p>
          <a:p>
            <a:r>
              <a:rPr lang="en-US" sz="2400" dirty="0">
                <a:solidFill>
                  <a:schemeClr val="bg2">
                    <a:lumMod val="10000"/>
                  </a:schemeClr>
                </a:solidFill>
                <a:latin typeface="Arial" panose="020B0604020202020204" pitchFamily="34" charset="0"/>
                <a:cs typeface="Arial" panose="020B0604020202020204" pitchFamily="34" charset="0"/>
              </a:rPr>
              <a:t>However, this approach often leads to mistakes that only become apparent later, which can create </a:t>
            </a:r>
            <a:r>
              <a:rPr lang="en-US" sz="2400" b="1" dirty="0">
                <a:solidFill>
                  <a:schemeClr val="bg2">
                    <a:lumMod val="10000"/>
                  </a:schemeClr>
                </a:solidFill>
                <a:latin typeface="Arial" panose="020B0604020202020204" pitchFamily="34" charset="0"/>
                <a:cs typeface="Arial" panose="020B0604020202020204" pitchFamily="34" charset="0"/>
              </a:rPr>
              <a:t>delays</a:t>
            </a:r>
            <a:r>
              <a:rPr lang="en-US" sz="2400" dirty="0">
                <a:solidFill>
                  <a:schemeClr val="bg2">
                    <a:lumMod val="10000"/>
                  </a:schemeClr>
                </a:solidFill>
                <a:latin typeface="Arial" panose="020B0604020202020204" pitchFamily="34" charset="0"/>
                <a:cs typeface="Arial" panose="020B0604020202020204" pitchFamily="34" charset="0"/>
              </a:rPr>
              <a:t> and require </a:t>
            </a:r>
            <a:r>
              <a:rPr lang="en-US" sz="2400" b="1" dirty="0">
                <a:solidFill>
                  <a:schemeClr val="bg2">
                    <a:lumMod val="10000"/>
                  </a:schemeClr>
                </a:solidFill>
                <a:latin typeface="Arial" panose="020B0604020202020204" pitchFamily="34" charset="0"/>
                <a:cs typeface="Arial" panose="020B0604020202020204" pitchFamily="34" charset="0"/>
              </a:rPr>
              <a:t>additional work </a:t>
            </a:r>
            <a:r>
              <a:rPr lang="en-US" sz="2400" dirty="0">
                <a:solidFill>
                  <a:schemeClr val="bg2">
                    <a:lumMod val="10000"/>
                  </a:schemeClr>
                </a:solidFill>
                <a:latin typeface="Arial" panose="020B0604020202020204" pitchFamily="34" charset="0"/>
                <a:cs typeface="Arial" panose="020B0604020202020204" pitchFamily="34" charset="0"/>
              </a:rPr>
              <a:t>to fix. </a:t>
            </a:r>
            <a:endParaRPr lang="en-US" sz="2400" dirty="0">
              <a:solidFill>
                <a:schemeClr val="bg2">
                  <a:lumMod val="10000"/>
                </a:schemeClr>
              </a:solidFill>
            </a:endParaRPr>
          </a:p>
          <a:p>
            <a:pPr lvl="1">
              <a:buFont typeface="Arial" panose="020B0604020202020204" pitchFamily="34" charset="0"/>
              <a:buChar char="•"/>
            </a:pPr>
            <a:r>
              <a:rPr lang="en-US" sz="2000" b="1" dirty="0">
                <a:solidFill>
                  <a:schemeClr val="bg2">
                    <a:lumMod val="10000"/>
                  </a:schemeClr>
                </a:solidFill>
                <a:latin typeface="Arial" panose="020B0604020202020204" pitchFamily="34" charset="0"/>
                <a:cs typeface="Arial" panose="020B0604020202020204" pitchFamily="34" charset="0"/>
              </a:rPr>
              <a:t>Rushing the design process</a:t>
            </a:r>
            <a:r>
              <a:rPr lang="en-US" sz="2000" dirty="0">
                <a:solidFill>
                  <a:schemeClr val="bg2">
                    <a:lumMod val="10000"/>
                  </a:schemeClr>
                </a:solidFill>
                <a:latin typeface="Arial" panose="020B0604020202020204" pitchFamily="34" charset="0"/>
                <a:cs typeface="Arial" panose="020B0604020202020204" pitchFamily="34" charset="0"/>
              </a:rPr>
              <a:t>: Teams may try to speed through initial design stages to save time, often skipping important steps or not thoroughly considering details.</a:t>
            </a:r>
          </a:p>
          <a:p>
            <a:pPr lvl="1">
              <a:buFont typeface="Arial" panose="020B0604020202020204" pitchFamily="34" charset="0"/>
              <a:buChar char="•"/>
            </a:pPr>
            <a:r>
              <a:rPr lang="en-US" sz="2000" b="1" dirty="0">
                <a:solidFill>
                  <a:schemeClr val="bg2">
                    <a:lumMod val="10000"/>
                  </a:schemeClr>
                </a:solidFill>
                <a:latin typeface="Arial" panose="020B0604020202020204" pitchFamily="34" charset="0"/>
                <a:cs typeface="Arial" panose="020B0604020202020204" pitchFamily="34" charset="0"/>
              </a:rPr>
              <a:t>Focus on saving time</a:t>
            </a:r>
            <a:r>
              <a:rPr lang="en-US" sz="2000" dirty="0">
                <a:solidFill>
                  <a:schemeClr val="bg2">
                    <a:lumMod val="10000"/>
                  </a:schemeClr>
                </a:solidFill>
                <a:latin typeface="Arial" panose="020B0604020202020204" pitchFamily="34" charset="0"/>
                <a:cs typeface="Arial" panose="020B0604020202020204" pitchFamily="34" charset="0"/>
              </a:rPr>
              <a:t>: The intention is to free up more time for later stages of the project, assuming that getting the design done quickly will give more time for other tasks.</a:t>
            </a:r>
          </a:p>
        </p:txBody>
      </p:sp>
      <p:sp>
        <p:nvSpPr>
          <p:cNvPr id="5" name="Slide Number Placeholder 4">
            <a:extLst>
              <a:ext uri="{FF2B5EF4-FFF2-40B4-BE49-F238E27FC236}">
                <a16:creationId xmlns:a16="http://schemas.microsoft.com/office/drawing/2014/main" id="{90B7F2E5-2FE5-1C41-3C73-94F8ECA31C8A}"/>
              </a:ext>
            </a:extLst>
          </p:cNvPr>
          <p:cNvSpPr>
            <a:spLocks noGrp="1"/>
          </p:cNvSpPr>
          <p:nvPr>
            <p:ph type="sldNum" sz="quarter" idx="12"/>
          </p:nvPr>
        </p:nvSpPr>
        <p:spPr/>
        <p:txBody>
          <a:bodyPr/>
          <a:lstStyle/>
          <a:p>
            <a:fld id="{4267CD5E-26CF-4249-8540-BB1D07FD4227}" type="slidenum">
              <a:rPr lang="en-US" smtClean="0"/>
              <a:t>7</a:t>
            </a:fld>
            <a:endParaRPr lang="en-US"/>
          </a:p>
        </p:txBody>
      </p:sp>
    </p:spTree>
    <p:extLst>
      <p:ext uri="{BB962C8B-B14F-4D97-AF65-F5344CB8AC3E}">
        <p14:creationId xmlns:p14="http://schemas.microsoft.com/office/powerpoint/2010/main" val="15650122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FB66C-AF7F-37FA-5F67-93A374A70F66}"/>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06F94ED2-D300-186F-BCCE-CBFBB679FA1C}"/>
              </a:ext>
            </a:extLst>
          </p:cNvPr>
          <p:cNvSpPr>
            <a:spLocks noGrp="1"/>
          </p:cNvSpPr>
          <p:nvPr>
            <p:ph idx="1"/>
          </p:nvPr>
        </p:nvSpPr>
        <p:spPr>
          <a:xfrm>
            <a:off x="644771" y="1385180"/>
            <a:ext cx="10709031" cy="4696967"/>
          </a:xfrm>
        </p:spPr>
        <p:txBody>
          <a:bodyPr>
            <a:normAutofit/>
          </a:bodyPr>
          <a:lstStyle/>
          <a:p>
            <a:r>
              <a:rPr lang="en-US" sz="2400" dirty="0">
                <a:solidFill>
                  <a:schemeClr val="bg2">
                    <a:lumMod val="10000"/>
                  </a:schemeClr>
                </a:solidFill>
                <a:latin typeface="Arial" panose="020B0604020202020204" pitchFamily="34" charset="0"/>
                <a:cs typeface="Arial" panose="020B0604020202020204" pitchFamily="34" charset="0"/>
              </a:rPr>
              <a:t>However, this approach often leads to mistakes that only become apparent later, which can create </a:t>
            </a:r>
            <a:r>
              <a:rPr lang="en-US" sz="2400" b="1" dirty="0">
                <a:solidFill>
                  <a:schemeClr val="bg2">
                    <a:lumMod val="10000"/>
                  </a:schemeClr>
                </a:solidFill>
                <a:latin typeface="Arial" panose="020B0604020202020204" pitchFamily="34" charset="0"/>
                <a:cs typeface="Arial" panose="020B0604020202020204" pitchFamily="34" charset="0"/>
              </a:rPr>
              <a:t>delays</a:t>
            </a:r>
            <a:r>
              <a:rPr lang="en-US" sz="2400" dirty="0">
                <a:solidFill>
                  <a:schemeClr val="bg2">
                    <a:lumMod val="10000"/>
                  </a:schemeClr>
                </a:solidFill>
                <a:latin typeface="Arial" panose="020B0604020202020204" pitchFamily="34" charset="0"/>
                <a:cs typeface="Arial" panose="020B0604020202020204" pitchFamily="34" charset="0"/>
              </a:rPr>
              <a:t> and require </a:t>
            </a:r>
            <a:r>
              <a:rPr lang="en-US" sz="2400" b="1" dirty="0">
                <a:solidFill>
                  <a:schemeClr val="bg2">
                    <a:lumMod val="10000"/>
                  </a:schemeClr>
                </a:solidFill>
                <a:latin typeface="Arial" panose="020B0604020202020204" pitchFamily="34" charset="0"/>
                <a:cs typeface="Arial" panose="020B0604020202020204" pitchFamily="34" charset="0"/>
              </a:rPr>
              <a:t>additional work </a:t>
            </a:r>
            <a:r>
              <a:rPr lang="en-US" sz="2400" dirty="0">
                <a:solidFill>
                  <a:schemeClr val="bg2">
                    <a:lumMod val="10000"/>
                  </a:schemeClr>
                </a:solidFill>
                <a:latin typeface="Arial" panose="020B0604020202020204" pitchFamily="34" charset="0"/>
                <a:cs typeface="Arial" panose="020B0604020202020204" pitchFamily="34" charset="0"/>
              </a:rPr>
              <a:t>to fix. </a:t>
            </a:r>
            <a:endParaRPr lang="en-US" sz="2400" dirty="0">
              <a:solidFill>
                <a:schemeClr val="bg2">
                  <a:lumMod val="10000"/>
                </a:schemeClr>
              </a:solidFill>
            </a:endParaRPr>
          </a:p>
          <a:p>
            <a:pPr lvl="1">
              <a:buFont typeface="Arial" panose="020B0604020202020204" pitchFamily="34" charset="0"/>
              <a:buChar char="•"/>
            </a:pPr>
            <a:r>
              <a:rPr lang="en-US" sz="2000" b="1" dirty="0">
                <a:solidFill>
                  <a:schemeClr val="bg2">
                    <a:lumMod val="10000"/>
                  </a:schemeClr>
                </a:solidFill>
                <a:latin typeface="Arial" panose="020B0604020202020204" pitchFamily="34" charset="0"/>
                <a:cs typeface="Arial" panose="020B0604020202020204" pitchFamily="34" charset="0"/>
              </a:rPr>
              <a:t>Uncovering errors later</a:t>
            </a:r>
            <a:r>
              <a:rPr lang="en-US" sz="2000" dirty="0">
                <a:solidFill>
                  <a:schemeClr val="bg2">
                    <a:lumMod val="10000"/>
                  </a:schemeClr>
                </a:solidFill>
                <a:latin typeface="Arial" panose="020B0604020202020204" pitchFamily="34" charset="0"/>
                <a:cs typeface="Arial" panose="020B0604020202020204" pitchFamily="34" charset="0"/>
              </a:rPr>
              <a:t>: Because the design phase was rushed, mistakes or oversights are often not noticed until much later in the project, leading to more time spent fixing problems.</a:t>
            </a:r>
          </a:p>
          <a:p>
            <a:pPr lvl="1">
              <a:buFont typeface="Arial" panose="020B0604020202020204" pitchFamily="34" charset="0"/>
              <a:buChar char="•"/>
            </a:pPr>
            <a:r>
              <a:rPr lang="en-US" sz="2000" b="1" dirty="0">
                <a:solidFill>
                  <a:schemeClr val="bg2">
                    <a:lumMod val="10000"/>
                  </a:schemeClr>
                </a:solidFill>
                <a:latin typeface="Arial" panose="020B0604020202020204" pitchFamily="34" charset="0"/>
                <a:cs typeface="Arial" panose="020B0604020202020204" pitchFamily="34" charset="0"/>
              </a:rPr>
              <a:t>Cycle of inefficiency</a:t>
            </a:r>
            <a:r>
              <a:rPr lang="en-US" sz="2000" dirty="0">
                <a:solidFill>
                  <a:schemeClr val="bg2">
                    <a:lumMod val="10000"/>
                  </a:schemeClr>
                </a:solidFill>
                <a:latin typeface="Arial" panose="020B0604020202020204" pitchFamily="34" charset="0"/>
                <a:cs typeface="Arial" panose="020B0604020202020204" pitchFamily="34" charset="0"/>
              </a:rPr>
              <a:t>: This cycle can create delays and inefficiencies, as the "saved" time is spent correcting the rushed work, making the entire project take longer than if the design process had been done more thoughtfully from the beginning.</a:t>
            </a:r>
          </a:p>
          <a:p>
            <a:endParaRPr lang="en-US" sz="2400" dirty="0">
              <a:solidFill>
                <a:schemeClr val="bg2">
                  <a:lumMod val="10000"/>
                </a:schemeClr>
              </a:solidFill>
              <a:latin typeface="Arial" panose="020B0604020202020204" pitchFamily="34" charset="0"/>
              <a:cs typeface="Arial" panose="020B0604020202020204" pitchFamily="34" charset="0"/>
            </a:endParaRPr>
          </a:p>
          <a:p>
            <a:r>
              <a:rPr lang="en-US" sz="2400" dirty="0">
                <a:solidFill>
                  <a:schemeClr val="bg2">
                    <a:lumMod val="10000"/>
                  </a:schemeClr>
                </a:solidFill>
                <a:latin typeface="Arial" panose="020B0604020202020204" pitchFamily="34" charset="0"/>
                <a:cs typeface="Arial" panose="020B0604020202020204" pitchFamily="34" charset="0"/>
              </a:rPr>
              <a:t>In summary, it means that rushing the design phase to </a:t>
            </a:r>
            <a:r>
              <a:rPr lang="en-US" sz="2400" b="1" dirty="0">
                <a:solidFill>
                  <a:schemeClr val="bg2">
                    <a:lumMod val="10000"/>
                  </a:schemeClr>
                </a:solidFill>
                <a:latin typeface="Arial" panose="020B0604020202020204" pitchFamily="34" charset="0"/>
                <a:cs typeface="Arial" panose="020B0604020202020204" pitchFamily="34" charset="0"/>
              </a:rPr>
              <a:t>save time </a:t>
            </a:r>
            <a:r>
              <a:rPr lang="en-US" sz="2400" dirty="0">
                <a:solidFill>
                  <a:schemeClr val="bg2">
                    <a:lumMod val="10000"/>
                  </a:schemeClr>
                </a:solidFill>
                <a:latin typeface="Arial" panose="020B0604020202020204" pitchFamily="34" charset="0"/>
                <a:cs typeface="Arial" panose="020B0604020202020204" pitchFamily="34" charset="0"/>
              </a:rPr>
              <a:t>often backfires, requiring </a:t>
            </a:r>
            <a:r>
              <a:rPr lang="en-US" sz="2400" b="1" dirty="0">
                <a:solidFill>
                  <a:schemeClr val="bg2">
                    <a:lumMod val="10000"/>
                  </a:schemeClr>
                </a:solidFill>
                <a:latin typeface="Arial" panose="020B0604020202020204" pitchFamily="34" charset="0"/>
                <a:cs typeface="Arial" panose="020B0604020202020204" pitchFamily="34" charset="0"/>
              </a:rPr>
              <a:t>more time </a:t>
            </a:r>
            <a:r>
              <a:rPr lang="en-US" sz="2400" dirty="0">
                <a:solidFill>
                  <a:schemeClr val="bg2">
                    <a:lumMod val="10000"/>
                  </a:schemeClr>
                </a:solidFill>
                <a:latin typeface="Arial" panose="020B0604020202020204" pitchFamily="34" charset="0"/>
                <a:cs typeface="Arial" panose="020B0604020202020204" pitchFamily="34" charset="0"/>
              </a:rPr>
              <a:t>later to </a:t>
            </a:r>
            <a:r>
              <a:rPr lang="en-US" sz="2400" b="1" dirty="0">
                <a:solidFill>
                  <a:schemeClr val="bg2">
                    <a:lumMod val="10000"/>
                  </a:schemeClr>
                </a:solidFill>
                <a:latin typeface="Arial" panose="020B0604020202020204" pitchFamily="34" charset="0"/>
                <a:cs typeface="Arial" panose="020B0604020202020204" pitchFamily="34" charset="0"/>
              </a:rPr>
              <a:t>fix errors </a:t>
            </a:r>
            <a:r>
              <a:rPr lang="en-US" sz="2400" dirty="0">
                <a:solidFill>
                  <a:schemeClr val="bg2">
                    <a:lumMod val="10000"/>
                  </a:schemeClr>
                </a:solidFill>
                <a:latin typeface="Arial" panose="020B0604020202020204" pitchFamily="34" charset="0"/>
                <a:cs typeface="Arial" panose="020B0604020202020204" pitchFamily="34" charset="0"/>
              </a:rPr>
              <a:t>that could have been avoided with a more thoughtful approach upfront.</a:t>
            </a:r>
          </a:p>
        </p:txBody>
      </p:sp>
      <p:sp>
        <p:nvSpPr>
          <p:cNvPr id="5" name="Slide Number Placeholder 4">
            <a:extLst>
              <a:ext uri="{FF2B5EF4-FFF2-40B4-BE49-F238E27FC236}">
                <a16:creationId xmlns:a16="http://schemas.microsoft.com/office/drawing/2014/main" id="{6C2EE72E-7B6C-455D-11BA-5096400FC953}"/>
              </a:ext>
            </a:extLst>
          </p:cNvPr>
          <p:cNvSpPr>
            <a:spLocks noGrp="1"/>
          </p:cNvSpPr>
          <p:nvPr>
            <p:ph type="sldNum" sz="quarter" idx="12"/>
          </p:nvPr>
        </p:nvSpPr>
        <p:spPr/>
        <p:txBody>
          <a:bodyPr/>
          <a:lstStyle/>
          <a:p>
            <a:fld id="{4267CD5E-26CF-4249-8540-BB1D07FD4227}" type="slidenum">
              <a:rPr lang="en-US" smtClean="0"/>
              <a:t>8</a:t>
            </a:fld>
            <a:endParaRPr lang="en-US"/>
          </a:p>
        </p:txBody>
      </p:sp>
    </p:spTree>
    <p:extLst>
      <p:ext uri="{BB962C8B-B14F-4D97-AF65-F5344CB8AC3E}">
        <p14:creationId xmlns:p14="http://schemas.microsoft.com/office/powerpoint/2010/main" val="3048255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91CFC-68D3-C2CA-9178-A5BFDAD9CD4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9BCBDE-AE3F-8E4F-ACED-0D01A6240E2F}"/>
              </a:ext>
            </a:extLst>
          </p:cNvPr>
          <p:cNvSpPr>
            <a:spLocks noGrp="1"/>
          </p:cNvSpPr>
          <p:nvPr>
            <p:ph idx="1"/>
          </p:nvPr>
        </p:nvSpPr>
        <p:spPr>
          <a:xfrm>
            <a:off x="510264" y="1791266"/>
            <a:ext cx="10709031" cy="3879273"/>
          </a:xfrm>
        </p:spPr>
        <p:txBody>
          <a:bodyPr>
            <a:noAutofit/>
          </a:bodyPr>
          <a:lstStyle/>
          <a:p>
            <a:pPr indent="0" algn="l" rtl="0" eaLnBrk="0" fontAlgn="auto">
              <a:lnSpc>
                <a:spcPct val="100000"/>
              </a:lnSpc>
              <a:buNone/>
            </a:pPr>
            <a:r>
              <a:rPr lang="en-US" sz="2400" spc="-90" dirty="0">
                <a:solidFill>
                  <a:srgbClr val="000000">
                    <a:alpha val="100000"/>
                  </a:srgbClr>
                </a:solidFill>
                <a:latin typeface="Arial" panose="020B0604020202090204"/>
                <a:ea typeface="Arial" panose="020B0604020202090204"/>
                <a:cs typeface="Arial" panose="020B0604020202090204"/>
                <a:sym typeface="+mn-ea"/>
              </a:rPr>
              <a:t>Start </a:t>
            </a:r>
            <a:r>
              <a:rPr sz="2400" spc="-90" dirty="0">
                <a:solidFill>
                  <a:srgbClr val="000000">
                    <a:alpha val="100000"/>
                  </a:srgbClr>
                </a:solidFill>
                <a:latin typeface="Arial" panose="020B0604020202090204"/>
                <a:ea typeface="Arial" panose="020B0604020202090204"/>
                <a:cs typeface="Arial" panose="020B0604020202090204"/>
                <a:sym typeface="+mn-ea"/>
              </a:rPr>
              <a:t>with some interesting quota</a:t>
            </a:r>
            <a:r>
              <a:rPr sz="2400" dirty="0">
                <a:solidFill>
                  <a:srgbClr val="000000">
                    <a:alpha val="100000"/>
                  </a:srgbClr>
                </a:solidFill>
                <a:latin typeface="Arial" panose="020B0604020202090204"/>
                <a:ea typeface="Arial" panose="020B0604020202090204"/>
                <a:cs typeface="Arial" panose="020B0604020202090204"/>
                <a:sym typeface="+mn-ea"/>
              </a:rPr>
              <a:t>tions</a:t>
            </a:r>
            <a:r>
              <a:rPr sz="2400" spc="-90" dirty="0">
                <a:solidFill>
                  <a:srgbClr val="000000">
                    <a:alpha val="100000"/>
                  </a:srgbClr>
                </a:solidFill>
                <a:latin typeface="Arial" panose="020B0604020202090204"/>
                <a:ea typeface="Arial" panose="020B0604020202090204"/>
                <a:cs typeface="Arial" panose="020B0604020202090204"/>
                <a:sym typeface="+mn-ea"/>
              </a:rPr>
              <a:t> …</a:t>
            </a:r>
            <a:endParaRPr lang="en-US" sz="2400" spc="-90" dirty="0">
              <a:solidFill>
                <a:srgbClr val="000000">
                  <a:alpha val="100000"/>
                </a:srgbClr>
              </a:solidFill>
              <a:latin typeface="Arial" panose="020B0604020202090204"/>
              <a:ea typeface="Arial" panose="020B0604020202090204"/>
              <a:cs typeface="Arial" panose="020B0604020202090204"/>
              <a:sym typeface="+mn-ea"/>
            </a:endParaRPr>
          </a:p>
          <a:p>
            <a:pPr indent="0" algn="ctr" rtl="0" eaLnBrk="0" fontAlgn="auto">
              <a:lnSpc>
                <a:spcPct val="100000"/>
              </a:lnSpc>
              <a:buNone/>
            </a:pPr>
            <a:r>
              <a:rPr sz="2800" b="1" spc="-40" dirty="0">
                <a:solidFill>
                  <a:srgbClr val="000000">
                    <a:alpha val="100000"/>
                  </a:srgbClr>
                </a:solidFill>
                <a:latin typeface="Arial" panose="020B0604020202090204"/>
                <a:ea typeface="Arial" panose="020B0604020202090204"/>
                <a:cs typeface="Arial" panose="020B0604020202090204"/>
                <a:sym typeface="+mn-ea"/>
              </a:rPr>
              <a:t>"Agile software development is about iteration not </a:t>
            </a:r>
            <a:r>
              <a:rPr sz="2800" b="1" spc="-20" dirty="0">
                <a:solidFill>
                  <a:srgbClr val="000000">
                    <a:alpha val="100000"/>
                  </a:srgbClr>
                </a:solidFill>
                <a:latin typeface="Arial" panose="020B0604020202090204"/>
                <a:ea typeface="Arial" panose="020B0604020202090204"/>
                <a:cs typeface="Arial" panose="020B0604020202090204"/>
                <a:sym typeface="+mn-ea"/>
              </a:rPr>
              <a:t>o</a:t>
            </a:r>
            <a:r>
              <a:rPr sz="2800" b="1" dirty="0">
                <a:solidFill>
                  <a:srgbClr val="000000">
                    <a:alpha val="100000"/>
                  </a:srgbClr>
                </a:solidFill>
                <a:latin typeface="Arial" panose="020B0604020202090204"/>
                <a:ea typeface="Arial" panose="020B0604020202090204"/>
                <a:cs typeface="Arial" panose="020B0604020202090204"/>
                <a:sym typeface="+mn-ea"/>
              </a:rPr>
              <a:t>scillation</a:t>
            </a:r>
            <a:r>
              <a:rPr sz="2800" b="1" spc="-40" dirty="0">
                <a:solidFill>
                  <a:srgbClr val="000000">
                    <a:alpha val="100000"/>
                  </a:srgbClr>
                </a:solidFill>
                <a:latin typeface="Arial" panose="020B0604020202090204"/>
                <a:ea typeface="Arial" panose="020B0604020202090204"/>
                <a:cs typeface="Arial" panose="020B0604020202090204"/>
                <a:sym typeface="+mn-ea"/>
              </a:rPr>
              <a:t>"</a:t>
            </a:r>
            <a:r>
              <a:rPr lang="en-US" sz="2800" b="1" spc="-40" dirty="0">
                <a:solidFill>
                  <a:srgbClr val="000000">
                    <a:alpha val="100000"/>
                  </a:srgbClr>
                </a:solidFill>
                <a:latin typeface="Arial" panose="020B0604020202090204"/>
                <a:ea typeface="Arial" panose="020B0604020202090204"/>
                <a:cs typeface="Arial" panose="020B0604020202090204"/>
                <a:sym typeface="+mn-ea"/>
              </a:rPr>
              <a:t> -- </a:t>
            </a:r>
            <a:r>
              <a:rPr sz="2800" b="1" dirty="0">
                <a:solidFill>
                  <a:srgbClr val="000000">
                    <a:alpha val="100000"/>
                  </a:srgbClr>
                </a:solidFill>
                <a:latin typeface="Arial" panose="020B0604020202090204"/>
                <a:ea typeface="Arial" panose="020B0604020202090204"/>
                <a:cs typeface="Arial" panose="020B0604020202090204"/>
                <a:sym typeface="+mn-ea"/>
              </a:rPr>
              <a:t>Jim </a:t>
            </a:r>
            <a:r>
              <a:rPr sz="2800" b="1" spc="-70" dirty="0">
                <a:solidFill>
                  <a:srgbClr val="000000">
                    <a:alpha val="100000"/>
                  </a:srgbClr>
                </a:solidFill>
                <a:latin typeface="Arial" panose="020B0604020202090204"/>
                <a:ea typeface="Arial" panose="020B0604020202090204"/>
                <a:cs typeface="Arial" panose="020B0604020202090204"/>
                <a:sym typeface="+mn-ea"/>
              </a:rPr>
              <a:t>Highsmith (paraphrased),</a:t>
            </a:r>
            <a:r>
              <a:rPr lang="en-US" sz="2800" b="1" spc="-70" dirty="0">
                <a:solidFill>
                  <a:srgbClr val="000000">
                    <a:alpha val="100000"/>
                  </a:srgbClr>
                </a:solidFill>
                <a:latin typeface="Arial" panose="020B0604020202090204"/>
                <a:ea typeface="Arial" panose="020B0604020202090204"/>
                <a:cs typeface="Arial" panose="020B0604020202090204"/>
                <a:sym typeface="+mn-ea"/>
              </a:rPr>
              <a:t> </a:t>
            </a:r>
            <a:r>
              <a:rPr sz="2800" b="1" spc="-20" dirty="0">
                <a:solidFill>
                  <a:srgbClr val="000000">
                    <a:alpha val="100000"/>
                  </a:srgbClr>
                </a:solidFill>
                <a:latin typeface="Arial" panose="020B0604020202090204"/>
                <a:ea typeface="Arial" panose="020B0604020202090204"/>
                <a:cs typeface="Arial" panose="020B0604020202090204"/>
                <a:sym typeface="+mn-ea"/>
              </a:rPr>
              <a:t>A</a:t>
            </a:r>
            <a:r>
              <a:rPr sz="2800" b="1" dirty="0">
                <a:solidFill>
                  <a:srgbClr val="000000">
                    <a:alpha val="100000"/>
                  </a:srgbClr>
                </a:solidFill>
                <a:latin typeface="Arial" panose="020B0604020202090204"/>
                <a:ea typeface="Arial" panose="020B0604020202090204"/>
                <a:cs typeface="Arial" panose="020B0604020202090204"/>
                <a:sym typeface="+mn-ea"/>
              </a:rPr>
              <a:t>gile</a:t>
            </a:r>
            <a:r>
              <a:rPr sz="2800" b="1" spc="-70" dirty="0">
                <a:solidFill>
                  <a:srgbClr val="000000">
                    <a:alpha val="100000"/>
                  </a:srgbClr>
                </a:solidFill>
                <a:latin typeface="Arial" panose="020B0604020202090204"/>
                <a:ea typeface="Arial" panose="020B0604020202090204"/>
                <a:cs typeface="Arial" panose="020B0604020202090204"/>
                <a:sym typeface="+mn-ea"/>
              </a:rPr>
              <a:t> 2009</a:t>
            </a:r>
            <a:endParaRPr lang="en-US" altLang="en-US" sz="2800" b="1" dirty="0"/>
          </a:p>
          <a:p>
            <a:pPr indent="0" algn="l" rtl="0" fontAlgn="auto">
              <a:lnSpc>
                <a:spcPct val="100000"/>
              </a:lnSpc>
            </a:pPr>
            <a:endParaRPr lang="en-US" altLang="en-US" sz="2400" dirty="0"/>
          </a:p>
        </p:txBody>
      </p:sp>
      <p:sp>
        <p:nvSpPr>
          <p:cNvPr id="3" name="Slide Number Placeholder 2">
            <a:extLst>
              <a:ext uri="{FF2B5EF4-FFF2-40B4-BE49-F238E27FC236}">
                <a16:creationId xmlns:a16="http://schemas.microsoft.com/office/drawing/2014/main" id="{667A3277-7792-0B80-591A-000BC130D1B3}"/>
              </a:ext>
            </a:extLst>
          </p:cNvPr>
          <p:cNvSpPr>
            <a:spLocks noGrp="1"/>
          </p:cNvSpPr>
          <p:nvPr>
            <p:ph type="sldNum" sz="quarter" idx="12"/>
          </p:nvPr>
        </p:nvSpPr>
        <p:spPr/>
        <p:txBody>
          <a:bodyPr/>
          <a:lstStyle/>
          <a:p>
            <a:fld id="{4267CD5E-26CF-4249-8540-BB1D07FD4227}" type="slidenum">
              <a:rPr lang="en-US" smtClean="0"/>
              <a:t>9</a:t>
            </a:fld>
            <a:endParaRPr lang="en-US"/>
          </a:p>
        </p:txBody>
      </p:sp>
      <p:pic>
        <p:nvPicPr>
          <p:cNvPr id="8" name="Picture 7" descr="Diagram&#10;&#10;Description automatically generated">
            <a:extLst>
              <a:ext uri="{FF2B5EF4-FFF2-40B4-BE49-F238E27FC236}">
                <a16:creationId xmlns:a16="http://schemas.microsoft.com/office/drawing/2014/main" id="{96074D08-F061-3025-1C3E-4A33FD11895C}"/>
              </a:ext>
            </a:extLst>
          </p:cNvPr>
          <p:cNvPicPr>
            <a:picLocks noChangeAspect="1"/>
          </p:cNvPicPr>
          <p:nvPr/>
        </p:nvPicPr>
        <p:blipFill>
          <a:blip r:embed="rId2"/>
          <a:stretch>
            <a:fillRect/>
          </a:stretch>
        </p:blipFill>
        <p:spPr>
          <a:xfrm>
            <a:off x="972705" y="0"/>
            <a:ext cx="1760104" cy="1611885"/>
          </a:xfrm>
          <a:prstGeom prst="rect">
            <a:avLst/>
          </a:prstGeom>
        </p:spPr>
      </p:pic>
    </p:spTree>
    <p:extLst>
      <p:ext uri="{BB962C8B-B14F-4D97-AF65-F5344CB8AC3E}">
        <p14:creationId xmlns:p14="http://schemas.microsoft.com/office/powerpoint/2010/main" val="3578000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BAD82C9-F4C3-DC12-924D-C3072B8A4144}"/>
              </a:ext>
            </a:extLst>
          </p:cNvPr>
          <p:cNvSpPr>
            <a:spLocks noGrp="1"/>
          </p:cNvSpPr>
          <p:nvPr>
            <p:ph idx="1"/>
          </p:nvPr>
        </p:nvSpPr>
        <p:spPr>
          <a:xfrm>
            <a:off x="644771" y="1101213"/>
            <a:ext cx="10709031" cy="4980934"/>
          </a:xfrm>
        </p:spPr>
        <p:txBody>
          <a:bodyPr>
            <a:normAutofit/>
          </a:bodyPr>
          <a:lstStyle/>
          <a:p>
            <a:pPr>
              <a:buFont typeface="Arial" panose="020B0604020202020204" pitchFamily="34" charset="0"/>
              <a:buChar char="•"/>
            </a:pPr>
            <a:r>
              <a:rPr lang="en-US" sz="2400" b="1" dirty="0">
                <a:solidFill>
                  <a:schemeClr val="bg2">
                    <a:lumMod val="10000"/>
                  </a:schemeClr>
                </a:solidFill>
                <a:latin typeface="Arial" panose="020B0604020202020204" pitchFamily="34" charset="0"/>
                <a:cs typeface="Arial" panose="020B0604020202020204" pitchFamily="34" charset="0"/>
              </a:rPr>
              <a:t>Iteration</a:t>
            </a:r>
            <a:r>
              <a:rPr lang="en-US" sz="2400" dirty="0">
                <a:solidFill>
                  <a:schemeClr val="bg2">
                    <a:lumMod val="10000"/>
                  </a:schemeClr>
                </a:solidFill>
                <a:latin typeface="Arial" panose="020B0604020202020204" pitchFamily="34" charset="0"/>
                <a:cs typeface="Arial" panose="020B0604020202020204" pitchFamily="34" charset="0"/>
              </a:rPr>
              <a:t>: </a:t>
            </a:r>
          </a:p>
          <a:p>
            <a:pPr lvl="1">
              <a:buFont typeface="Arial" panose="020B0604020202020204" pitchFamily="34" charset="0"/>
              <a:buChar char="•"/>
            </a:pPr>
            <a:r>
              <a:rPr lang="en-US" sz="2000" dirty="0">
                <a:solidFill>
                  <a:schemeClr val="bg2">
                    <a:lumMod val="10000"/>
                  </a:schemeClr>
                </a:solidFill>
                <a:latin typeface="Arial" panose="020B0604020202020204" pitchFamily="34" charset="0"/>
                <a:cs typeface="Arial" panose="020B0604020202020204" pitchFamily="34" charset="0"/>
              </a:rPr>
              <a:t>In Agile, work is done in small, manageable chunks or "iterations" (often called sprints).</a:t>
            </a:r>
          </a:p>
          <a:p>
            <a:pPr lvl="1">
              <a:buFont typeface="Arial" panose="020B0604020202020204" pitchFamily="34" charset="0"/>
              <a:buChar char="•"/>
            </a:pPr>
            <a:r>
              <a:rPr lang="en-US" sz="2000" dirty="0">
                <a:solidFill>
                  <a:schemeClr val="bg2">
                    <a:lumMod val="10000"/>
                  </a:schemeClr>
                </a:solidFill>
                <a:latin typeface="Arial" panose="020B0604020202020204" pitchFamily="34" charset="0"/>
                <a:cs typeface="Arial" panose="020B0604020202020204" pitchFamily="34" charset="0"/>
              </a:rPr>
              <a:t>Each iteration builds upon the previous one, continuously improving and refining the product. </a:t>
            </a:r>
          </a:p>
          <a:p>
            <a:pPr lvl="1">
              <a:buFont typeface="Arial" panose="020B0604020202020204" pitchFamily="34" charset="0"/>
              <a:buChar char="•"/>
            </a:pPr>
            <a:r>
              <a:rPr lang="en-US" sz="2000" dirty="0">
                <a:solidFill>
                  <a:schemeClr val="bg2">
                    <a:lumMod val="10000"/>
                  </a:schemeClr>
                </a:solidFill>
                <a:latin typeface="Arial" panose="020B0604020202020204" pitchFamily="34" charset="0"/>
                <a:cs typeface="Arial" panose="020B0604020202020204" pitchFamily="34" charset="0"/>
              </a:rPr>
              <a:t>The focus is on making steady progress with clear goals and tangible results at the end of each iteration.</a:t>
            </a:r>
          </a:p>
          <a:p>
            <a:pPr>
              <a:buFont typeface="Arial" panose="020B0604020202020204" pitchFamily="34" charset="0"/>
              <a:buChar char="•"/>
            </a:pPr>
            <a:endParaRPr lang="en-US" sz="2000" b="1" dirty="0">
              <a:solidFill>
                <a:schemeClr val="bg2">
                  <a:lumMod val="10000"/>
                </a:schemeClr>
              </a:solidFill>
              <a:latin typeface="Arial" panose="020B0604020202020204" pitchFamily="34" charset="0"/>
              <a:cs typeface="Arial" panose="020B0604020202020204" pitchFamily="34" charset="0"/>
            </a:endParaRPr>
          </a:p>
          <a:p>
            <a:pPr>
              <a:buFont typeface="Arial" panose="020B0604020202020204" pitchFamily="34" charset="0"/>
              <a:buChar char="•"/>
            </a:pPr>
            <a:r>
              <a:rPr lang="en-US" sz="2400" b="1" dirty="0">
                <a:solidFill>
                  <a:schemeClr val="bg2">
                    <a:lumMod val="10000"/>
                  </a:schemeClr>
                </a:solidFill>
                <a:latin typeface="Arial" panose="020B0604020202020204" pitchFamily="34" charset="0"/>
                <a:cs typeface="Arial" panose="020B0604020202020204" pitchFamily="34" charset="0"/>
              </a:rPr>
              <a:t>Oscillation</a:t>
            </a:r>
            <a:r>
              <a:rPr lang="en-US" sz="2400" dirty="0">
                <a:solidFill>
                  <a:schemeClr val="bg2">
                    <a:lumMod val="10000"/>
                  </a:schemeClr>
                </a:solidFill>
                <a:latin typeface="Arial" panose="020B0604020202020204" pitchFamily="34" charset="0"/>
                <a:cs typeface="Arial" panose="020B0604020202020204" pitchFamily="34" charset="0"/>
              </a:rPr>
              <a:t>: </a:t>
            </a:r>
          </a:p>
          <a:p>
            <a:pPr lvl="1">
              <a:buFont typeface="Arial" panose="020B0604020202020204" pitchFamily="34" charset="0"/>
              <a:buChar char="•"/>
            </a:pPr>
            <a:r>
              <a:rPr lang="en-US" sz="2000" dirty="0">
                <a:solidFill>
                  <a:schemeClr val="bg2">
                    <a:lumMod val="10000"/>
                  </a:schemeClr>
                </a:solidFill>
                <a:latin typeface="Arial" panose="020B0604020202020204" pitchFamily="34" charset="0"/>
                <a:cs typeface="Arial" panose="020B0604020202020204" pitchFamily="34" charset="0"/>
              </a:rPr>
              <a:t>Oscillation refers to back-and-forth movement or indecision. </a:t>
            </a:r>
          </a:p>
          <a:p>
            <a:pPr lvl="1">
              <a:buFont typeface="Arial" panose="020B0604020202020204" pitchFamily="34" charset="0"/>
              <a:buChar char="•"/>
            </a:pPr>
            <a:r>
              <a:rPr lang="en-US" sz="2000" dirty="0">
                <a:solidFill>
                  <a:schemeClr val="bg2">
                    <a:lumMod val="10000"/>
                  </a:schemeClr>
                </a:solidFill>
                <a:latin typeface="Arial" panose="020B0604020202020204" pitchFamily="34" charset="0"/>
                <a:cs typeface="Arial" panose="020B0604020202020204" pitchFamily="34" charset="0"/>
              </a:rPr>
              <a:t>In this context, it suggests a process of repeatedly revisiting and changing decisions without making consistent progress or reaching final conclusions.</a:t>
            </a:r>
          </a:p>
          <a:p>
            <a:endParaRPr lang="en-US" sz="2000" dirty="0">
              <a:solidFill>
                <a:schemeClr val="bg2">
                  <a:lumMod val="10000"/>
                </a:schemeClr>
              </a:solidFill>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2650037D-603B-E707-2D64-1280B9B958DC}"/>
              </a:ext>
            </a:extLst>
          </p:cNvPr>
          <p:cNvSpPr>
            <a:spLocks noGrp="1"/>
          </p:cNvSpPr>
          <p:nvPr>
            <p:ph type="sldNum" sz="quarter" idx="12"/>
          </p:nvPr>
        </p:nvSpPr>
        <p:spPr/>
        <p:txBody>
          <a:bodyPr/>
          <a:lstStyle/>
          <a:p>
            <a:fld id="{4267CD5E-26CF-4249-8540-BB1D07FD4227}" type="slidenum">
              <a:rPr lang="en-US" smtClean="0"/>
              <a:t>10</a:t>
            </a:fld>
            <a:endParaRPr lang="en-US"/>
          </a:p>
        </p:txBody>
      </p:sp>
    </p:spTree>
    <p:extLst>
      <p:ext uri="{BB962C8B-B14F-4D97-AF65-F5344CB8AC3E}">
        <p14:creationId xmlns:p14="http://schemas.microsoft.com/office/powerpoint/2010/main" val="1591393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4D95949-3110-3061-B724-C81BD87A3D87}"/>
              </a:ext>
            </a:extLst>
          </p:cNvPr>
          <p:cNvSpPr>
            <a:spLocks noGrp="1"/>
          </p:cNvSpPr>
          <p:nvPr>
            <p:ph idx="1"/>
          </p:nvPr>
        </p:nvSpPr>
        <p:spPr>
          <a:xfrm>
            <a:off x="644771" y="1052052"/>
            <a:ext cx="10709031" cy="5030095"/>
          </a:xfrm>
        </p:spPr>
        <p:txBody>
          <a:bodyPr/>
          <a:lstStyle/>
          <a:p>
            <a:pPr>
              <a:buNone/>
            </a:pPr>
            <a:r>
              <a:rPr lang="en-US" sz="2400" b="1" dirty="0">
                <a:solidFill>
                  <a:schemeClr val="bg2">
                    <a:lumMod val="10000"/>
                  </a:schemeClr>
                </a:solidFill>
                <a:latin typeface="Arial" panose="020B0604020202020204" pitchFamily="34" charset="0"/>
                <a:cs typeface="Arial" panose="020B0604020202020204" pitchFamily="34" charset="0"/>
              </a:rPr>
              <a:t>Meaning:</a:t>
            </a:r>
          </a:p>
          <a:p>
            <a:r>
              <a:rPr lang="en-US" sz="2000" dirty="0">
                <a:solidFill>
                  <a:schemeClr val="bg2">
                    <a:lumMod val="10000"/>
                  </a:schemeClr>
                </a:solidFill>
                <a:latin typeface="Arial" panose="020B0604020202020204" pitchFamily="34" charset="0"/>
                <a:cs typeface="Arial" panose="020B0604020202020204" pitchFamily="34" charset="0"/>
              </a:rPr>
              <a:t>The quote means that Agile development emphasizes steady, purposeful progress through repeated, focused cycles (iterations) rather than constant back-and-forth changes or indecisiveness (oscillation). </a:t>
            </a:r>
          </a:p>
          <a:p>
            <a:r>
              <a:rPr lang="en-US" sz="2000" dirty="0">
                <a:solidFill>
                  <a:schemeClr val="bg2">
                    <a:lumMod val="10000"/>
                  </a:schemeClr>
                </a:solidFill>
                <a:latin typeface="Arial" panose="020B0604020202020204" pitchFamily="34" charset="0"/>
                <a:cs typeface="Arial" panose="020B0604020202020204" pitchFamily="34" charset="0"/>
              </a:rPr>
              <a:t>It stresses the importance of continuous, incremental improvement and avoiding the trap of endless revisions without moving forward.</a:t>
            </a:r>
          </a:p>
          <a:p>
            <a:endParaRPr lang="en-US" dirty="0"/>
          </a:p>
        </p:txBody>
      </p:sp>
      <p:sp>
        <p:nvSpPr>
          <p:cNvPr id="5" name="Slide Number Placeholder 4">
            <a:extLst>
              <a:ext uri="{FF2B5EF4-FFF2-40B4-BE49-F238E27FC236}">
                <a16:creationId xmlns:a16="http://schemas.microsoft.com/office/drawing/2014/main" id="{EE840C5B-0B0B-B678-54C5-C4FF68991E7A}"/>
              </a:ext>
            </a:extLst>
          </p:cNvPr>
          <p:cNvSpPr>
            <a:spLocks noGrp="1"/>
          </p:cNvSpPr>
          <p:nvPr>
            <p:ph type="sldNum" sz="quarter" idx="12"/>
          </p:nvPr>
        </p:nvSpPr>
        <p:spPr/>
        <p:txBody>
          <a:bodyPr/>
          <a:lstStyle/>
          <a:p>
            <a:fld id="{4267CD5E-26CF-4249-8540-BB1D07FD4227}" type="slidenum">
              <a:rPr lang="en-US" smtClean="0"/>
              <a:t>11</a:t>
            </a:fld>
            <a:endParaRPr lang="en-US"/>
          </a:p>
        </p:txBody>
      </p:sp>
    </p:spTree>
    <p:extLst>
      <p:ext uri="{BB962C8B-B14F-4D97-AF65-F5344CB8AC3E}">
        <p14:creationId xmlns:p14="http://schemas.microsoft.com/office/powerpoint/2010/main" val="34943393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35D82-31FF-9ADF-5E96-CE67A7F74F7C}"/>
              </a:ext>
            </a:extLst>
          </p:cNvPr>
          <p:cNvSpPr>
            <a:spLocks noGrp="1"/>
          </p:cNvSpPr>
          <p:nvPr>
            <p:ph type="title"/>
          </p:nvPr>
        </p:nvSpPr>
        <p:spPr/>
        <p:txBody>
          <a:bodyPr>
            <a:normAutofit fontScale="90000"/>
          </a:bodyPr>
          <a:lstStyle/>
          <a:p>
            <a:r>
              <a:rPr lang="en-US" dirty="0">
                <a:solidFill>
                  <a:srgbClr val="000000">
                    <a:alpha val="100000"/>
                  </a:srgbClr>
                </a:solidFill>
                <a:latin typeface="Arial" panose="020B0604020202090204"/>
                <a:cs typeface="Arial" panose="020B0604020202090204"/>
              </a:rPr>
              <a:t>What is FDD?</a:t>
            </a:r>
            <a:br>
              <a:rPr lang="en-US" dirty="0">
                <a:solidFill>
                  <a:srgbClr val="000000">
                    <a:alpha val="100000"/>
                  </a:srgbClr>
                </a:solidFill>
                <a:latin typeface="Arial" panose="020B0604020202090204"/>
                <a:cs typeface="Arial" panose="020B0604020202090204"/>
              </a:rPr>
            </a:br>
            <a:endParaRPr lang="en-US" dirty="0">
              <a:solidFill>
                <a:srgbClr val="000000">
                  <a:alpha val="100000"/>
                </a:srgbClr>
              </a:solidFill>
              <a:latin typeface="Arial" panose="020B0604020202090204"/>
              <a:cs typeface="Arial" panose="020B0604020202090204"/>
            </a:endParaRPr>
          </a:p>
        </p:txBody>
      </p:sp>
      <p:sp>
        <p:nvSpPr>
          <p:cNvPr id="4" name="Content Placeholder 3">
            <a:extLst>
              <a:ext uri="{FF2B5EF4-FFF2-40B4-BE49-F238E27FC236}">
                <a16:creationId xmlns:a16="http://schemas.microsoft.com/office/drawing/2014/main" id="{6CA8B959-34B6-F9FF-E568-C990FE4E1B8D}"/>
              </a:ext>
            </a:extLst>
          </p:cNvPr>
          <p:cNvSpPr>
            <a:spLocks noGrp="1"/>
          </p:cNvSpPr>
          <p:nvPr>
            <p:ph idx="1"/>
          </p:nvPr>
        </p:nvSpPr>
        <p:spPr>
          <a:xfrm>
            <a:off x="644771" y="1474840"/>
            <a:ext cx="10709031" cy="4607308"/>
          </a:xfrm>
        </p:spPr>
        <p:txBody>
          <a:bodyPr>
            <a:normAutofit/>
          </a:bodyPr>
          <a:lstStyle/>
          <a:p>
            <a:r>
              <a:rPr lang="en-US" sz="2400" dirty="0">
                <a:solidFill>
                  <a:schemeClr val="bg2">
                    <a:lumMod val="10000"/>
                  </a:schemeClr>
                </a:solidFill>
                <a:latin typeface="Arial" panose="020B0604020202020204" pitchFamily="34" charset="0"/>
                <a:cs typeface="Arial" panose="020B0604020202020204" pitchFamily="34" charset="0"/>
              </a:rPr>
              <a:t>FDD is an agile methodology that:</a:t>
            </a:r>
          </a:p>
          <a:p>
            <a:pPr lvl="1"/>
            <a:r>
              <a:rPr lang="en-US" sz="2000" dirty="0">
                <a:solidFill>
                  <a:schemeClr val="bg2">
                    <a:lumMod val="10000"/>
                  </a:schemeClr>
                </a:solidFill>
                <a:latin typeface="Arial" panose="020B0604020202020204" pitchFamily="34" charset="0"/>
                <a:cs typeface="Arial" panose="020B0604020202020204" pitchFamily="34" charset="0"/>
              </a:rPr>
              <a:t>Breaks the system into </a:t>
            </a:r>
            <a:r>
              <a:rPr lang="en-US" sz="2000" b="1" dirty="0">
                <a:solidFill>
                  <a:schemeClr val="bg2">
                    <a:lumMod val="10000"/>
                  </a:schemeClr>
                </a:solidFill>
                <a:latin typeface="Arial" panose="020B0604020202020204" pitchFamily="34" charset="0"/>
                <a:cs typeface="Arial" panose="020B0604020202020204" pitchFamily="34" charset="0"/>
              </a:rPr>
              <a:t>small, client-valued features </a:t>
            </a:r>
          </a:p>
          <a:p>
            <a:pPr lvl="1"/>
            <a:r>
              <a:rPr lang="en-US" sz="2000" dirty="0">
                <a:solidFill>
                  <a:schemeClr val="bg2">
                    <a:lumMod val="10000"/>
                  </a:schemeClr>
                </a:solidFill>
                <a:latin typeface="Arial" panose="020B0604020202020204" pitchFamily="34" charset="0"/>
                <a:cs typeface="Arial" panose="020B0604020202020204" pitchFamily="34" charset="0"/>
              </a:rPr>
              <a:t>Develops software in </a:t>
            </a:r>
            <a:r>
              <a:rPr lang="en-US" sz="2000" b="1" dirty="0">
                <a:solidFill>
                  <a:schemeClr val="bg2">
                    <a:lumMod val="10000"/>
                  </a:schemeClr>
                </a:solidFill>
                <a:latin typeface="Arial" panose="020B0604020202020204" pitchFamily="34" charset="0"/>
                <a:cs typeface="Arial" panose="020B0604020202020204" pitchFamily="34" charset="0"/>
              </a:rPr>
              <a:t>short, iterative cycles </a:t>
            </a:r>
          </a:p>
          <a:p>
            <a:pPr lvl="1"/>
            <a:r>
              <a:rPr lang="en-US" sz="2000" dirty="0">
                <a:solidFill>
                  <a:schemeClr val="bg2">
                    <a:lumMod val="10000"/>
                  </a:schemeClr>
                </a:solidFill>
                <a:latin typeface="Arial" panose="020B0604020202020204" pitchFamily="34" charset="0"/>
                <a:cs typeface="Arial" panose="020B0604020202020204" pitchFamily="34" charset="0"/>
              </a:rPr>
              <a:t>Focuses on </a:t>
            </a:r>
            <a:r>
              <a:rPr lang="en-US" sz="2000" b="1" dirty="0">
                <a:solidFill>
                  <a:schemeClr val="bg2">
                    <a:lumMod val="10000"/>
                  </a:schemeClr>
                </a:solidFill>
                <a:latin typeface="Arial" panose="020B0604020202020204" pitchFamily="34" charset="0"/>
                <a:cs typeface="Arial" panose="020B0604020202020204" pitchFamily="34" charset="0"/>
              </a:rPr>
              <a:t>design and building by feature</a:t>
            </a:r>
          </a:p>
          <a:p>
            <a:endParaRPr lang="en-US" sz="2000" dirty="0"/>
          </a:p>
        </p:txBody>
      </p:sp>
      <p:sp>
        <p:nvSpPr>
          <p:cNvPr id="5" name="Slide Number Placeholder 4">
            <a:extLst>
              <a:ext uri="{FF2B5EF4-FFF2-40B4-BE49-F238E27FC236}">
                <a16:creationId xmlns:a16="http://schemas.microsoft.com/office/drawing/2014/main" id="{E6D7B8EE-FBDF-A21B-26FA-60F1C1358A9F}"/>
              </a:ext>
            </a:extLst>
          </p:cNvPr>
          <p:cNvSpPr>
            <a:spLocks noGrp="1"/>
          </p:cNvSpPr>
          <p:nvPr>
            <p:ph type="sldNum" sz="quarter" idx="12"/>
          </p:nvPr>
        </p:nvSpPr>
        <p:spPr/>
        <p:txBody>
          <a:bodyPr/>
          <a:lstStyle/>
          <a:p>
            <a:fld id="{4267CD5E-26CF-4249-8540-BB1D07FD4227}" type="slidenum">
              <a:rPr lang="en-US" smtClean="0"/>
              <a:t>12</a:t>
            </a:fld>
            <a:endParaRPr lang="en-US"/>
          </a:p>
        </p:txBody>
      </p:sp>
    </p:spTree>
    <p:extLst>
      <p:ext uri="{BB962C8B-B14F-4D97-AF65-F5344CB8AC3E}">
        <p14:creationId xmlns:p14="http://schemas.microsoft.com/office/powerpoint/2010/main" val="29694321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0F70C-BD50-7DFA-BF62-E0C064024237}"/>
              </a:ext>
            </a:extLst>
          </p:cNvPr>
          <p:cNvSpPr>
            <a:spLocks noGrp="1"/>
          </p:cNvSpPr>
          <p:nvPr>
            <p:ph type="title"/>
          </p:nvPr>
        </p:nvSpPr>
        <p:spPr/>
        <p:txBody>
          <a:bodyPr/>
          <a:lstStyle/>
          <a:p>
            <a:r>
              <a:rPr lang="en-US" sz="3600" dirty="0">
                <a:solidFill>
                  <a:srgbClr val="000000">
                    <a:alpha val="100000"/>
                  </a:srgbClr>
                </a:solidFill>
                <a:latin typeface="Arial" panose="020B0604020202090204"/>
                <a:cs typeface="Arial" panose="020B0604020202090204"/>
              </a:rPr>
              <a:t>What is COCOMO?</a:t>
            </a:r>
          </a:p>
        </p:txBody>
      </p:sp>
      <p:sp>
        <p:nvSpPr>
          <p:cNvPr id="4" name="Content Placeholder 3">
            <a:extLst>
              <a:ext uri="{FF2B5EF4-FFF2-40B4-BE49-F238E27FC236}">
                <a16:creationId xmlns:a16="http://schemas.microsoft.com/office/drawing/2014/main" id="{87D93D23-E94D-68B5-CBE7-EC6B1BAE5CD1}"/>
              </a:ext>
            </a:extLst>
          </p:cNvPr>
          <p:cNvSpPr>
            <a:spLocks noGrp="1"/>
          </p:cNvSpPr>
          <p:nvPr>
            <p:ph idx="1"/>
          </p:nvPr>
        </p:nvSpPr>
        <p:spPr>
          <a:xfrm>
            <a:off x="644771" y="1494502"/>
            <a:ext cx="10709031" cy="4587645"/>
          </a:xfrm>
        </p:spPr>
        <p:txBody>
          <a:bodyPr>
            <a:normAutofit/>
          </a:bodyPr>
          <a:lstStyle/>
          <a:p>
            <a:endParaRPr lang="en-US" sz="2000" b="1" dirty="0">
              <a:solidFill>
                <a:schemeClr val="accent5">
                  <a:lumMod val="10000"/>
                </a:schemeClr>
              </a:solidFill>
              <a:latin typeface="Arial" panose="020B0604020202020204" pitchFamily="34" charset="0"/>
              <a:cs typeface="Arial" panose="020B0604020202020204" pitchFamily="34" charset="0"/>
            </a:endParaRPr>
          </a:p>
          <a:p>
            <a:r>
              <a:rPr lang="en-US" sz="2000" b="1" dirty="0">
                <a:solidFill>
                  <a:schemeClr val="accent5">
                    <a:lumMod val="10000"/>
                  </a:schemeClr>
                </a:solidFill>
                <a:latin typeface="Arial" panose="020B0604020202020204" pitchFamily="34" charset="0"/>
                <a:cs typeface="Arial" panose="020B0604020202020204" pitchFamily="34" charset="0"/>
              </a:rPr>
              <a:t>COCOMO estimates in FDD (Feature-Driven Development)</a:t>
            </a:r>
            <a:r>
              <a:rPr lang="en-US" sz="2000" dirty="0">
                <a:solidFill>
                  <a:schemeClr val="accent5">
                    <a:lumMod val="10000"/>
                  </a:schemeClr>
                </a:solidFill>
                <a:latin typeface="Arial" panose="020B0604020202020204" pitchFamily="34" charset="0"/>
                <a:cs typeface="Arial" panose="020B0604020202020204" pitchFamily="34" charset="0"/>
              </a:rPr>
              <a:t> refer to using the </a:t>
            </a:r>
            <a:r>
              <a:rPr lang="en-US" sz="2000" b="1" dirty="0">
                <a:solidFill>
                  <a:schemeClr val="accent5">
                    <a:lumMod val="10000"/>
                  </a:schemeClr>
                </a:solidFill>
                <a:latin typeface="Arial" panose="020B0604020202020204" pitchFamily="34" charset="0"/>
                <a:cs typeface="Arial" panose="020B0604020202020204" pitchFamily="34" charset="0"/>
              </a:rPr>
              <a:t>COCOMO (Constructive Cost Model)</a:t>
            </a:r>
            <a:r>
              <a:rPr lang="en-US" sz="2000" dirty="0">
                <a:solidFill>
                  <a:schemeClr val="accent5">
                    <a:lumMod val="10000"/>
                  </a:schemeClr>
                </a:solidFill>
                <a:latin typeface="Arial" panose="020B0604020202020204" pitchFamily="34" charset="0"/>
                <a:cs typeface="Arial" panose="020B0604020202020204" pitchFamily="34" charset="0"/>
              </a:rPr>
              <a:t> to estimate effort, cost, and schedule within </a:t>
            </a:r>
            <a:r>
              <a:rPr lang="en-US" sz="2000" b="1" dirty="0">
                <a:solidFill>
                  <a:schemeClr val="accent5">
                    <a:lumMod val="10000"/>
                  </a:schemeClr>
                </a:solidFill>
                <a:latin typeface="Arial" panose="020B0604020202020204" pitchFamily="34" charset="0"/>
                <a:cs typeface="Arial" panose="020B0604020202020204" pitchFamily="34" charset="0"/>
              </a:rPr>
              <a:t>Feature-Driven Development (FDD)</a:t>
            </a:r>
            <a:r>
              <a:rPr lang="en-US" sz="2000" dirty="0">
                <a:solidFill>
                  <a:schemeClr val="accent5">
                    <a:lumMod val="10000"/>
                  </a:schemeClr>
                </a:solidFill>
                <a:latin typeface="Arial" panose="020B0604020202020204" pitchFamily="34" charset="0"/>
                <a:cs typeface="Arial" panose="020B0604020202020204" pitchFamily="34" charset="0"/>
              </a:rPr>
              <a:t> agile context.</a:t>
            </a:r>
          </a:p>
          <a:p>
            <a:endParaRPr lang="en-US" sz="2000" dirty="0">
              <a:solidFill>
                <a:schemeClr val="accent5">
                  <a:lumMod val="10000"/>
                </a:schemeClr>
              </a:solidFill>
              <a:latin typeface="Arial" panose="020B0604020202020204" pitchFamily="34" charset="0"/>
              <a:cs typeface="Arial" panose="020B0604020202020204" pitchFamily="34" charset="0"/>
            </a:endParaRPr>
          </a:p>
          <a:p>
            <a:r>
              <a:rPr lang="en-US" sz="2000" dirty="0">
                <a:solidFill>
                  <a:schemeClr val="accent5">
                    <a:lumMod val="10000"/>
                  </a:schemeClr>
                </a:solidFill>
                <a:latin typeface="Arial" panose="020B0604020202020204" pitchFamily="34" charset="0"/>
                <a:cs typeface="Arial" panose="020B0604020202020204" pitchFamily="34" charset="0"/>
              </a:rPr>
              <a:t>COCOMO is a traditional software estimation model that:</a:t>
            </a:r>
          </a:p>
          <a:p>
            <a:pPr lvl="1"/>
            <a:r>
              <a:rPr lang="en-US" sz="2000" dirty="0">
                <a:solidFill>
                  <a:schemeClr val="accent5">
                    <a:lumMod val="10000"/>
                  </a:schemeClr>
                </a:solidFill>
                <a:latin typeface="Arial" panose="020B0604020202020204" pitchFamily="34" charset="0"/>
                <a:cs typeface="Arial" panose="020B0604020202020204" pitchFamily="34" charset="0"/>
              </a:rPr>
              <a:t>Estimates </a:t>
            </a:r>
            <a:r>
              <a:rPr lang="en-US" sz="2000" b="1" dirty="0">
                <a:solidFill>
                  <a:schemeClr val="accent5">
                    <a:lumMod val="10000"/>
                  </a:schemeClr>
                </a:solidFill>
                <a:latin typeface="Arial" panose="020B0604020202020204" pitchFamily="34" charset="0"/>
                <a:cs typeface="Arial" panose="020B0604020202020204" pitchFamily="34" charset="0"/>
              </a:rPr>
              <a:t>effort (person-months)</a:t>
            </a:r>
            <a:r>
              <a:rPr lang="en-US" sz="2000" dirty="0">
                <a:solidFill>
                  <a:schemeClr val="accent5">
                    <a:lumMod val="10000"/>
                  </a:schemeClr>
                </a:solidFill>
                <a:latin typeface="Arial" panose="020B0604020202020204" pitchFamily="34" charset="0"/>
                <a:cs typeface="Arial" panose="020B0604020202020204" pitchFamily="34" charset="0"/>
              </a:rPr>
              <a:t> </a:t>
            </a:r>
          </a:p>
          <a:p>
            <a:pPr lvl="1"/>
            <a:r>
              <a:rPr lang="en-US" sz="2000" dirty="0">
                <a:solidFill>
                  <a:schemeClr val="accent5">
                    <a:lumMod val="10000"/>
                  </a:schemeClr>
                </a:solidFill>
                <a:latin typeface="Arial" panose="020B0604020202020204" pitchFamily="34" charset="0"/>
                <a:cs typeface="Arial" panose="020B0604020202020204" pitchFamily="34" charset="0"/>
              </a:rPr>
              <a:t>Predicts </a:t>
            </a:r>
            <a:r>
              <a:rPr lang="en-US" sz="2000" b="1" dirty="0">
                <a:solidFill>
                  <a:schemeClr val="accent5">
                    <a:lumMod val="10000"/>
                  </a:schemeClr>
                </a:solidFill>
                <a:latin typeface="Arial" panose="020B0604020202020204" pitchFamily="34" charset="0"/>
                <a:cs typeface="Arial" panose="020B0604020202020204" pitchFamily="34" charset="0"/>
              </a:rPr>
              <a:t>development time</a:t>
            </a:r>
            <a:r>
              <a:rPr lang="en-US" sz="2000" dirty="0">
                <a:solidFill>
                  <a:schemeClr val="accent5">
                    <a:lumMod val="10000"/>
                  </a:schemeClr>
                </a:solidFill>
                <a:latin typeface="Arial" panose="020B0604020202020204" pitchFamily="34" charset="0"/>
                <a:cs typeface="Arial" panose="020B0604020202020204" pitchFamily="34" charset="0"/>
              </a:rPr>
              <a:t> </a:t>
            </a:r>
          </a:p>
          <a:p>
            <a:pPr lvl="1"/>
            <a:r>
              <a:rPr lang="en-US" sz="2000" dirty="0">
                <a:solidFill>
                  <a:schemeClr val="accent5">
                    <a:lumMod val="10000"/>
                  </a:schemeClr>
                </a:solidFill>
                <a:latin typeface="Arial" panose="020B0604020202020204" pitchFamily="34" charset="0"/>
                <a:cs typeface="Arial" panose="020B0604020202020204" pitchFamily="34" charset="0"/>
              </a:rPr>
              <a:t>Calculates </a:t>
            </a:r>
            <a:r>
              <a:rPr lang="en-US" sz="2000" b="1" dirty="0">
                <a:solidFill>
                  <a:schemeClr val="accent5">
                    <a:lumMod val="10000"/>
                  </a:schemeClr>
                </a:solidFill>
                <a:latin typeface="Arial" panose="020B0604020202020204" pitchFamily="34" charset="0"/>
                <a:cs typeface="Arial" panose="020B0604020202020204" pitchFamily="34" charset="0"/>
              </a:rPr>
              <a:t>cost</a:t>
            </a:r>
            <a:r>
              <a:rPr lang="en-US" sz="2000" dirty="0">
                <a:solidFill>
                  <a:schemeClr val="accent5">
                    <a:lumMod val="10000"/>
                  </a:schemeClr>
                </a:solidFill>
                <a:latin typeface="Arial" panose="020B0604020202020204" pitchFamily="34" charset="0"/>
                <a:cs typeface="Arial" panose="020B0604020202020204" pitchFamily="34" charset="0"/>
              </a:rPr>
              <a:t> based on project size (usually in lines of code) and other factors</a:t>
            </a:r>
          </a:p>
          <a:p>
            <a:endParaRPr lang="en-US" sz="2000" dirty="0"/>
          </a:p>
        </p:txBody>
      </p:sp>
      <p:sp>
        <p:nvSpPr>
          <p:cNvPr id="5" name="Slide Number Placeholder 4">
            <a:extLst>
              <a:ext uri="{FF2B5EF4-FFF2-40B4-BE49-F238E27FC236}">
                <a16:creationId xmlns:a16="http://schemas.microsoft.com/office/drawing/2014/main" id="{59A0BC9A-E53E-5294-C1C6-3C4EAA92FA14}"/>
              </a:ext>
            </a:extLst>
          </p:cNvPr>
          <p:cNvSpPr>
            <a:spLocks noGrp="1"/>
          </p:cNvSpPr>
          <p:nvPr>
            <p:ph type="sldNum" sz="quarter" idx="12"/>
          </p:nvPr>
        </p:nvSpPr>
        <p:spPr/>
        <p:txBody>
          <a:bodyPr/>
          <a:lstStyle/>
          <a:p>
            <a:fld id="{4267CD5E-26CF-4249-8540-BB1D07FD4227}" type="slidenum">
              <a:rPr lang="en-US" smtClean="0"/>
              <a:t>13</a:t>
            </a:fld>
            <a:endParaRPr lang="en-US"/>
          </a:p>
        </p:txBody>
      </p:sp>
    </p:spTree>
    <p:extLst>
      <p:ext uri="{BB962C8B-B14F-4D97-AF65-F5344CB8AC3E}">
        <p14:creationId xmlns:p14="http://schemas.microsoft.com/office/powerpoint/2010/main" val="22739877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dirty="0">
                <a:solidFill>
                  <a:srgbClr val="000000">
                    <a:alpha val="100000"/>
                  </a:srgbClr>
                </a:solidFill>
                <a:latin typeface="Arial" panose="020B0604020202090204"/>
                <a:ea typeface="Arial" panose="020B0604020202090204"/>
                <a:cs typeface="Arial" panose="020B0604020202090204"/>
                <a:sym typeface="+mn-ea"/>
              </a:rPr>
              <a:t>Motivation</a:t>
            </a:r>
            <a:r>
              <a:rPr spc="32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Some</a:t>
            </a:r>
            <a:r>
              <a:rPr spc="32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Cocomo</a:t>
            </a:r>
            <a:r>
              <a:rPr spc="29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estimates</a:t>
            </a:r>
            <a:endParaRPr lang="en-US" dirty="0"/>
          </a:p>
        </p:txBody>
      </p:sp>
      <p:sp>
        <p:nvSpPr>
          <p:cNvPr id="2" name="Content Placeholder 1"/>
          <p:cNvSpPr>
            <a:spLocks noGrp="1"/>
          </p:cNvSpPr>
          <p:nvPr>
            <p:ph idx="1"/>
          </p:nvPr>
        </p:nvSpPr>
        <p:spPr>
          <a:xfrm>
            <a:off x="644525" y="1294765"/>
            <a:ext cx="10709275" cy="4787265"/>
          </a:xfrm>
        </p:spPr>
        <p:txBody>
          <a:bodyPr/>
          <a:lstStyle/>
          <a:p>
            <a:pPr algn="l" rtl="0" eaLnBrk="0">
              <a:lnSpc>
                <a:spcPct val="83000"/>
              </a:lnSpc>
            </a:pPr>
            <a:r>
              <a:rPr sz="2000" spc="-50" dirty="0">
                <a:solidFill>
                  <a:srgbClr val="000000">
                    <a:alpha val="100000"/>
                  </a:srgbClr>
                </a:solidFill>
                <a:latin typeface="Arial" panose="020B0604020202090204"/>
                <a:ea typeface="Arial" panose="020B0604020202090204"/>
                <a:cs typeface="Arial" panose="020B0604020202090204"/>
                <a:sym typeface="+mn-ea"/>
              </a:rPr>
              <a:t>So far, we’ve looked at applying Agile Methods to relativel</a:t>
            </a:r>
            <a:r>
              <a:rPr sz="2000" spc="-20" dirty="0">
                <a:solidFill>
                  <a:srgbClr val="000000">
                    <a:alpha val="100000"/>
                  </a:srgbClr>
                </a:solidFill>
                <a:latin typeface="Arial" panose="020B0604020202090204"/>
                <a:ea typeface="Arial" panose="020B0604020202090204"/>
                <a:cs typeface="Arial" panose="020B0604020202090204"/>
                <a:sym typeface="+mn-ea"/>
              </a:rPr>
              <a:t>y</a:t>
            </a:r>
            <a:r>
              <a:rPr sz="2000" spc="-50" dirty="0">
                <a:solidFill>
                  <a:srgbClr val="000000">
                    <a:alpha val="100000"/>
                  </a:srgbClr>
                </a:solidFill>
                <a:latin typeface="Arial" panose="020B0604020202090204"/>
                <a:ea typeface="Arial" panose="020B0604020202090204"/>
                <a:cs typeface="Arial" panose="020B0604020202090204"/>
                <a:sym typeface="+mn-ea"/>
              </a:rPr>
              <a:t> </a:t>
            </a:r>
            <a:r>
              <a:rPr sz="2000" dirty="0">
                <a:solidFill>
                  <a:srgbClr val="000000">
                    <a:alpha val="100000"/>
                  </a:srgbClr>
                </a:solidFill>
                <a:latin typeface="Arial" panose="020B0604020202090204"/>
                <a:ea typeface="Arial" panose="020B0604020202090204"/>
                <a:cs typeface="Arial" panose="020B0604020202090204"/>
                <a:sym typeface="+mn-ea"/>
              </a:rPr>
              <a:t>small</a:t>
            </a:r>
            <a:r>
              <a:rPr sz="2000" spc="-50" dirty="0">
                <a:solidFill>
                  <a:srgbClr val="000000">
                    <a:alpha val="100000"/>
                  </a:srgbClr>
                </a:solidFill>
                <a:latin typeface="Arial" panose="020B0604020202090204"/>
                <a:ea typeface="Arial" panose="020B0604020202090204"/>
                <a:cs typeface="Arial" panose="020B0604020202090204"/>
                <a:sym typeface="+mn-ea"/>
              </a:rPr>
              <a:t> </a:t>
            </a:r>
            <a:r>
              <a:rPr sz="2000" dirty="0">
                <a:solidFill>
                  <a:srgbClr val="000000">
                    <a:alpha val="100000"/>
                  </a:srgbClr>
                </a:solidFill>
                <a:latin typeface="Arial" panose="020B0604020202090204"/>
                <a:ea typeface="Arial" panose="020B0604020202090204"/>
                <a:cs typeface="Arial" panose="020B0604020202090204"/>
                <a:sym typeface="+mn-ea"/>
              </a:rPr>
              <a:t>projects</a:t>
            </a:r>
            <a:r>
              <a:rPr lang="en-US" sz="2000" dirty="0">
                <a:solidFill>
                  <a:srgbClr val="000000">
                    <a:alpha val="100000"/>
                  </a:srgbClr>
                </a:solidFill>
                <a:latin typeface="Arial" panose="020B0604020202090204"/>
                <a:ea typeface="Arial" panose="020B0604020202090204"/>
                <a:cs typeface="Arial" panose="020B0604020202090204"/>
                <a:sym typeface="+mn-ea"/>
              </a:rPr>
              <a:t>.</a:t>
            </a:r>
            <a:endParaRPr lang="en-US" altLang="en-US" sz="2000" dirty="0"/>
          </a:p>
          <a:p>
            <a:pPr marL="21590" algn="l" rtl="0" eaLnBrk="0">
              <a:lnSpc>
                <a:spcPts val="2390"/>
              </a:lnSpc>
              <a:spcBef>
                <a:spcPts val="1200"/>
              </a:spcBef>
            </a:pPr>
            <a:r>
              <a:rPr sz="2000" spc="-30" dirty="0">
                <a:solidFill>
                  <a:srgbClr val="000000">
                    <a:alpha val="100000"/>
                  </a:srgbClr>
                </a:solidFill>
                <a:latin typeface="Arial" panose="020B0604020202090204"/>
                <a:ea typeface="Arial" panose="020B0604020202090204"/>
                <a:cs typeface="Arial" panose="020B0604020202090204"/>
                <a:sym typeface="+mn-ea"/>
              </a:rPr>
              <a:t>How do we scale Agile Methods to l</a:t>
            </a:r>
            <a:r>
              <a:rPr sz="2000" spc="-20" dirty="0">
                <a:solidFill>
                  <a:srgbClr val="000000">
                    <a:alpha val="100000"/>
                  </a:srgbClr>
                </a:solidFill>
                <a:latin typeface="Arial" panose="020B0604020202090204"/>
                <a:ea typeface="Arial" panose="020B0604020202090204"/>
                <a:cs typeface="Arial" panose="020B0604020202090204"/>
                <a:sym typeface="+mn-ea"/>
              </a:rPr>
              <a:t>a</a:t>
            </a:r>
            <a:r>
              <a:rPr sz="2000" dirty="0">
                <a:solidFill>
                  <a:srgbClr val="000000">
                    <a:alpha val="100000"/>
                  </a:srgbClr>
                </a:solidFill>
                <a:latin typeface="Arial" panose="020B0604020202090204"/>
                <a:ea typeface="Arial" panose="020B0604020202090204"/>
                <a:cs typeface="Arial" panose="020B0604020202090204"/>
                <a:sym typeface="+mn-ea"/>
              </a:rPr>
              <a:t>rger</a:t>
            </a:r>
            <a:r>
              <a:rPr sz="2000" spc="-30" dirty="0">
                <a:solidFill>
                  <a:srgbClr val="000000">
                    <a:alpha val="100000"/>
                  </a:srgbClr>
                </a:solidFill>
                <a:latin typeface="Arial" panose="020B0604020202090204"/>
                <a:ea typeface="Arial" panose="020B0604020202090204"/>
                <a:cs typeface="Arial" panose="020B0604020202090204"/>
                <a:sym typeface="+mn-ea"/>
              </a:rPr>
              <a:t> </a:t>
            </a:r>
            <a:r>
              <a:rPr sz="2000" dirty="0">
                <a:solidFill>
                  <a:srgbClr val="000000">
                    <a:alpha val="100000"/>
                  </a:srgbClr>
                </a:solidFill>
                <a:latin typeface="Arial" panose="020B0604020202090204"/>
                <a:ea typeface="Arial" panose="020B0604020202090204"/>
                <a:cs typeface="Arial" panose="020B0604020202090204"/>
                <a:sym typeface="+mn-ea"/>
              </a:rPr>
              <a:t>projects</a:t>
            </a:r>
            <a:r>
              <a:rPr sz="2000" spc="-30" dirty="0">
                <a:solidFill>
                  <a:srgbClr val="000000">
                    <a:alpha val="100000"/>
                  </a:srgbClr>
                </a:solidFill>
                <a:latin typeface="Arial" panose="020B0604020202090204"/>
                <a:ea typeface="Arial" panose="020B0604020202090204"/>
                <a:cs typeface="Arial" panose="020B0604020202090204"/>
                <a:sym typeface="+mn-ea"/>
              </a:rPr>
              <a:t>?</a:t>
            </a:r>
          </a:p>
          <a:p>
            <a:pPr marL="478790" lvl="1" algn="l" rtl="0" eaLnBrk="0">
              <a:lnSpc>
                <a:spcPts val="2390"/>
              </a:lnSpc>
              <a:spcBef>
                <a:spcPts val="1200"/>
              </a:spcBef>
            </a:pPr>
            <a:r>
              <a:rPr sz="2000" spc="-20" dirty="0">
                <a:solidFill>
                  <a:srgbClr val="000000">
                    <a:alpha val="100000"/>
                  </a:srgbClr>
                </a:solidFill>
                <a:latin typeface="Arial" panose="020B0604020202090204"/>
                <a:ea typeface="Arial" panose="020B0604020202090204"/>
                <a:cs typeface="Arial" panose="020B0604020202090204"/>
                <a:sym typeface="+mn-ea"/>
              </a:rPr>
              <a:t>Many more developers wor</a:t>
            </a:r>
            <a:r>
              <a:rPr sz="2000" spc="-10" dirty="0">
                <a:solidFill>
                  <a:srgbClr val="000000">
                    <a:alpha val="100000"/>
                  </a:srgbClr>
                </a:solidFill>
                <a:latin typeface="Arial" panose="020B0604020202090204"/>
                <a:ea typeface="Arial" panose="020B0604020202090204"/>
                <a:cs typeface="Arial" panose="020B0604020202090204"/>
                <a:sym typeface="+mn-ea"/>
              </a:rPr>
              <a:t>k</a:t>
            </a:r>
            <a:r>
              <a:rPr sz="2000" dirty="0">
                <a:solidFill>
                  <a:srgbClr val="000000">
                    <a:alpha val="100000"/>
                  </a:srgbClr>
                </a:solidFill>
                <a:latin typeface="Arial" panose="020B0604020202090204"/>
                <a:ea typeface="Arial" panose="020B0604020202090204"/>
                <a:cs typeface="Arial" panose="020B0604020202090204"/>
                <a:sym typeface="+mn-ea"/>
              </a:rPr>
              <a:t>ing</a:t>
            </a:r>
            <a:r>
              <a:rPr sz="2000" spc="-20" dirty="0">
                <a:solidFill>
                  <a:srgbClr val="000000">
                    <a:alpha val="100000"/>
                  </a:srgbClr>
                </a:solidFill>
                <a:latin typeface="Arial" panose="020B0604020202090204"/>
                <a:ea typeface="Arial" panose="020B0604020202090204"/>
                <a:cs typeface="Arial" panose="020B0604020202090204"/>
                <a:sym typeface="+mn-ea"/>
              </a:rPr>
              <a:t> </a:t>
            </a:r>
            <a:r>
              <a:rPr sz="2000" dirty="0">
                <a:solidFill>
                  <a:srgbClr val="000000">
                    <a:alpha val="100000"/>
                  </a:srgbClr>
                </a:solidFill>
                <a:latin typeface="Arial" panose="020B0604020202090204"/>
                <a:ea typeface="Arial" panose="020B0604020202090204"/>
                <a:cs typeface="Arial" panose="020B0604020202090204"/>
                <a:sym typeface="+mn-ea"/>
              </a:rPr>
              <a:t>much</a:t>
            </a:r>
            <a:r>
              <a:rPr sz="2000" spc="-20" dirty="0">
                <a:solidFill>
                  <a:srgbClr val="000000">
                    <a:alpha val="100000"/>
                  </a:srgbClr>
                </a:solidFill>
                <a:latin typeface="Arial" panose="020B0604020202090204"/>
                <a:ea typeface="Arial" panose="020B0604020202090204"/>
                <a:cs typeface="Arial" panose="020B0604020202090204"/>
                <a:sym typeface="+mn-ea"/>
              </a:rPr>
              <a:t> </a:t>
            </a:r>
            <a:r>
              <a:rPr sz="2000" dirty="0">
                <a:solidFill>
                  <a:srgbClr val="000000">
                    <a:alpha val="100000"/>
                  </a:srgbClr>
                </a:solidFill>
                <a:latin typeface="Arial" panose="020B0604020202090204"/>
                <a:ea typeface="Arial" panose="020B0604020202090204"/>
                <a:cs typeface="Arial" panose="020B0604020202090204"/>
                <a:sym typeface="+mn-ea"/>
              </a:rPr>
              <a:t>longer</a:t>
            </a:r>
            <a:r>
              <a:rPr sz="2000" spc="-20" dirty="0">
                <a:solidFill>
                  <a:srgbClr val="000000">
                    <a:alpha val="100000"/>
                  </a:srgbClr>
                </a:solidFill>
                <a:latin typeface="Arial" panose="020B0604020202090204"/>
                <a:ea typeface="Arial" panose="020B0604020202090204"/>
                <a:cs typeface="Arial" panose="020B0604020202090204"/>
                <a:sym typeface="+mn-ea"/>
              </a:rPr>
              <a:t> </a:t>
            </a:r>
            <a:r>
              <a:rPr sz="2000" dirty="0">
                <a:solidFill>
                  <a:srgbClr val="000000">
                    <a:alpha val="100000"/>
                  </a:srgbClr>
                </a:solidFill>
                <a:latin typeface="Arial" panose="020B0604020202090204"/>
                <a:ea typeface="Arial" panose="020B0604020202090204"/>
                <a:cs typeface="Arial" panose="020B0604020202090204"/>
                <a:sym typeface="+mn-ea"/>
              </a:rPr>
              <a:t>times</a:t>
            </a:r>
            <a:r>
              <a:rPr lang="en-US" sz="2000" dirty="0">
                <a:solidFill>
                  <a:srgbClr val="000000">
                    <a:alpha val="100000"/>
                  </a:srgbClr>
                </a:solidFill>
                <a:latin typeface="Arial" panose="020B0604020202090204"/>
                <a:ea typeface="Arial" panose="020B0604020202090204"/>
                <a:cs typeface="Arial" panose="020B0604020202090204"/>
                <a:sym typeface="+mn-ea"/>
              </a:rPr>
              <a:t>.</a:t>
            </a:r>
            <a:endParaRPr sz="2000" dirty="0">
              <a:solidFill>
                <a:srgbClr val="000000">
                  <a:alpha val="100000"/>
                </a:srgbClr>
              </a:solidFill>
              <a:latin typeface="Arial" panose="020B0604020202090204"/>
              <a:ea typeface="Arial" panose="020B0604020202090204"/>
              <a:cs typeface="Arial" panose="020B0604020202090204"/>
              <a:sym typeface="+mn-ea"/>
            </a:endParaRPr>
          </a:p>
          <a:p>
            <a:pPr marL="478790" lvl="1" algn="l" rtl="0" eaLnBrk="0">
              <a:lnSpc>
                <a:spcPts val="2390"/>
              </a:lnSpc>
              <a:spcBef>
                <a:spcPts val="1200"/>
              </a:spcBef>
            </a:pPr>
            <a:r>
              <a:rPr sz="2000" spc="-20" dirty="0">
                <a:solidFill>
                  <a:srgbClr val="000000">
                    <a:alpha val="100000"/>
                  </a:srgbClr>
                </a:solidFill>
                <a:latin typeface="Arial" panose="020B0604020202090204"/>
                <a:ea typeface="Arial" panose="020B0604020202090204"/>
                <a:cs typeface="Arial" panose="020B0604020202090204"/>
                <a:sym typeface="+mn-ea"/>
              </a:rPr>
              <a:t>Techniques we’ve discussed so far won’t work for very la</a:t>
            </a:r>
            <a:r>
              <a:rPr sz="2000" spc="-10" dirty="0">
                <a:solidFill>
                  <a:srgbClr val="000000">
                    <a:alpha val="100000"/>
                  </a:srgbClr>
                </a:solidFill>
                <a:latin typeface="Arial" panose="020B0604020202090204"/>
                <a:ea typeface="Arial" panose="020B0604020202090204"/>
                <a:cs typeface="Arial" panose="020B0604020202090204"/>
                <a:sym typeface="+mn-ea"/>
              </a:rPr>
              <a:t>r</a:t>
            </a:r>
            <a:r>
              <a:rPr sz="2000" dirty="0">
                <a:solidFill>
                  <a:srgbClr val="000000">
                    <a:alpha val="100000"/>
                  </a:srgbClr>
                </a:solidFill>
                <a:latin typeface="Arial" panose="020B0604020202090204"/>
                <a:ea typeface="Arial" panose="020B0604020202090204"/>
                <a:cs typeface="Arial" panose="020B0604020202090204"/>
                <a:sym typeface="+mn-ea"/>
              </a:rPr>
              <a:t>ge</a:t>
            </a:r>
            <a:r>
              <a:rPr sz="2000" spc="-20" dirty="0">
                <a:solidFill>
                  <a:srgbClr val="000000">
                    <a:alpha val="100000"/>
                  </a:srgbClr>
                </a:solidFill>
                <a:latin typeface="Arial" panose="020B0604020202090204"/>
                <a:ea typeface="Arial" panose="020B0604020202090204"/>
                <a:cs typeface="Arial" panose="020B0604020202090204"/>
                <a:sym typeface="+mn-ea"/>
              </a:rPr>
              <a:t> </a:t>
            </a:r>
            <a:r>
              <a:rPr sz="2000" dirty="0">
                <a:solidFill>
                  <a:srgbClr val="000000">
                    <a:alpha val="100000"/>
                  </a:srgbClr>
                </a:solidFill>
                <a:latin typeface="Arial" panose="020B0604020202090204"/>
                <a:ea typeface="Arial" panose="020B0604020202090204"/>
                <a:cs typeface="Arial" panose="020B0604020202090204"/>
                <a:sym typeface="+mn-ea"/>
              </a:rPr>
              <a:t>projects</a:t>
            </a:r>
            <a:r>
              <a:rPr lang="en-US" sz="2000" dirty="0">
                <a:solidFill>
                  <a:srgbClr val="000000">
                    <a:alpha val="100000"/>
                  </a:srgbClr>
                </a:solidFill>
                <a:latin typeface="Arial" panose="020B0604020202090204"/>
                <a:ea typeface="Arial" panose="020B0604020202090204"/>
                <a:cs typeface="Arial" panose="020B0604020202090204"/>
                <a:sym typeface="+mn-ea"/>
              </a:rPr>
              <a:t>.</a:t>
            </a:r>
            <a:endParaRPr lang="en-US" altLang="en-US" sz="2000" dirty="0"/>
          </a:p>
          <a:p>
            <a:endParaRPr lang="en-US" sz="2000" dirty="0"/>
          </a:p>
        </p:txBody>
      </p:sp>
      <p:sp>
        <p:nvSpPr>
          <p:cNvPr id="3" name="Slide Number Placeholder 2"/>
          <p:cNvSpPr>
            <a:spLocks noGrp="1"/>
          </p:cNvSpPr>
          <p:nvPr>
            <p:ph type="sldNum" sz="quarter" idx="12"/>
          </p:nvPr>
        </p:nvSpPr>
        <p:spPr/>
        <p:txBody>
          <a:bodyPr/>
          <a:lstStyle/>
          <a:p>
            <a:fld id="{4267CD5E-26CF-4249-8540-BB1D07FD4227}" type="slidenum">
              <a:rPr lang="en-US" smtClean="0"/>
              <a:t>14</a:t>
            </a:fld>
            <a:endParaRPr lang="en-US"/>
          </a:p>
        </p:txBody>
      </p:sp>
      <p:graphicFrame>
        <p:nvGraphicFramePr>
          <p:cNvPr id="25" name="table 25"/>
          <p:cNvGraphicFramePr>
            <a:graphicFrameLocks noGrp="1"/>
          </p:cNvGraphicFramePr>
          <p:nvPr>
            <p:custDataLst>
              <p:tags r:id="rId1"/>
            </p:custDataLst>
          </p:nvPr>
        </p:nvGraphicFramePr>
        <p:xfrm>
          <a:off x="2702128" y="3282513"/>
          <a:ext cx="6635750" cy="2781809"/>
        </p:xfrm>
        <a:graphic>
          <a:graphicData uri="http://schemas.openxmlformats.org/drawingml/2006/table">
            <a:tbl>
              <a:tblPr/>
              <a:tblGrid>
                <a:gridCol w="1108075">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gridCol w="1104900">
                  <a:extLst>
                    <a:ext uri="{9D8B030D-6E8A-4147-A177-3AD203B41FA5}">
                      <a16:colId xmlns:a16="http://schemas.microsoft.com/office/drawing/2014/main" val="20002"/>
                    </a:ext>
                  </a:extLst>
                </a:gridCol>
                <a:gridCol w="1155700">
                  <a:extLst>
                    <a:ext uri="{9D8B030D-6E8A-4147-A177-3AD203B41FA5}">
                      <a16:colId xmlns:a16="http://schemas.microsoft.com/office/drawing/2014/main" val="20003"/>
                    </a:ext>
                  </a:extLst>
                </a:gridCol>
                <a:gridCol w="1054100">
                  <a:extLst>
                    <a:ext uri="{9D8B030D-6E8A-4147-A177-3AD203B41FA5}">
                      <a16:colId xmlns:a16="http://schemas.microsoft.com/office/drawing/2014/main" val="20004"/>
                    </a:ext>
                  </a:extLst>
                </a:gridCol>
                <a:gridCol w="1108075">
                  <a:extLst>
                    <a:ext uri="{9D8B030D-6E8A-4147-A177-3AD203B41FA5}">
                      <a16:colId xmlns:a16="http://schemas.microsoft.com/office/drawing/2014/main" val="20005"/>
                    </a:ext>
                  </a:extLst>
                </a:gridCol>
              </a:tblGrid>
              <a:tr h="869314">
                <a:tc>
                  <a:txBody>
                    <a:bodyPr/>
                    <a:lstStyle/>
                    <a:p>
                      <a:pPr algn="l" rtl="0" eaLnBrk="0">
                        <a:lnSpc>
                          <a:spcPct val="108000"/>
                        </a:lnSpc>
                      </a:pPr>
                      <a:endParaRPr lang="en-US" altLang="en-US" sz="1000" dirty="0"/>
                    </a:p>
                    <a:p>
                      <a:pPr algn="l" rtl="0" eaLnBrk="0">
                        <a:lnSpc>
                          <a:spcPct val="109000"/>
                        </a:lnSpc>
                      </a:pPr>
                      <a:endParaRPr lang="en-US" altLang="en-US" sz="1000" dirty="0"/>
                    </a:p>
                    <a:p>
                      <a:pPr algn="l" rtl="0" eaLnBrk="0">
                        <a:lnSpc>
                          <a:spcPct val="109000"/>
                        </a:lnSpc>
                      </a:pPr>
                      <a:endParaRPr lang="en-US" altLang="en-US" sz="1000" dirty="0"/>
                    </a:p>
                    <a:p>
                      <a:pPr algn="l" rtl="0" eaLnBrk="0">
                        <a:lnSpc>
                          <a:spcPct val="109000"/>
                        </a:lnSpc>
                      </a:pPr>
                      <a:endParaRPr lang="en-US" altLang="en-US" sz="1000" dirty="0"/>
                    </a:p>
                    <a:p>
                      <a:pPr marL="325120" algn="l" rtl="0" eaLnBrk="0">
                        <a:lnSpc>
                          <a:spcPct val="77000"/>
                        </a:lnSpc>
                        <a:spcBef>
                          <a:spcPts val="0"/>
                        </a:spcBef>
                      </a:pPr>
                      <a:r>
                        <a:rPr sz="1700" b="1" spc="20" dirty="0">
                          <a:solidFill>
                            <a:srgbClr val="000000">
                              <a:alpha val="100000"/>
                            </a:srgbClr>
                          </a:solidFill>
                          <a:latin typeface="Calibri"/>
                          <a:ea typeface="Calibri"/>
                          <a:cs typeface="Calibri"/>
                        </a:rPr>
                        <a:t>KLO</a:t>
                      </a:r>
                      <a:r>
                        <a:rPr sz="1700" b="1" spc="0" dirty="0">
                          <a:solidFill>
                            <a:srgbClr val="000000">
                              <a:alpha val="100000"/>
                            </a:srgbClr>
                          </a:solidFill>
                          <a:latin typeface="Calibri"/>
                          <a:ea typeface="Calibri"/>
                          <a:cs typeface="Calibri"/>
                        </a:rPr>
                        <a:t>C</a:t>
                      </a:r>
                      <a:endParaRPr lang="en-US" altLang="en-US" sz="17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41000"/>
                        </a:lnSpc>
                      </a:pPr>
                      <a:endParaRPr lang="en-US" altLang="en-US" sz="1000" dirty="0"/>
                    </a:p>
                    <a:p>
                      <a:pPr algn="l" rtl="0" eaLnBrk="0">
                        <a:lnSpc>
                          <a:spcPct val="141000"/>
                        </a:lnSpc>
                      </a:pPr>
                      <a:endParaRPr lang="en-US" altLang="en-US" sz="1000" dirty="0"/>
                    </a:p>
                    <a:p>
                      <a:pPr marL="207010" indent="-128905" algn="l" rtl="0" eaLnBrk="0">
                        <a:lnSpc>
                          <a:spcPct val="93000"/>
                        </a:lnSpc>
                        <a:spcBef>
                          <a:spcPts val="5"/>
                        </a:spcBef>
                      </a:pPr>
                      <a:r>
                        <a:rPr sz="1500" b="1" spc="0" dirty="0">
                          <a:solidFill>
                            <a:srgbClr val="000000">
                              <a:alpha val="100000"/>
                            </a:srgbClr>
                          </a:solidFill>
                          <a:latin typeface="Calibri"/>
                          <a:ea typeface="Calibri"/>
                          <a:cs typeface="Calibri"/>
                        </a:rPr>
                        <a:t>Effort</a:t>
                      </a:r>
                      <a:r>
                        <a:rPr sz="1500" spc="160" dirty="0">
                          <a:solidFill>
                            <a:srgbClr val="000000">
                              <a:alpha val="100000"/>
                            </a:srgbClr>
                          </a:solidFill>
                          <a:latin typeface="Calibri"/>
                          <a:ea typeface="Calibri"/>
                          <a:cs typeface="Calibri"/>
                        </a:rPr>
                        <a:t> </a:t>
                      </a:r>
                      <a:r>
                        <a:rPr sz="1500" b="1" spc="150" dirty="0">
                          <a:solidFill>
                            <a:srgbClr val="000000">
                              <a:alpha val="100000"/>
                            </a:srgbClr>
                          </a:solidFill>
                          <a:latin typeface="Calibri"/>
                          <a:ea typeface="Calibri"/>
                          <a:cs typeface="Calibri"/>
                        </a:rPr>
                        <a:t>(</a:t>
                      </a:r>
                      <a:r>
                        <a:rPr sz="1500" b="1" spc="0" dirty="0">
                          <a:solidFill>
                            <a:srgbClr val="000000">
                              <a:alpha val="100000"/>
                            </a:srgbClr>
                          </a:solidFill>
                          <a:latin typeface="Calibri"/>
                          <a:ea typeface="Calibri"/>
                          <a:cs typeface="Calibri"/>
                        </a:rPr>
                        <a:t>Staff</a:t>
                      </a:r>
                      <a:r>
                        <a:rPr sz="1500" spc="0" dirty="0">
                          <a:solidFill>
                            <a:srgbClr val="000000">
                              <a:alpha val="100000"/>
                            </a:srgbClr>
                          </a:solidFill>
                          <a:latin typeface="Calibri"/>
                          <a:ea typeface="Calibri"/>
                          <a:cs typeface="Calibri"/>
                        </a:rPr>
                        <a:t> </a:t>
                      </a:r>
                      <a:r>
                        <a:rPr sz="1500" b="1" spc="0" dirty="0">
                          <a:solidFill>
                            <a:srgbClr val="000000">
                              <a:alpha val="100000"/>
                            </a:srgbClr>
                          </a:solidFill>
                          <a:latin typeface="Calibri"/>
                          <a:ea typeface="Calibri"/>
                          <a:cs typeface="Calibri"/>
                        </a:rPr>
                        <a:t>Months</a:t>
                      </a:r>
                      <a:r>
                        <a:rPr sz="1500" b="1" spc="230" dirty="0">
                          <a:solidFill>
                            <a:srgbClr val="000000">
                              <a:alpha val="100000"/>
                            </a:srgbClr>
                          </a:solidFill>
                          <a:latin typeface="Calibri"/>
                          <a:ea typeface="Calibri"/>
                          <a:cs typeface="Calibri"/>
                        </a:rPr>
                        <a:t>)</a:t>
                      </a:r>
                      <a:endParaRPr lang="en-US" altLang="en-US" sz="15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24000"/>
                        </a:lnSpc>
                      </a:pPr>
                      <a:endParaRPr lang="en-US" altLang="en-US" sz="1000" dirty="0"/>
                    </a:p>
                    <a:p>
                      <a:pPr algn="l" rtl="0" eaLnBrk="0">
                        <a:lnSpc>
                          <a:spcPct val="125000"/>
                        </a:lnSpc>
                      </a:pPr>
                      <a:endParaRPr lang="en-US" altLang="en-US" sz="1000" dirty="0"/>
                    </a:p>
                    <a:p>
                      <a:pPr algn="l" rtl="0" eaLnBrk="0">
                        <a:lnSpc>
                          <a:spcPct val="7000"/>
                        </a:lnSpc>
                      </a:pPr>
                      <a:endParaRPr lang="en-US" altLang="en-US" sz="100" dirty="0"/>
                    </a:p>
                    <a:p>
                      <a:pPr marL="200660" indent="-60325" algn="l" rtl="0" eaLnBrk="0">
                        <a:lnSpc>
                          <a:spcPct val="91000"/>
                        </a:lnSpc>
                      </a:pPr>
                      <a:r>
                        <a:rPr sz="1700" b="1" spc="40" dirty="0">
                          <a:solidFill>
                            <a:srgbClr val="000000">
                              <a:alpha val="100000"/>
                            </a:srgbClr>
                          </a:solidFill>
                          <a:latin typeface="Calibri"/>
                          <a:ea typeface="Calibri"/>
                          <a:cs typeface="Calibri"/>
                        </a:rPr>
                        <a:t>Calend</a:t>
                      </a:r>
                      <a:r>
                        <a:rPr sz="1700" b="1" spc="30" dirty="0">
                          <a:solidFill>
                            <a:srgbClr val="000000">
                              <a:alpha val="100000"/>
                            </a:srgbClr>
                          </a:solidFill>
                          <a:latin typeface="Calibri"/>
                          <a:ea typeface="Calibri"/>
                          <a:cs typeface="Calibri"/>
                        </a:rPr>
                        <a:t>a</a:t>
                      </a:r>
                      <a:r>
                        <a:rPr sz="1700" b="1" spc="0" dirty="0">
                          <a:solidFill>
                            <a:srgbClr val="000000">
                              <a:alpha val="100000"/>
                            </a:srgbClr>
                          </a:solidFill>
                          <a:latin typeface="Calibri"/>
                          <a:ea typeface="Calibri"/>
                          <a:cs typeface="Calibri"/>
                        </a:rPr>
                        <a:t>r</a:t>
                      </a:r>
                      <a:r>
                        <a:rPr sz="1700" spc="0" dirty="0">
                          <a:solidFill>
                            <a:srgbClr val="000000">
                              <a:alpha val="100000"/>
                            </a:srgbClr>
                          </a:solidFill>
                          <a:latin typeface="Calibri"/>
                          <a:ea typeface="Calibri"/>
                          <a:cs typeface="Calibri"/>
                        </a:rPr>
                        <a:t>  </a:t>
                      </a:r>
                      <a:r>
                        <a:rPr sz="1700" b="1" spc="30" dirty="0">
                          <a:solidFill>
                            <a:srgbClr val="000000">
                              <a:alpha val="100000"/>
                            </a:srgbClr>
                          </a:solidFill>
                          <a:latin typeface="Calibri"/>
                          <a:ea typeface="Calibri"/>
                          <a:cs typeface="Calibri"/>
                        </a:rPr>
                        <a:t>Month</a:t>
                      </a:r>
                      <a:r>
                        <a:rPr sz="1700" b="1" spc="20" dirty="0">
                          <a:solidFill>
                            <a:srgbClr val="000000">
                              <a:alpha val="100000"/>
                            </a:srgbClr>
                          </a:solidFill>
                          <a:latin typeface="Calibri"/>
                          <a:ea typeface="Calibri"/>
                          <a:cs typeface="Calibri"/>
                        </a:rPr>
                        <a:t>s</a:t>
                      </a:r>
                      <a:endParaRPr lang="en-US" altLang="en-US" sz="17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80000"/>
                        </a:lnSpc>
                      </a:pPr>
                      <a:endParaRPr lang="en-US" altLang="en-US" sz="1000" dirty="0"/>
                    </a:p>
                    <a:p>
                      <a:pPr marL="80645" indent="144780" algn="l" rtl="0" eaLnBrk="0">
                        <a:lnSpc>
                          <a:spcPct val="100000"/>
                        </a:lnSpc>
                        <a:spcBef>
                          <a:spcPts val="5"/>
                        </a:spcBef>
                      </a:pPr>
                      <a:r>
                        <a:rPr sz="1300" b="1" spc="40" dirty="0">
                          <a:solidFill>
                            <a:srgbClr val="000000">
                              <a:alpha val="100000"/>
                            </a:srgbClr>
                          </a:solidFill>
                          <a:latin typeface="Calibri"/>
                          <a:ea typeface="Calibri"/>
                          <a:cs typeface="Calibri"/>
                        </a:rPr>
                        <a:t>Softwar</a:t>
                      </a:r>
                      <a:r>
                        <a:rPr sz="1300" b="1" spc="10" dirty="0">
                          <a:solidFill>
                            <a:srgbClr val="000000">
                              <a:alpha val="100000"/>
                            </a:srgbClr>
                          </a:solidFill>
                          <a:latin typeface="Calibri"/>
                          <a:ea typeface="Calibri"/>
                          <a:cs typeface="Calibri"/>
                        </a:rPr>
                        <a:t>e</a:t>
                      </a:r>
                      <a:r>
                        <a:rPr sz="1300" spc="0" dirty="0">
                          <a:solidFill>
                            <a:srgbClr val="000000">
                              <a:alpha val="100000"/>
                            </a:srgbClr>
                          </a:solidFill>
                          <a:latin typeface="Calibri"/>
                          <a:ea typeface="Calibri"/>
                          <a:cs typeface="Calibri"/>
                        </a:rPr>
                        <a:t>      </a:t>
                      </a:r>
                      <a:r>
                        <a:rPr sz="1300" b="1" spc="50" dirty="0">
                          <a:solidFill>
                            <a:srgbClr val="000000">
                              <a:alpha val="100000"/>
                            </a:srgbClr>
                          </a:solidFill>
                          <a:latin typeface="Calibri"/>
                          <a:ea typeface="Calibri"/>
                          <a:cs typeface="Calibri"/>
                        </a:rPr>
                        <a:t>Constructi</a:t>
                      </a:r>
                      <a:r>
                        <a:rPr sz="1300" b="1" spc="10" dirty="0">
                          <a:solidFill>
                            <a:srgbClr val="000000">
                              <a:alpha val="100000"/>
                            </a:srgbClr>
                          </a:solidFill>
                          <a:latin typeface="Calibri"/>
                          <a:ea typeface="Calibri"/>
                          <a:cs typeface="Calibri"/>
                        </a:rPr>
                        <a:t>o</a:t>
                      </a:r>
                      <a:r>
                        <a:rPr sz="1300" b="1" spc="0" dirty="0">
                          <a:solidFill>
                            <a:srgbClr val="000000">
                              <a:alpha val="100000"/>
                            </a:srgbClr>
                          </a:solidFill>
                          <a:latin typeface="Calibri"/>
                          <a:ea typeface="Calibri"/>
                          <a:cs typeface="Calibri"/>
                        </a:rPr>
                        <a:t>n</a:t>
                      </a:r>
                      <a:r>
                        <a:rPr sz="1300" spc="0" dirty="0">
                          <a:solidFill>
                            <a:srgbClr val="000000">
                              <a:alpha val="100000"/>
                            </a:srgbClr>
                          </a:solidFill>
                          <a:latin typeface="Calibri"/>
                          <a:ea typeface="Calibri"/>
                          <a:cs typeface="Calibri"/>
                        </a:rPr>
                        <a:t>  </a:t>
                      </a:r>
                      <a:r>
                        <a:rPr sz="1300" b="1" spc="0" dirty="0">
                          <a:solidFill>
                            <a:srgbClr val="000000">
                              <a:alpha val="100000"/>
                            </a:srgbClr>
                          </a:solidFill>
                          <a:latin typeface="Calibri"/>
                          <a:ea typeface="Calibri"/>
                          <a:cs typeface="Calibri"/>
                        </a:rPr>
                        <a:t>Staff</a:t>
                      </a:r>
                      <a:r>
                        <a:rPr sz="1300" spc="440" dirty="0">
                          <a:solidFill>
                            <a:srgbClr val="000000">
                              <a:alpha val="100000"/>
                            </a:srgbClr>
                          </a:solidFill>
                          <a:latin typeface="Calibri"/>
                          <a:ea typeface="Calibri"/>
                          <a:cs typeface="Calibri"/>
                        </a:rPr>
                        <a:t> </a:t>
                      </a:r>
                      <a:r>
                        <a:rPr sz="1300" b="1" spc="0" dirty="0">
                          <a:solidFill>
                            <a:srgbClr val="000000">
                              <a:alpha val="100000"/>
                            </a:srgbClr>
                          </a:solidFill>
                          <a:latin typeface="Calibri"/>
                          <a:ea typeface="Calibri"/>
                          <a:cs typeface="Calibri"/>
                        </a:rPr>
                        <a:t>Months</a:t>
                      </a:r>
                      <a:endParaRPr lang="en-US" altLang="en-US" sz="13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26000"/>
                        </a:lnSpc>
                      </a:pPr>
                      <a:endParaRPr lang="en-US" altLang="en-US" sz="300" dirty="0"/>
                    </a:p>
                    <a:p>
                      <a:pPr marL="225425" algn="l" rtl="0" eaLnBrk="0">
                        <a:lnSpc>
                          <a:spcPct val="82000"/>
                        </a:lnSpc>
                        <a:spcBef>
                          <a:spcPts val="0"/>
                        </a:spcBef>
                      </a:pPr>
                      <a:r>
                        <a:rPr sz="1200" b="1" spc="90" dirty="0">
                          <a:solidFill>
                            <a:srgbClr val="000000">
                              <a:alpha val="100000"/>
                            </a:srgbClr>
                          </a:solidFill>
                          <a:latin typeface="Calibri"/>
                          <a:ea typeface="Calibri"/>
                          <a:cs typeface="Calibri"/>
                        </a:rPr>
                        <a:t>Softwar</a:t>
                      </a:r>
                      <a:r>
                        <a:rPr sz="1200" b="1" spc="30" dirty="0">
                          <a:solidFill>
                            <a:srgbClr val="000000">
                              <a:alpha val="100000"/>
                            </a:srgbClr>
                          </a:solidFill>
                          <a:latin typeface="Calibri"/>
                          <a:ea typeface="Calibri"/>
                          <a:cs typeface="Calibri"/>
                        </a:rPr>
                        <a:t>e</a:t>
                      </a:r>
                      <a:endParaRPr lang="en-US" altLang="en-US" sz="1200" dirty="0"/>
                    </a:p>
                    <a:p>
                      <a:pPr marL="86360" algn="l" rtl="0" eaLnBrk="0">
                        <a:lnSpc>
                          <a:spcPct val="78000"/>
                        </a:lnSpc>
                        <a:spcBef>
                          <a:spcPts val="575"/>
                        </a:spcBef>
                      </a:pPr>
                      <a:r>
                        <a:rPr sz="1200" b="1" spc="90" dirty="0">
                          <a:solidFill>
                            <a:srgbClr val="000000">
                              <a:alpha val="100000"/>
                            </a:srgbClr>
                          </a:solidFill>
                          <a:latin typeface="Calibri"/>
                          <a:ea typeface="Calibri"/>
                          <a:cs typeface="Calibri"/>
                        </a:rPr>
                        <a:t>Constructio</a:t>
                      </a:r>
                      <a:r>
                        <a:rPr sz="1200" b="1" spc="10" dirty="0">
                          <a:solidFill>
                            <a:srgbClr val="000000">
                              <a:alpha val="100000"/>
                            </a:srgbClr>
                          </a:solidFill>
                          <a:latin typeface="Calibri"/>
                          <a:ea typeface="Calibri"/>
                          <a:cs typeface="Calibri"/>
                        </a:rPr>
                        <a:t>n</a:t>
                      </a:r>
                      <a:endParaRPr lang="en-US" altLang="en-US" sz="1200" dirty="0"/>
                    </a:p>
                    <a:p>
                      <a:pPr marL="231775" algn="l" rtl="0" eaLnBrk="0">
                        <a:lnSpc>
                          <a:spcPct val="79000"/>
                        </a:lnSpc>
                        <a:spcBef>
                          <a:spcPts val="545"/>
                        </a:spcBef>
                      </a:pPr>
                      <a:r>
                        <a:rPr sz="1200" b="1" spc="90" dirty="0">
                          <a:solidFill>
                            <a:srgbClr val="000000">
                              <a:alpha val="100000"/>
                            </a:srgbClr>
                          </a:solidFill>
                          <a:latin typeface="Calibri"/>
                          <a:ea typeface="Calibri"/>
                          <a:cs typeface="Calibri"/>
                        </a:rPr>
                        <a:t>Calenda</a:t>
                      </a:r>
                      <a:r>
                        <a:rPr sz="1200" b="1" spc="40" dirty="0">
                          <a:solidFill>
                            <a:srgbClr val="000000">
                              <a:alpha val="100000"/>
                            </a:srgbClr>
                          </a:solidFill>
                          <a:latin typeface="Calibri"/>
                          <a:ea typeface="Calibri"/>
                          <a:cs typeface="Calibri"/>
                        </a:rPr>
                        <a:t>r</a:t>
                      </a:r>
                      <a:endParaRPr lang="en-US" altLang="en-US" sz="1200" dirty="0"/>
                    </a:p>
                    <a:p>
                      <a:pPr algn="l" rtl="0" eaLnBrk="0">
                        <a:lnSpc>
                          <a:spcPct val="115000"/>
                        </a:lnSpc>
                      </a:pPr>
                      <a:endParaRPr lang="en-US" altLang="en-US" sz="400" dirty="0"/>
                    </a:p>
                    <a:p>
                      <a:pPr marL="278130" algn="l" rtl="0" eaLnBrk="0">
                        <a:lnSpc>
                          <a:spcPct val="81000"/>
                        </a:lnSpc>
                        <a:spcBef>
                          <a:spcPts val="5"/>
                        </a:spcBef>
                      </a:pPr>
                      <a:r>
                        <a:rPr sz="1200" b="1" spc="90" dirty="0">
                          <a:solidFill>
                            <a:srgbClr val="000000">
                              <a:alpha val="100000"/>
                            </a:srgbClr>
                          </a:solidFill>
                          <a:latin typeface="Calibri"/>
                          <a:ea typeface="Calibri"/>
                          <a:cs typeface="Calibri"/>
                        </a:rPr>
                        <a:t>Month</a:t>
                      </a:r>
                      <a:r>
                        <a:rPr sz="1200" b="1" spc="80" dirty="0">
                          <a:solidFill>
                            <a:srgbClr val="000000">
                              <a:alpha val="100000"/>
                            </a:srgbClr>
                          </a:solidFill>
                          <a:latin typeface="Calibri"/>
                          <a:ea typeface="Calibri"/>
                          <a:cs typeface="Calibri"/>
                        </a:rPr>
                        <a:t>s</a:t>
                      </a:r>
                      <a:endParaRPr lang="en-US" altLang="en-US" sz="12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10000"/>
                        </a:lnSpc>
                      </a:pPr>
                      <a:endParaRPr lang="en-US" altLang="en-US" sz="1000" dirty="0"/>
                    </a:p>
                    <a:p>
                      <a:pPr algn="l" rtl="0" eaLnBrk="0">
                        <a:lnSpc>
                          <a:spcPct val="110000"/>
                        </a:lnSpc>
                      </a:pPr>
                      <a:endParaRPr lang="en-US" altLang="en-US" sz="1000" dirty="0"/>
                    </a:p>
                    <a:p>
                      <a:pPr algn="l" rtl="0" eaLnBrk="0">
                        <a:lnSpc>
                          <a:spcPct val="111000"/>
                        </a:lnSpc>
                      </a:pPr>
                      <a:endParaRPr lang="en-US" altLang="en-US" sz="1000" dirty="0"/>
                    </a:p>
                    <a:p>
                      <a:pPr algn="l" rtl="0" eaLnBrk="0">
                        <a:lnSpc>
                          <a:spcPct val="111000"/>
                        </a:lnSpc>
                      </a:pPr>
                      <a:endParaRPr lang="en-US" altLang="en-US" sz="1000" dirty="0"/>
                    </a:p>
                    <a:p>
                      <a:pPr marL="307340" algn="l" rtl="0" eaLnBrk="0">
                        <a:lnSpc>
                          <a:spcPct val="79000"/>
                        </a:lnSpc>
                        <a:spcBef>
                          <a:spcPts val="5"/>
                        </a:spcBef>
                      </a:pPr>
                      <a:r>
                        <a:rPr sz="1500" b="1" spc="220" dirty="0">
                          <a:solidFill>
                            <a:srgbClr val="000000">
                              <a:alpha val="100000"/>
                            </a:srgbClr>
                          </a:solidFill>
                          <a:latin typeface="Calibri"/>
                          <a:ea typeface="Calibri"/>
                          <a:cs typeface="Calibri"/>
                        </a:rPr>
                        <a:t>#</a:t>
                      </a:r>
                      <a:r>
                        <a:rPr sz="1500" b="1" spc="0" dirty="0">
                          <a:solidFill>
                            <a:srgbClr val="000000">
                              <a:alpha val="100000"/>
                            </a:srgbClr>
                          </a:solidFill>
                          <a:latin typeface="Calibri"/>
                          <a:ea typeface="Calibri"/>
                          <a:cs typeface="Calibri"/>
                        </a:rPr>
                        <a:t>Staff</a:t>
                      </a:r>
                      <a:endParaRPr lang="en-US" altLang="en-US" sz="15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81000">
                <a:tc>
                  <a:txBody>
                    <a:bodyPr/>
                    <a:lstStyle/>
                    <a:p>
                      <a:pPr algn="l" rtl="0" eaLnBrk="0">
                        <a:lnSpc>
                          <a:spcPct val="116000"/>
                        </a:lnSpc>
                      </a:pPr>
                      <a:endParaRPr lang="en-US" altLang="en-US" sz="1000" dirty="0"/>
                    </a:p>
                    <a:p>
                      <a:pPr marL="516890" algn="l" rtl="0" eaLnBrk="0">
                        <a:lnSpc>
                          <a:spcPct val="76000"/>
                        </a:lnSpc>
                        <a:spcBef>
                          <a:spcPts val="5"/>
                        </a:spcBef>
                      </a:pPr>
                      <a:r>
                        <a:rPr sz="1700" spc="0" dirty="0">
                          <a:solidFill>
                            <a:srgbClr val="000000">
                              <a:alpha val="100000"/>
                            </a:srgbClr>
                          </a:solidFill>
                          <a:latin typeface="Calibri"/>
                          <a:ea typeface="Calibri"/>
                          <a:cs typeface="Calibri"/>
                        </a:rPr>
                        <a:t>1</a:t>
                      </a:r>
                      <a:endParaRPr lang="en-US" altLang="en-US" sz="17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16000"/>
                        </a:lnSpc>
                      </a:pPr>
                      <a:endParaRPr lang="en-US" altLang="en-US" sz="1000" dirty="0"/>
                    </a:p>
                    <a:p>
                      <a:pPr marL="415925" algn="l" rtl="0" eaLnBrk="0">
                        <a:lnSpc>
                          <a:spcPct val="76000"/>
                        </a:lnSpc>
                        <a:spcBef>
                          <a:spcPts val="5"/>
                        </a:spcBef>
                      </a:pPr>
                      <a:r>
                        <a:rPr sz="1700" spc="20">
                          <a:solidFill>
                            <a:srgbClr val="000000">
                              <a:alpha val="100000"/>
                            </a:srgbClr>
                          </a:solidFill>
                          <a:latin typeface="Calibri"/>
                          <a:ea typeface="Calibri"/>
                          <a:cs typeface="Calibri"/>
                        </a:rPr>
                        <a:t>0.</a:t>
                      </a:r>
                      <a:r>
                        <a:rPr sz="1700" spc="10">
                          <a:solidFill>
                            <a:srgbClr val="000000">
                              <a:alpha val="100000"/>
                            </a:srgbClr>
                          </a:solidFill>
                          <a:latin typeface="Calibri"/>
                          <a:ea typeface="Calibri"/>
                          <a:cs typeface="Calibri"/>
                        </a:rPr>
                        <a:t>5</a:t>
                      </a:r>
                      <a:endParaRPr lang="en-US" altLang="en-US" sz="17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14000"/>
                        </a:lnSpc>
                      </a:pPr>
                      <a:endParaRPr lang="en-US" altLang="en-US" sz="1000" dirty="0"/>
                    </a:p>
                    <a:p>
                      <a:pPr algn="l" rtl="0" eaLnBrk="0">
                        <a:lnSpc>
                          <a:spcPct val="8000"/>
                        </a:lnSpc>
                      </a:pPr>
                      <a:endParaRPr lang="en-US" altLang="en-US" sz="100" dirty="0"/>
                    </a:p>
                    <a:p>
                      <a:pPr marL="507365" algn="l" rtl="0" eaLnBrk="0">
                        <a:lnSpc>
                          <a:spcPct val="77000"/>
                        </a:lnSpc>
                      </a:pPr>
                      <a:r>
                        <a:rPr sz="1700" spc="0" dirty="0">
                          <a:solidFill>
                            <a:srgbClr val="000000">
                              <a:alpha val="100000"/>
                            </a:srgbClr>
                          </a:solidFill>
                          <a:latin typeface="Calibri"/>
                          <a:ea typeface="Calibri"/>
                          <a:cs typeface="Calibri"/>
                        </a:rPr>
                        <a:t>2</a:t>
                      </a:r>
                      <a:endParaRPr lang="en-US" altLang="en-US" sz="17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16000"/>
                        </a:lnSpc>
                      </a:pPr>
                      <a:endParaRPr lang="en-US" altLang="en-US" sz="1000" dirty="0"/>
                    </a:p>
                    <a:p>
                      <a:pPr marL="415925" algn="l" rtl="0" eaLnBrk="0">
                        <a:lnSpc>
                          <a:spcPct val="76000"/>
                        </a:lnSpc>
                        <a:spcBef>
                          <a:spcPts val="5"/>
                        </a:spcBef>
                      </a:pPr>
                      <a:r>
                        <a:rPr sz="1700" spc="20">
                          <a:solidFill>
                            <a:srgbClr val="000000">
                              <a:alpha val="100000"/>
                            </a:srgbClr>
                          </a:solidFill>
                          <a:latin typeface="Calibri"/>
                          <a:ea typeface="Calibri"/>
                          <a:cs typeface="Calibri"/>
                        </a:rPr>
                        <a:t>0.</a:t>
                      </a:r>
                      <a:r>
                        <a:rPr sz="1700" spc="10">
                          <a:solidFill>
                            <a:srgbClr val="000000">
                              <a:alpha val="100000"/>
                            </a:srgbClr>
                          </a:solidFill>
                          <a:latin typeface="Calibri"/>
                          <a:ea typeface="Calibri"/>
                          <a:cs typeface="Calibri"/>
                        </a:rPr>
                        <a:t>4</a:t>
                      </a:r>
                      <a:endParaRPr lang="en-US" altLang="en-US" sz="17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16000"/>
                        </a:lnSpc>
                      </a:pPr>
                      <a:endParaRPr lang="en-US" altLang="en-US" sz="1000" dirty="0"/>
                    </a:p>
                    <a:p>
                      <a:pPr marL="427355" algn="l" rtl="0" eaLnBrk="0">
                        <a:lnSpc>
                          <a:spcPct val="76000"/>
                        </a:lnSpc>
                        <a:spcBef>
                          <a:spcPts val="5"/>
                        </a:spcBef>
                      </a:pPr>
                      <a:r>
                        <a:rPr sz="1700" spc="-20">
                          <a:solidFill>
                            <a:srgbClr val="000000">
                              <a:alpha val="100000"/>
                            </a:srgbClr>
                          </a:solidFill>
                          <a:latin typeface="Calibri"/>
                          <a:ea typeface="Calibri"/>
                          <a:cs typeface="Calibri"/>
                        </a:rPr>
                        <a:t>1.</a:t>
                      </a:r>
                      <a:r>
                        <a:rPr sz="1700" spc="0">
                          <a:solidFill>
                            <a:srgbClr val="000000">
                              <a:alpha val="100000"/>
                            </a:srgbClr>
                          </a:solidFill>
                          <a:latin typeface="Calibri"/>
                          <a:ea typeface="Calibri"/>
                          <a:cs typeface="Calibri"/>
                        </a:rPr>
                        <a:t>2</a:t>
                      </a:r>
                      <a:endParaRPr lang="en-US" altLang="en-US" sz="17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16000"/>
                        </a:lnSpc>
                      </a:pPr>
                      <a:endParaRPr lang="en-US" altLang="en-US" sz="1000" dirty="0"/>
                    </a:p>
                    <a:p>
                      <a:pPr marL="415925" algn="l" rtl="0" eaLnBrk="0">
                        <a:lnSpc>
                          <a:spcPct val="76000"/>
                        </a:lnSpc>
                        <a:spcBef>
                          <a:spcPts val="5"/>
                        </a:spcBef>
                      </a:pPr>
                      <a:r>
                        <a:rPr sz="1700" spc="20">
                          <a:solidFill>
                            <a:srgbClr val="000000">
                              <a:alpha val="100000"/>
                            </a:srgbClr>
                          </a:solidFill>
                          <a:latin typeface="Calibri"/>
                          <a:ea typeface="Calibri"/>
                          <a:cs typeface="Calibri"/>
                        </a:rPr>
                        <a:t>0.</a:t>
                      </a:r>
                      <a:r>
                        <a:rPr sz="1700" spc="10">
                          <a:solidFill>
                            <a:srgbClr val="000000">
                              <a:alpha val="100000"/>
                            </a:srgbClr>
                          </a:solidFill>
                          <a:latin typeface="Calibri"/>
                          <a:ea typeface="Calibri"/>
                          <a:cs typeface="Calibri"/>
                        </a:rPr>
                        <a:t>3</a:t>
                      </a:r>
                      <a:endParaRPr lang="en-US" altLang="en-US" sz="17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81000">
                <a:tc>
                  <a:txBody>
                    <a:bodyPr/>
                    <a:lstStyle/>
                    <a:p>
                      <a:pPr algn="l" rtl="0" eaLnBrk="0">
                        <a:lnSpc>
                          <a:spcPct val="116000"/>
                        </a:lnSpc>
                      </a:pPr>
                      <a:endParaRPr lang="en-US" altLang="en-US" sz="1000" dirty="0"/>
                    </a:p>
                    <a:p>
                      <a:pPr marL="459105" algn="l" rtl="0" eaLnBrk="0">
                        <a:lnSpc>
                          <a:spcPct val="76000"/>
                        </a:lnSpc>
                        <a:spcBef>
                          <a:spcPts val="5"/>
                        </a:spcBef>
                      </a:pPr>
                      <a:r>
                        <a:rPr sz="1700" spc="-20" dirty="0">
                          <a:solidFill>
                            <a:srgbClr val="000000">
                              <a:alpha val="100000"/>
                            </a:srgbClr>
                          </a:solidFill>
                          <a:latin typeface="Calibri"/>
                          <a:ea typeface="Calibri"/>
                          <a:cs typeface="Calibri"/>
                        </a:rPr>
                        <a:t>1</a:t>
                      </a:r>
                      <a:r>
                        <a:rPr sz="1700" spc="-10" dirty="0">
                          <a:solidFill>
                            <a:srgbClr val="000000">
                              <a:alpha val="100000"/>
                            </a:srgbClr>
                          </a:solidFill>
                          <a:latin typeface="Calibri"/>
                          <a:ea typeface="Calibri"/>
                          <a:cs typeface="Calibri"/>
                        </a:rPr>
                        <a:t>0</a:t>
                      </a:r>
                      <a:endParaRPr lang="en-US" altLang="en-US" sz="17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16000"/>
                        </a:lnSpc>
                      </a:pPr>
                      <a:endParaRPr lang="en-US" altLang="en-US" sz="1000" dirty="0"/>
                    </a:p>
                    <a:p>
                      <a:pPr marL="419100" algn="l" rtl="0" eaLnBrk="0">
                        <a:lnSpc>
                          <a:spcPct val="76000"/>
                        </a:lnSpc>
                        <a:spcBef>
                          <a:spcPts val="5"/>
                        </a:spcBef>
                      </a:pPr>
                      <a:r>
                        <a:rPr sz="1700" spc="20">
                          <a:solidFill>
                            <a:srgbClr val="000000">
                              <a:alpha val="100000"/>
                            </a:srgbClr>
                          </a:solidFill>
                          <a:latin typeface="Calibri"/>
                          <a:ea typeface="Calibri"/>
                          <a:cs typeface="Calibri"/>
                        </a:rPr>
                        <a:t>5</a:t>
                      </a:r>
                      <a:r>
                        <a:rPr sz="1700" spc="10">
                          <a:solidFill>
                            <a:srgbClr val="000000">
                              <a:alpha val="100000"/>
                            </a:srgbClr>
                          </a:solidFill>
                          <a:latin typeface="Calibri"/>
                          <a:ea typeface="Calibri"/>
                          <a:cs typeface="Calibri"/>
                        </a:rPr>
                        <a:t>.</a:t>
                      </a:r>
                      <a:r>
                        <a:rPr sz="1700" spc="0">
                          <a:solidFill>
                            <a:srgbClr val="000000">
                              <a:alpha val="100000"/>
                            </a:srgbClr>
                          </a:solidFill>
                          <a:latin typeface="Calibri"/>
                          <a:ea typeface="Calibri"/>
                          <a:cs typeface="Calibri"/>
                        </a:rPr>
                        <a:t>8</a:t>
                      </a:r>
                      <a:endParaRPr lang="en-US" altLang="en-US" sz="17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16000"/>
                        </a:lnSpc>
                      </a:pPr>
                      <a:endParaRPr lang="en-US" altLang="en-US" sz="1000" dirty="0"/>
                    </a:p>
                    <a:p>
                      <a:pPr marL="413385" algn="l" rtl="0" eaLnBrk="0">
                        <a:lnSpc>
                          <a:spcPct val="76000"/>
                        </a:lnSpc>
                        <a:spcBef>
                          <a:spcPts val="5"/>
                        </a:spcBef>
                      </a:pPr>
                      <a:r>
                        <a:rPr sz="1700" spc="30">
                          <a:solidFill>
                            <a:srgbClr val="000000">
                              <a:alpha val="100000"/>
                            </a:srgbClr>
                          </a:solidFill>
                          <a:latin typeface="Calibri"/>
                          <a:ea typeface="Calibri"/>
                          <a:cs typeface="Calibri"/>
                        </a:rPr>
                        <a:t>4.</a:t>
                      </a:r>
                      <a:r>
                        <a:rPr sz="1700" spc="20">
                          <a:solidFill>
                            <a:srgbClr val="000000">
                              <a:alpha val="100000"/>
                            </a:srgbClr>
                          </a:solidFill>
                          <a:latin typeface="Calibri"/>
                          <a:ea typeface="Calibri"/>
                          <a:cs typeface="Calibri"/>
                        </a:rPr>
                        <a:t>4</a:t>
                      </a:r>
                      <a:endParaRPr lang="en-US" altLang="en-US" sz="17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16000"/>
                        </a:lnSpc>
                      </a:pPr>
                      <a:endParaRPr lang="en-US" altLang="en-US" sz="1000" dirty="0"/>
                    </a:p>
                    <a:p>
                      <a:pPr marL="413385" algn="l" rtl="0" eaLnBrk="0">
                        <a:lnSpc>
                          <a:spcPct val="76000"/>
                        </a:lnSpc>
                        <a:spcBef>
                          <a:spcPts val="5"/>
                        </a:spcBef>
                      </a:pPr>
                      <a:r>
                        <a:rPr sz="1700" spc="30">
                          <a:solidFill>
                            <a:srgbClr val="000000">
                              <a:alpha val="100000"/>
                            </a:srgbClr>
                          </a:solidFill>
                          <a:latin typeface="Calibri"/>
                          <a:ea typeface="Calibri"/>
                          <a:cs typeface="Calibri"/>
                        </a:rPr>
                        <a:t>4.</a:t>
                      </a:r>
                      <a:r>
                        <a:rPr sz="1700" spc="20">
                          <a:solidFill>
                            <a:srgbClr val="000000">
                              <a:alpha val="100000"/>
                            </a:srgbClr>
                          </a:solidFill>
                          <a:latin typeface="Calibri"/>
                          <a:ea typeface="Calibri"/>
                          <a:cs typeface="Calibri"/>
                        </a:rPr>
                        <a:t>4</a:t>
                      </a:r>
                      <a:endParaRPr lang="en-US" altLang="en-US" sz="17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16000"/>
                        </a:lnSpc>
                      </a:pPr>
                      <a:endParaRPr lang="en-US" altLang="en-US" sz="1000" dirty="0"/>
                    </a:p>
                    <a:p>
                      <a:pPr marL="421005" algn="l" rtl="0" eaLnBrk="0">
                        <a:lnSpc>
                          <a:spcPct val="76000"/>
                        </a:lnSpc>
                        <a:spcBef>
                          <a:spcPts val="5"/>
                        </a:spcBef>
                      </a:pPr>
                      <a:r>
                        <a:rPr sz="1700" spc="10">
                          <a:solidFill>
                            <a:srgbClr val="000000">
                              <a:alpha val="100000"/>
                            </a:srgbClr>
                          </a:solidFill>
                          <a:latin typeface="Calibri"/>
                          <a:ea typeface="Calibri"/>
                          <a:cs typeface="Calibri"/>
                        </a:rPr>
                        <a:t>2.</a:t>
                      </a:r>
                      <a:r>
                        <a:rPr sz="1700" spc="0">
                          <a:solidFill>
                            <a:srgbClr val="000000">
                              <a:alpha val="100000"/>
                            </a:srgbClr>
                          </a:solidFill>
                          <a:latin typeface="Calibri"/>
                          <a:ea typeface="Calibri"/>
                          <a:cs typeface="Calibri"/>
                        </a:rPr>
                        <a:t>7</a:t>
                      </a:r>
                      <a:endParaRPr lang="en-US" altLang="en-US" sz="17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16000"/>
                        </a:lnSpc>
                      </a:pPr>
                      <a:endParaRPr lang="en-US" altLang="en-US" sz="1000" dirty="0"/>
                    </a:p>
                    <a:p>
                      <a:pPr marL="427355" algn="l" rtl="0" eaLnBrk="0">
                        <a:lnSpc>
                          <a:spcPct val="76000"/>
                        </a:lnSpc>
                        <a:spcBef>
                          <a:spcPts val="5"/>
                        </a:spcBef>
                      </a:pPr>
                      <a:r>
                        <a:rPr sz="1700" spc="-20">
                          <a:solidFill>
                            <a:srgbClr val="000000">
                              <a:alpha val="100000"/>
                            </a:srgbClr>
                          </a:solidFill>
                          <a:latin typeface="Calibri"/>
                          <a:ea typeface="Calibri"/>
                          <a:cs typeface="Calibri"/>
                        </a:rPr>
                        <a:t>1.</a:t>
                      </a:r>
                      <a:r>
                        <a:rPr sz="1700" spc="0">
                          <a:solidFill>
                            <a:srgbClr val="000000">
                              <a:alpha val="100000"/>
                            </a:srgbClr>
                          </a:solidFill>
                          <a:latin typeface="Calibri"/>
                          <a:ea typeface="Calibri"/>
                          <a:cs typeface="Calibri"/>
                        </a:rPr>
                        <a:t>6</a:t>
                      </a:r>
                      <a:endParaRPr lang="en-US" altLang="en-US" sz="17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81000">
                <a:tc>
                  <a:txBody>
                    <a:bodyPr/>
                    <a:lstStyle/>
                    <a:p>
                      <a:pPr algn="l" rtl="0" eaLnBrk="0">
                        <a:lnSpc>
                          <a:spcPct val="116000"/>
                        </a:lnSpc>
                      </a:pPr>
                      <a:endParaRPr lang="en-US" altLang="en-US" sz="1000" dirty="0"/>
                    </a:p>
                    <a:p>
                      <a:pPr marL="401320" algn="l" rtl="0" eaLnBrk="0">
                        <a:lnSpc>
                          <a:spcPct val="76000"/>
                        </a:lnSpc>
                        <a:spcBef>
                          <a:spcPts val="5"/>
                        </a:spcBef>
                      </a:pPr>
                      <a:r>
                        <a:rPr sz="1700" spc="-10" dirty="0">
                          <a:solidFill>
                            <a:srgbClr val="000000">
                              <a:alpha val="100000"/>
                            </a:srgbClr>
                          </a:solidFill>
                          <a:latin typeface="Calibri"/>
                          <a:ea typeface="Calibri"/>
                          <a:cs typeface="Calibri"/>
                        </a:rPr>
                        <a:t>1</a:t>
                      </a:r>
                      <a:r>
                        <a:rPr sz="1700" spc="0" dirty="0">
                          <a:solidFill>
                            <a:srgbClr val="000000">
                              <a:alpha val="100000"/>
                            </a:srgbClr>
                          </a:solidFill>
                          <a:latin typeface="Calibri"/>
                          <a:ea typeface="Calibri"/>
                          <a:cs typeface="Calibri"/>
                        </a:rPr>
                        <a:t>00</a:t>
                      </a:r>
                      <a:endParaRPr lang="en-US" altLang="en-US" sz="17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16000"/>
                        </a:lnSpc>
                      </a:pPr>
                      <a:endParaRPr lang="en-US" altLang="en-US" sz="1000" dirty="0"/>
                    </a:p>
                    <a:p>
                      <a:pPr marL="361950" algn="l" rtl="0" eaLnBrk="0">
                        <a:lnSpc>
                          <a:spcPct val="76000"/>
                        </a:lnSpc>
                        <a:spcBef>
                          <a:spcPts val="5"/>
                        </a:spcBef>
                      </a:pPr>
                      <a:r>
                        <a:rPr sz="1700" spc="20">
                          <a:solidFill>
                            <a:srgbClr val="000000">
                              <a:alpha val="100000"/>
                            </a:srgbClr>
                          </a:solidFill>
                          <a:latin typeface="Calibri"/>
                          <a:ea typeface="Calibri"/>
                          <a:cs typeface="Calibri"/>
                        </a:rPr>
                        <a:t>64.</a:t>
                      </a:r>
                      <a:r>
                        <a:rPr sz="1700" spc="10">
                          <a:solidFill>
                            <a:srgbClr val="000000">
                              <a:alpha val="100000"/>
                            </a:srgbClr>
                          </a:solidFill>
                          <a:latin typeface="Calibri"/>
                          <a:ea typeface="Calibri"/>
                          <a:cs typeface="Calibri"/>
                        </a:rPr>
                        <a:t>2</a:t>
                      </a:r>
                      <a:endParaRPr lang="en-US" altLang="en-US" sz="17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16000"/>
                        </a:lnSpc>
                      </a:pPr>
                      <a:endParaRPr lang="en-US" altLang="en-US" sz="1000" dirty="0"/>
                    </a:p>
                    <a:p>
                      <a:pPr marL="417195" algn="l" rtl="0" eaLnBrk="0">
                        <a:lnSpc>
                          <a:spcPct val="76000"/>
                        </a:lnSpc>
                        <a:spcBef>
                          <a:spcPts val="5"/>
                        </a:spcBef>
                      </a:pPr>
                      <a:r>
                        <a:rPr sz="1700" spc="20">
                          <a:solidFill>
                            <a:srgbClr val="000000">
                              <a:alpha val="100000"/>
                            </a:srgbClr>
                          </a:solidFill>
                          <a:latin typeface="Calibri"/>
                          <a:ea typeface="Calibri"/>
                          <a:cs typeface="Calibri"/>
                        </a:rPr>
                        <a:t>9.</a:t>
                      </a:r>
                      <a:r>
                        <a:rPr sz="1700" spc="10">
                          <a:solidFill>
                            <a:srgbClr val="000000">
                              <a:alpha val="100000"/>
                            </a:srgbClr>
                          </a:solidFill>
                          <a:latin typeface="Calibri"/>
                          <a:ea typeface="Calibri"/>
                          <a:cs typeface="Calibri"/>
                        </a:rPr>
                        <a:t>7</a:t>
                      </a:r>
                      <a:endParaRPr lang="en-US" altLang="en-US" sz="17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16000"/>
                        </a:lnSpc>
                      </a:pPr>
                      <a:endParaRPr lang="en-US" altLang="en-US" sz="1000" dirty="0"/>
                    </a:p>
                    <a:p>
                      <a:pPr marL="355600" algn="l" rtl="0" eaLnBrk="0">
                        <a:lnSpc>
                          <a:spcPct val="76000"/>
                        </a:lnSpc>
                        <a:spcBef>
                          <a:spcPts val="5"/>
                        </a:spcBef>
                      </a:pPr>
                      <a:r>
                        <a:rPr sz="1700" spc="40">
                          <a:solidFill>
                            <a:srgbClr val="000000">
                              <a:alpha val="100000"/>
                            </a:srgbClr>
                          </a:solidFill>
                          <a:latin typeface="Calibri"/>
                          <a:ea typeface="Calibri"/>
                          <a:cs typeface="Calibri"/>
                        </a:rPr>
                        <a:t>48.</a:t>
                      </a:r>
                      <a:r>
                        <a:rPr sz="1700" spc="10">
                          <a:solidFill>
                            <a:srgbClr val="000000">
                              <a:alpha val="100000"/>
                            </a:srgbClr>
                          </a:solidFill>
                          <a:latin typeface="Calibri"/>
                          <a:ea typeface="Calibri"/>
                          <a:cs typeface="Calibri"/>
                        </a:rPr>
                        <a:t>8</a:t>
                      </a:r>
                      <a:endParaRPr lang="en-US" altLang="en-US" sz="17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16000"/>
                        </a:lnSpc>
                      </a:pPr>
                      <a:endParaRPr lang="en-US" altLang="en-US" sz="1000" dirty="0"/>
                    </a:p>
                    <a:p>
                      <a:pPr marL="506095" algn="l" rtl="0" eaLnBrk="0">
                        <a:lnSpc>
                          <a:spcPct val="76000"/>
                        </a:lnSpc>
                        <a:spcBef>
                          <a:spcPts val="5"/>
                        </a:spcBef>
                      </a:pPr>
                      <a:r>
                        <a:rPr sz="1700" spc="0" dirty="0">
                          <a:solidFill>
                            <a:srgbClr val="000000">
                              <a:alpha val="100000"/>
                            </a:srgbClr>
                          </a:solidFill>
                          <a:latin typeface="Calibri"/>
                          <a:ea typeface="Calibri"/>
                          <a:cs typeface="Calibri"/>
                        </a:rPr>
                        <a:t>6</a:t>
                      </a:r>
                      <a:endParaRPr lang="en-US" altLang="en-US" sz="17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16000"/>
                        </a:lnSpc>
                      </a:pPr>
                      <a:endParaRPr lang="en-US" altLang="en-US" sz="1000" dirty="0"/>
                    </a:p>
                    <a:p>
                      <a:pPr marL="417195" algn="l" rtl="0" eaLnBrk="0">
                        <a:lnSpc>
                          <a:spcPct val="76000"/>
                        </a:lnSpc>
                        <a:spcBef>
                          <a:spcPts val="5"/>
                        </a:spcBef>
                      </a:pPr>
                      <a:r>
                        <a:rPr sz="1700" spc="20">
                          <a:solidFill>
                            <a:srgbClr val="000000">
                              <a:alpha val="100000"/>
                            </a:srgbClr>
                          </a:solidFill>
                          <a:latin typeface="Calibri"/>
                          <a:ea typeface="Calibri"/>
                          <a:cs typeface="Calibri"/>
                        </a:rPr>
                        <a:t>8.</a:t>
                      </a:r>
                      <a:r>
                        <a:rPr sz="1700" spc="10">
                          <a:solidFill>
                            <a:srgbClr val="000000">
                              <a:alpha val="100000"/>
                            </a:srgbClr>
                          </a:solidFill>
                          <a:latin typeface="Calibri"/>
                          <a:ea typeface="Calibri"/>
                          <a:cs typeface="Calibri"/>
                        </a:rPr>
                        <a:t>1</a:t>
                      </a:r>
                      <a:endParaRPr lang="en-US" altLang="en-US" sz="17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81000">
                <a:tc>
                  <a:txBody>
                    <a:bodyPr/>
                    <a:lstStyle/>
                    <a:p>
                      <a:pPr algn="l" rtl="0" eaLnBrk="0">
                        <a:lnSpc>
                          <a:spcPct val="115000"/>
                        </a:lnSpc>
                      </a:pPr>
                      <a:endParaRPr lang="en-US" altLang="en-US" sz="1000" dirty="0"/>
                    </a:p>
                    <a:p>
                      <a:pPr algn="l" rtl="0" eaLnBrk="0">
                        <a:lnSpc>
                          <a:spcPct val="9000"/>
                        </a:lnSpc>
                      </a:pPr>
                      <a:endParaRPr lang="en-US" altLang="en-US" sz="100" dirty="0"/>
                    </a:p>
                    <a:p>
                      <a:pPr marL="311150" algn="l" rtl="0" eaLnBrk="0">
                        <a:lnSpc>
                          <a:spcPct val="77000"/>
                        </a:lnSpc>
                      </a:pPr>
                      <a:r>
                        <a:rPr sz="1700" b="1" spc="20" dirty="0">
                          <a:solidFill>
                            <a:srgbClr val="FF0000">
                              <a:alpha val="100000"/>
                            </a:srgbClr>
                          </a:solidFill>
                          <a:latin typeface="Calibri"/>
                          <a:ea typeface="Calibri"/>
                          <a:cs typeface="Calibri"/>
                        </a:rPr>
                        <a:t>1,00</a:t>
                      </a:r>
                      <a:r>
                        <a:rPr sz="1700" b="1" spc="10" dirty="0">
                          <a:solidFill>
                            <a:srgbClr val="FF0000">
                              <a:alpha val="100000"/>
                            </a:srgbClr>
                          </a:solidFill>
                          <a:latin typeface="Calibri"/>
                          <a:ea typeface="Calibri"/>
                          <a:cs typeface="Calibri"/>
                        </a:rPr>
                        <a:t>0</a:t>
                      </a:r>
                      <a:endParaRPr lang="en-US" altLang="en-US" sz="17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14000"/>
                        </a:lnSpc>
                      </a:pPr>
                      <a:endParaRPr lang="en-US" altLang="en-US" sz="1000" dirty="0"/>
                    </a:p>
                    <a:p>
                      <a:pPr algn="l" rtl="0" eaLnBrk="0">
                        <a:lnSpc>
                          <a:spcPct val="7000"/>
                        </a:lnSpc>
                      </a:pPr>
                      <a:endParaRPr lang="en-US" altLang="en-US" sz="100" dirty="0"/>
                    </a:p>
                    <a:p>
                      <a:pPr marL="299720" algn="l" rtl="0" eaLnBrk="0">
                        <a:lnSpc>
                          <a:spcPct val="77000"/>
                        </a:lnSpc>
                      </a:pPr>
                      <a:r>
                        <a:rPr sz="1700" b="1" spc="40">
                          <a:solidFill>
                            <a:srgbClr val="FF0000">
                              <a:alpha val="100000"/>
                            </a:srgbClr>
                          </a:solidFill>
                          <a:latin typeface="Calibri"/>
                          <a:ea typeface="Calibri"/>
                          <a:cs typeface="Calibri"/>
                        </a:rPr>
                        <a:t>708</a:t>
                      </a:r>
                      <a:r>
                        <a:rPr sz="1700" b="1" spc="30">
                          <a:solidFill>
                            <a:srgbClr val="FF0000">
                              <a:alpha val="100000"/>
                            </a:srgbClr>
                          </a:solidFill>
                          <a:latin typeface="Calibri"/>
                          <a:ea typeface="Calibri"/>
                          <a:cs typeface="Calibri"/>
                        </a:rPr>
                        <a:t>.</a:t>
                      </a:r>
                      <a:r>
                        <a:rPr sz="1700" b="1" spc="0">
                          <a:solidFill>
                            <a:srgbClr val="FF0000">
                              <a:alpha val="100000"/>
                            </a:srgbClr>
                          </a:solidFill>
                          <a:latin typeface="Calibri"/>
                          <a:ea typeface="Calibri"/>
                          <a:cs typeface="Calibri"/>
                        </a:rPr>
                        <a:t>4</a:t>
                      </a:r>
                      <a:endParaRPr lang="en-US" altLang="en-US" sz="17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14000"/>
                        </a:lnSpc>
                      </a:pPr>
                      <a:endParaRPr lang="en-US" altLang="en-US" sz="1000" dirty="0"/>
                    </a:p>
                    <a:p>
                      <a:pPr algn="l" rtl="0" eaLnBrk="0">
                        <a:lnSpc>
                          <a:spcPct val="7000"/>
                        </a:lnSpc>
                      </a:pPr>
                      <a:endParaRPr lang="en-US" altLang="en-US" sz="100" dirty="0"/>
                    </a:p>
                    <a:p>
                      <a:pPr marL="358140" algn="l" rtl="0" eaLnBrk="0">
                        <a:lnSpc>
                          <a:spcPct val="77000"/>
                        </a:lnSpc>
                      </a:pPr>
                      <a:r>
                        <a:rPr sz="1700" b="1" spc="30">
                          <a:solidFill>
                            <a:srgbClr val="FF0000">
                              <a:alpha val="100000"/>
                            </a:srgbClr>
                          </a:solidFill>
                          <a:latin typeface="Calibri"/>
                          <a:ea typeface="Calibri"/>
                          <a:cs typeface="Calibri"/>
                        </a:rPr>
                        <a:t>21.</a:t>
                      </a:r>
                      <a:r>
                        <a:rPr sz="1700" b="1" spc="0">
                          <a:solidFill>
                            <a:srgbClr val="FF0000">
                              <a:alpha val="100000"/>
                            </a:srgbClr>
                          </a:solidFill>
                          <a:latin typeface="Calibri"/>
                          <a:ea typeface="Calibri"/>
                          <a:cs typeface="Calibri"/>
                        </a:rPr>
                        <a:t>3</a:t>
                      </a:r>
                      <a:endParaRPr lang="en-US" altLang="en-US" sz="17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14000"/>
                        </a:lnSpc>
                      </a:pPr>
                      <a:endParaRPr lang="en-US" altLang="en-US" sz="1000" dirty="0"/>
                    </a:p>
                    <a:p>
                      <a:pPr algn="l" rtl="0" eaLnBrk="0">
                        <a:lnSpc>
                          <a:spcPct val="7000"/>
                        </a:lnSpc>
                      </a:pPr>
                      <a:endParaRPr lang="en-US" altLang="en-US" sz="100" dirty="0"/>
                    </a:p>
                    <a:p>
                      <a:pPr marL="300990" algn="l" rtl="0" eaLnBrk="0">
                        <a:lnSpc>
                          <a:spcPct val="77000"/>
                        </a:lnSpc>
                      </a:pPr>
                      <a:r>
                        <a:rPr sz="1700" b="1" spc="30">
                          <a:solidFill>
                            <a:srgbClr val="FF0000">
                              <a:alpha val="100000"/>
                            </a:srgbClr>
                          </a:solidFill>
                          <a:latin typeface="Calibri"/>
                          <a:ea typeface="Calibri"/>
                          <a:cs typeface="Calibri"/>
                        </a:rPr>
                        <a:t>538.</a:t>
                      </a:r>
                      <a:r>
                        <a:rPr sz="1700" b="1" spc="10">
                          <a:solidFill>
                            <a:srgbClr val="FF0000">
                              <a:alpha val="100000"/>
                            </a:srgbClr>
                          </a:solidFill>
                          <a:latin typeface="Calibri"/>
                          <a:ea typeface="Calibri"/>
                          <a:cs typeface="Calibri"/>
                        </a:rPr>
                        <a:t>4</a:t>
                      </a:r>
                      <a:endParaRPr lang="en-US" altLang="en-US" sz="17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14000"/>
                        </a:lnSpc>
                      </a:pPr>
                      <a:endParaRPr lang="en-US" altLang="en-US" sz="1000" dirty="0"/>
                    </a:p>
                    <a:p>
                      <a:pPr algn="l" rtl="0" eaLnBrk="0">
                        <a:lnSpc>
                          <a:spcPct val="7000"/>
                        </a:lnSpc>
                      </a:pPr>
                      <a:endParaRPr lang="en-US" altLang="en-US" sz="100" dirty="0"/>
                    </a:p>
                    <a:p>
                      <a:pPr marL="365125" algn="l" rtl="0" eaLnBrk="0">
                        <a:lnSpc>
                          <a:spcPct val="77000"/>
                        </a:lnSpc>
                      </a:pPr>
                      <a:r>
                        <a:rPr sz="1700" b="1" spc="20">
                          <a:solidFill>
                            <a:srgbClr val="FF0000">
                              <a:alpha val="100000"/>
                            </a:srgbClr>
                          </a:solidFill>
                          <a:latin typeface="Calibri"/>
                          <a:ea typeface="Calibri"/>
                          <a:cs typeface="Calibri"/>
                        </a:rPr>
                        <a:t>13</a:t>
                      </a:r>
                      <a:r>
                        <a:rPr sz="1700" b="1" spc="0">
                          <a:solidFill>
                            <a:srgbClr val="FF0000">
                              <a:alpha val="100000"/>
                            </a:srgbClr>
                          </a:solidFill>
                          <a:latin typeface="Calibri"/>
                          <a:ea typeface="Calibri"/>
                          <a:cs typeface="Calibri"/>
                        </a:rPr>
                        <a:t>.3</a:t>
                      </a:r>
                      <a:endParaRPr lang="en-US" altLang="en-US" sz="17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14000"/>
                        </a:lnSpc>
                      </a:pPr>
                      <a:endParaRPr lang="en-US" altLang="en-US" sz="1000" dirty="0"/>
                    </a:p>
                    <a:p>
                      <a:pPr algn="l" rtl="0" eaLnBrk="0">
                        <a:lnSpc>
                          <a:spcPct val="7000"/>
                        </a:lnSpc>
                      </a:pPr>
                      <a:endParaRPr lang="en-US" altLang="en-US" sz="100" dirty="0"/>
                    </a:p>
                    <a:p>
                      <a:pPr marL="352425" algn="l" rtl="0" eaLnBrk="0">
                        <a:lnSpc>
                          <a:spcPct val="77000"/>
                        </a:lnSpc>
                      </a:pPr>
                      <a:r>
                        <a:rPr sz="1700" b="1" spc="40">
                          <a:solidFill>
                            <a:srgbClr val="FF0000">
                              <a:alpha val="100000"/>
                            </a:srgbClr>
                          </a:solidFill>
                          <a:latin typeface="Calibri"/>
                          <a:ea typeface="Calibri"/>
                          <a:cs typeface="Calibri"/>
                        </a:rPr>
                        <a:t>40.</a:t>
                      </a:r>
                      <a:r>
                        <a:rPr sz="1700" b="1" spc="20">
                          <a:solidFill>
                            <a:srgbClr val="FF0000">
                              <a:alpha val="100000"/>
                            </a:srgbClr>
                          </a:solidFill>
                          <a:latin typeface="Calibri"/>
                          <a:ea typeface="Calibri"/>
                          <a:cs typeface="Calibri"/>
                        </a:rPr>
                        <a:t>4</a:t>
                      </a:r>
                      <a:endParaRPr lang="en-US" altLang="en-US" sz="17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84175">
                <a:tc>
                  <a:txBody>
                    <a:bodyPr/>
                    <a:lstStyle/>
                    <a:p>
                      <a:pPr algn="l" rtl="0" eaLnBrk="0">
                        <a:lnSpc>
                          <a:spcPct val="115000"/>
                        </a:lnSpc>
                      </a:pPr>
                      <a:endParaRPr lang="en-US" altLang="en-US" sz="1000" dirty="0"/>
                    </a:p>
                    <a:p>
                      <a:pPr algn="l" rtl="0" eaLnBrk="0">
                        <a:lnSpc>
                          <a:spcPct val="9000"/>
                        </a:lnSpc>
                      </a:pPr>
                      <a:endParaRPr lang="en-US" altLang="en-US" sz="100" dirty="0"/>
                    </a:p>
                    <a:p>
                      <a:pPr marL="252730" algn="l" rtl="0" eaLnBrk="0">
                        <a:lnSpc>
                          <a:spcPct val="77000"/>
                        </a:lnSpc>
                      </a:pPr>
                      <a:r>
                        <a:rPr sz="1700" b="1" spc="30" dirty="0">
                          <a:solidFill>
                            <a:srgbClr val="FF0000">
                              <a:alpha val="100000"/>
                            </a:srgbClr>
                          </a:solidFill>
                          <a:latin typeface="Calibri"/>
                          <a:ea typeface="Calibri"/>
                          <a:cs typeface="Calibri"/>
                        </a:rPr>
                        <a:t>10,0</a:t>
                      </a:r>
                      <a:r>
                        <a:rPr sz="1700" b="1" spc="20" dirty="0">
                          <a:solidFill>
                            <a:srgbClr val="FF0000">
                              <a:alpha val="100000"/>
                            </a:srgbClr>
                          </a:solidFill>
                          <a:latin typeface="Calibri"/>
                          <a:ea typeface="Calibri"/>
                          <a:cs typeface="Calibri"/>
                        </a:rPr>
                        <a:t>0</a:t>
                      </a:r>
                      <a:r>
                        <a:rPr sz="1700" b="1" spc="0" dirty="0">
                          <a:solidFill>
                            <a:srgbClr val="FF0000">
                              <a:alpha val="100000"/>
                            </a:srgbClr>
                          </a:solidFill>
                          <a:latin typeface="Calibri"/>
                          <a:ea typeface="Calibri"/>
                          <a:cs typeface="Calibri"/>
                        </a:rPr>
                        <a:t>0</a:t>
                      </a:r>
                      <a:endParaRPr lang="en-US" altLang="en-US" sz="17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14000"/>
                        </a:lnSpc>
                      </a:pPr>
                      <a:endParaRPr lang="en-US" altLang="en-US" sz="1000" dirty="0"/>
                    </a:p>
                    <a:p>
                      <a:pPr algn="l" rtl="0" eaLnBrk="0">
                        <a:lnSpc>
                          <a:spcPct val="7000"/>
                        </a:lnSpc>
                      </a:pPr>
                      <a:endParaRPr lang="en-US" altLang="en-US" sz="100" dirty="0"/>
                    </a:p>
                    <a:p>
                      <a:pPr marL="241935" algn="l" rtl="0" eaLnBrk="0">
                        <a:lnSpc>
                          <a:spcPct val="77000"/>
                        </a:lnSpc>
                      </a:pPr>
                      <a:r>
                        <a:rPr sz="1700" b="1" spc="40">
                          <a:solidFill>
                            <a:srgbClr val="FF0000">
                              <a:alpha val="100000"/>
                            </a:srgbClr>
                          </a:solidFill>
                          <a:latin typeface="Calibri"/>
                          <a:ea typeface="Calibri"/>
                          <a:cs typeface="Calibri"/>
                        </a:rPr>
                        <a:t>7815.</a:t>
                      </a:r>
                      <a:r>
                        <a:rPr sz="1700" b="1" spc="0">
                          <a:solidFill>
                            <a:srgbClr val="FF0000">
                              <a:alpha val="100000"/>
                            </a:srgbClr>
                          </a:solidFill>
                          <a:latin typeface="Calibri"/>
                          <a:ea typeface="Calibri"/>
                          <a:cs typeface="Calibri"/>
                        </a:rPr>
                        <a:t>5</a:t>
                      </a:r>
                      <a:endParaRPr lang="en-US" altLang="en-US" sz="17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16000"/>
                        </a:lnSpc>
                      </a:pPr>
                      <a:endParaRPr lang="en-US" altLang="en-US" sz="1000" dirty="0"/>
                    </a:p>
                    <a:p>
                      <a:pPr marL="352425" algn="l" rtl="0" eaLnBrk="0">
                        <a:lnSpc>
                          <a:spcPct val="76000"/>
                        </a:lnSpc>
                        <a:spcBef>
                          <a:spcPts val="5"/>
                        </a:spcBef>
                      </a:pPr>
                      <a:r>
                        <a:rPr sz="1700" b="1" spc="40">
                          <a:solidFill>
                            <a:srgbClr val="FF0000">
                              <a:alpha val="100000"/>
                            </a:srgbClr>
                          </a:solidFill>
                          <a:latin typeface="Calibri"/>
                          <a:ea typeface="Calibri"/>
                          <a:cs typeface="Calibri"/>
                        </a:rPr>
                        <a:t>47.</a:t>
                      </a:r>
                      <a:r>
                        <a:rPr sz="1700" b="1" spc="20">
                          <a:solidFill>
                            <a:srgbClr val="FF0000">
                              <a:alpha val="100000"/>
                            </a:srgbClr>
                          </a:solidFill>
                          <a:latin typeface="Calibri"/>
                          <a:ea typeface="Calibri"/>
                          <a:cs typeface="Calibri"/>
                        </a:rPr>
                        <a:t>1</a:t>
                      </a:r>
                      <a:endParaRPr lang="en-US" altLang="en-US" sz="17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14000"/>
                        </a:lnSpc>
                      </a:pPr>
                      <a:endParaRPr lang="en-US" altLang="en-US" sz="1000" dirty="0"/>
                    </a:p>
                    <a:p>
                      <a:pPr algn="l" rtl="0" eaLnBrk="0">
                        <a:lnSpc>
                          <a:spcPct val="7000"/>
                        </a:lnSpc>
                      </a:pPr>
                      <a:endParaRPr lang="en-US" altLang="en-US" sz="100" dirty="0"/>
                    </a:p>
                    <a:p>
                      <a:pPr marL="243205" algn="l" rtl="0" eaLnBrk="0">
                        <a:lnSpc>
                          <a:spcPct val="77000"/>
                        </a:lnSpc>
                      </a:pPr>
                      <a:r>
                        <a:rPr sz="1700" b="1" spc="40">
                          <a:solidFill>
                            <a:srgbClr val="FF0000">
                              <a:alpha val="100000"/>
                            </a:srgbClr>
                          </a:solidFill>
                          <a:latin typeface="Calibri"/>
                          <a:ea typeface="Calibri"/>
                          <a:cs typeface="Calibri"/>
                        </a:rPr>
                        <a:t>5939</a:t>
                      </a:r>
                      <a:r>
                        <a:rPr sz="1700" b="1" spc="30">
                          <a:solidFill>
                            <a:srgbClr val="FF0000">
                              <a:alpha val="100000"/>
                            </a:srgbClr>
                          </a:solidFill>
                          <a:latin typeface="Calibri"/>
                          <a:ea typeface="Calibri"/>
                          <a:cs typeface="Calibri"/>
                        </a:rPr>
                        <a:t>.</a:t>
                      </a:r>
                      <a:r>
                        <a:rPr sz="1700" b="1" spc="0">
                          <a:solidFill>
                            <a:srgbClr val="FF0000">
                              <a:alpha val="100000"/>
                            </a:srgbClr>
                          </a:solidFill>
                          <a:latin typeface="Calibri"/>
                          <a:ea typeface="Calibri"/>
                          <a:cs typeface="Calibri"/>
                        </a:rPr>
                        <a:t>7</a:t>
                      </a:r>
                      <a:endParaRPr lang="en-US" altLang="en-US" sz="17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14000"/>
                        </a:lnSpc>
                      </a:pPr>
                      <a:endParaRPr lang="en-US" altLang="en-US" sz="1000" dirty="0"/>
                    </a:p>
                    <a:p>
                      <a:pPr algn="l" rtl="0" eaLnBrk="0">
                        <a:lnSpc>
                          <a:spcPct val="7000"/>
                        </a:lnSpc>
                      </a:pPr>
                      <a:endParaRPr lang="en-US" altLang="en-US" sz="100" dirty="0"/>
                    </a:p>
                    <a:p>
                      <a:pPr marL="358140" algn="l" rtl="0" eaLnBrk="0">
                        <a:lnSpc>
                          <a:spcPct val="77000"/>
                        </a:lnSpc>
                      </a:pPr>
                      <a:r>
                        <a:rPr sz="1700" b="1" spc="30">
                          <a:solidFill>
                            <a:srgbClr val="FF0000">
                              <a:alpha val="100000"/>
                            </a:srgbClr>
                          </a:solidFill>
                          <a:latin typeface="Calibri"/>
                          <a:ea typeface="Calibri"/>
                          <a:cs typeface="Calibri"/>
                        </a:rPr>
                        <a:t>29.</a:t>
                      </a:r>
                      <a:r>
                        <a:rPr sz="1700" b="1" spc="0">
                          <a:solidFill>
                            <a:srgbClr val="FF0000">
                              <a:alpha val="100000"/>
                            </a:srgbClr>
                          </a:solidFill>
                          <a:latin typeface="Calibri"/>
                          <a:ea typeface="Calibri"/>
                          <a:cs typeface="Calibri"/>
                        </a:rPr>
                        <a:t>4</a:t>
                      </a:r>
                      <a:endParaRPr lang="en-US" altLang="en-US" sz="17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14000"/>
                        </a:lnSpc>
                      </a:pPr>
                      <a:endParaRPr lang="en-US" altLang="en-US" sz="1000" dirty="0"/>
                    </a:p>
                    <a:p>
                      <a:pPr algn="l" rtl="0" eaLnBrk="0">
                        <a:lnSpc>
                          <a:spcPct val="7000"/>
                        </a:lnSpc>
                      </a:pPr>
                      <a:endParaRPr lang="en-US" altLang="en-US" sz="100" dirty="0"/>
                    </a:p>
                    <a:p>
                      <a:pPr marL="300355" algn="l" rtl="0" eaLnBrk="0">
                        <a:lnSpc>
                          <a:spcPct val="77000"/>
                        </a:lnSpc>
                      </a:pPr>
                      <a:r>
                        <a:rPr sz="1700" b="1" spc="30">
                          <a:solidFill>
                            <a:srgbClr val="FF0000">
                              <a:alpha val="100000"/>
                            </a:srgbClr>
                          </a:solidFill>
                          <a:latin typeface="Calibri"/>
                          <a:ea typeface="Calibri"/>
                          <a:cs typeface="Calibri"/>
                        </a:rPr>
                        <a:t>201.</a:t>
                      </a:r>
                      <a:r>
                        <a:rPr sz="1700" b="1" spc="20">
                          <a:solidFill>
                            <a:srgbClr val="FF0000">
                              <a:alpha val="100000"/>
                            </a:srgbClr>
                          </a:solidFill>
                          <a:latin typeface="Calibri"/>
                          <a:ea typeface="Calibri"/>
                          <a:cs typeface="Calibri"/>
                        </a:rPr>
                        <a:t>7</a:t>
                      </a:r>
                      <a:endParaRPr lang="en-US" altLang="en-US" sz="1700" dirty="0"/>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E194E-5D26-0576-8B1D-4621065A60E9}"/>
              </a:ext>
            </a:extLst>
          </p:cNvPr>
          <p:cNvSpPr>
            <a:spLocks noGrp="1"/>
          </p:cNvSpPr>
          <p:nvPr>
            <p:ph type="title"/>
          </p:nvPr>
        </p:nvSpPr>
        <p:spPr/>
        <p:txBody>
          <a:bodyPr/>
          <a:lstStyle/>
          <a:p>
            <a:r>
              <a:rPr lang="en-US" dirty="0">
                <a:solidFill>
                  <a:srgbClr val="000000">
                    <a:alpha val="100000"/>
                  </a:srgbClr>
                </a:solidFill>
                <a:latin typeface="Arial" panose="020B0604020202090204"/>
                <a:ea typeface="Arial" panose="020B0604020202090204"/>
                <a:cs typeface="Arial" panose="020B0604020202090204"/>
                <a:sym typeface="+mn-ea"/>
              </a:rPr>
              <a:t>Motivation</a:t>
            </a:r>
            <a:r>
              <a:rPr lang="en-US" spc="320" dirty="0">
                <a:solidFill>
                  <a:srgbClr val="000000">
                    <a:alpha val="100000"/>
                  </a:srgbClr>
                </a:solidFill>
                <a:latin typeface="Arial" panose="020B0604020202090204"/>
                <a:ea typeface="Arial" panose="020B0604020202090204"/>
                <a:cs typeface="Arial" panose="020B0604020202090204"/>
                <a:sym typeface="+mn-ea"/>
              </a:rPr>
              <a:t>: </a:t>
            </a:r>
            <a:r>
              <a:rPr lang="en-US" dirty="0">
                <a:solidFill>
                  <a:srgbClr val="000000">
                    <a:alpha val="100000"/>
                  </a:srgbClr>
                </a:solidFill>
                <a:latin typeface="Arial" panose="020B0604020202090204"/>
                <a:ea typeface="Arial" panose="020B0604020202090204"/>
                <a:cs typeface="Arial" panose="020B0604020202090204"/>
                <a:sym typeface="+mn-ea"/>
              </a:rPr>
              <a:t>Some</a:t>
            </a:r>
            <a:r>
              <a:rPr lang="en-US" spc="320" dirty="0">
                <a:solidFill>
                  <a:srgbClr val="000000">
                    <a:alpha val="100000"/>
                  </a:srgbClr>
                </a:solidFill>
                <a:latin typeface="Arial" panose="020B0604020202090204"/>
                <a:ea typeface="Arial" panose="020B0604020202090204"/>
                <a:cs typeface="Arial" panose="020B0604020202090204"/>
                <a:sym typeface="+mn-ea"/>
              </a:rPr>
              <a:t> </a:t>
            </a:r>
            <a:r>
              <a:rPr lang="en-US" dirty="0" err="1">
                <a:solidFill>
                  <a:srgbClr val="000000">
                    <a:alpha val="100000"/>
                  </a:srgbClr>
                </a:solidFill>
                <a:latin typeface="Arial" panose="020B0604020202090204"/>
                <a:ea typeface="Arial" panose="020B0604020202090204"/>
                <a:cs typeface="Arial" panose="020B0604020202090204"/>
                <a:sym typeface="+mn-ea"/>
              </a:rPr>
              <a:t>Cocomo</a:t>
            </a:r>
            <a:r>
              <a:rPr lang="en-US" spc="290" dirty="0">
                <a:solidFill>
                  <a:srgbClr val="000000">
                    <a:alpha val="100000"/>
                  </a:srgbClr>
                </a:solidFill>
                <a:latin typeface="Arial" panose="020B0604020202090204"/>
                <a:ea typeface="Arial" panose="020B0604020202090204"/>
                <a:cs typeface="Arial" panose="020B0604020202090204"/>
                <a:sym typeface="+mn-ea"/>
              </a:rPr>
              <a:t> </a:t>
            </a:r>
            <a:r>
              <a:rPr lang="en-US" dirty="0">
                <a:solidFill>
                  <a:srgbClr val="000000">
                    <a:alpha val="100000"/>
                  </a:srgbClr>
                </a:solidFill>
                <a:latin typeface="Arial" panose="020B0604020202090204"/>
                <a:ea typeface="Arial" panose="020B0604020202090204"/>
                <a:cs typeface="Arial" panose="020B0604020202090204"/>
                <a:sym typeface="+mn-ea"/>
              </a:rPr>
              <a:t>estimates</a:t>
            </a:r>
            <a:endParaRPr lang="en-US" dirty="0"/>
          </a:p>
        </p:txBody>
      </p:sp>
      <p:sp>
        <p:nvSpPr>
          <p:cNvPr id="4" name="Content Placeholder 3">
            <a:extLst>
              <a:ext uri="{FF2B5EF4-FFF2-40B4-BE49-F238E27FC236}">
                <a16:creationId xmlns:a16="http://schemas.microsoft.com/office/drawing/2014/main" id="{E78D7D89-084C-35DA-B76A-5BBC873DB71B}"/>
              </a:ext>
            </a:extLst>
          </p:cNvPr>
          <p:cNvSpPr>
            <a:spLocks noGrp="1"/>
          </p:cNvSpPr>
          <p:nvPr>
            <p:ph idx="1"/>
          </p:nvPr>
        </p:nvSpPr>
        <p:spPr>
          <a:xfrm>
            <a:off x="644771" y="1394234"/>
            <a:ext cx="10709031" cy="4687913"/>
          </a:xfrm>
        </p:spPr>
        <p:txBody>
          <a:bodyPr>
            <a:normAutofit/>
          </a:bodyPr>
          <a:lstStyle/>
          <a:p>
            <a:r>
              <a:rPr lang="en-US" sz="2000" spc="-30" dirty="0">
                <a:solidFill>
                  <a:srgbClr val="000000">
                    <a:alpha val="100000"/>
                  </a:srgbClr>
                </a:solidFill>
                <a:latin typeface="Arial" panose="020B0604020202090204"/>
                <a:cs typeface="Arial" panose="020B0604020202090204"/>
              </a:rPr>
              <a:t>In software development, </a:t>
            </a:r>
            <a:r>
              <a:rPr lang="en-US" sz="2000" b="1" spc="-30" dirty="0">
                <a:solidFill>
                  <a:srgbClr val="000000">
                    <a:alpha val="100000"/>
                  </a:srgbClr>
                </a:solidFill>
                <a:latin typeface="Arial" panose="020B0604020202090204"/>
                <a:cs typeface="Arial" panose="020B0604020202090204"/>
              </a:rPr>
              <a:t>KLOC</a:t>
            </a:r>
            <a:r>
              <a:rPr lang="en-US" sz="2000" spc="-30" dirty="0">
                <a:solidFill>
                  <a:srgbClr val="000000">
                    <a:alpha val="100000"/>
                  </a:srgbClr>
                </a:solidFill>
                <a:latin typeface="Arial" panose="020B0604020202090204"/>
                <a:cs typeface="Arial" panose="020B0604020202090204"/>
              </a:rPr>
              <a:t> stands for </a:t>
            </a:r>
            <a:r>
              <a:rPr lang="en-US" sz="2000" b="1" spc="-30" dirty="0">
                <a:solidFill>
                  <a:srgbClr val="000000">
                    <a:alpha val="100000"/>
                  </a:srgbClr>
                </a:solidFill>
                <a:latin typeface="Arial" panose="020B0604020202090204"/>
                <a:cs typeface="Arial" panose="020B0604020202090204"/>
              </a:rPr>
              <a:t>Kilo Lines of Code</a:t>
            </a:r>
            <a:r>
              <a:rPr lang="en-US" sz="2000" spc="-30" dirty="0">
                <a:solidFill>
                  <a:srgbClr val="000000">
                    <a:alpha val="100000"/>
                  </a:srgbClr>
                </a:solidFill>
                <a:latin typeface="Arial" panose="020B0604020202090204"/>
                <a:cs typeface="Arial" panose="020B0604020202090204"/>
              </a:rPr>
              <a:t>. </a:t>
            </a:r>
          </a:p>
          <a:p>
            <a:pPr lvl="1"/>
            <a:r>
              <a:rPr lang="en-US" spc="-30" dirty="0">
                <a:solidFill>
                  <a:srgbClr val="000000">
                    <a:alpha val="100000"/>
                  </a:srgbClr>
                </a:solidFill>
                <a:latin typeface="Arial" panose="020B0604020202090204"/>
                <a:cs typeface="Arial" panose="020B0604020202090204"/>
              </a:rPr>
              <a:t>It's a unit of measurement that represents the number of lines of code in a software program, with one KLOC equal to 1,000 lines of code.</a:t>
            </a:r>
          </a:p>
          <a:p>
            <a:endParaRPr lang="en-US" sz="2000" spc="-30" dirty="0">
              <a:solidFill>
                <a:srgbClr val="000000">
                  <a:alpha val="100000"/>
                </a:srgbClr>
              </a:solidFill>
              <a:latin typeface="Arial" panose="020B0604020202090204"/>
              <a:cs typeface="Arial" panose="020B0604020202090204"/>
            </a:endParaRPr>
          </a:p>
          <a:p>
            <a:r>
              <a:rPr lang="en-US" sz="2000" spc="-30" dirty="0">
                <a:solidFill>
                  <a:srgbClr val="000000">
                    <a:alpha val="100000"/>
                  </a:srgbClr>
                </a:solidFill>
                <a:latin typeface="Arial" panose="020B0604020202090204"/>
                <a:cs typeface="Arial" panose="020B0604020202090204"/>
              </a:rPr>
              <a:t>In the context of </a:t>
            </a:r>
            <a:r>
              <a:rPr lang="en-US" sz="2000" b="1" spc="-30" dirty="0">
                <a:solidFill>
                  <a:srgbClr val="000000">
                    <a:alpha val="100000"/>
                  </a:srgbClr>
                </a:solidFill>
                <a:latin typeface="Arial" panose="020B0604020202090204"/>
                <a:cs typeface="Arial" panose="020B0604020202090204"/>
              </a:rPr>
              <a:t>COCOMO (</a:t>
            </a:r>
            <a:r>
              <a:rPr lang="en-US" sz="2000" b="1" spc="-30" dirty="0" err="1">
                <a:solidFill>
                  <a:srgbClr val="000000">
                    <a:alpha val="100000"/>
                  </a:srgbClr>
                </a:solidFill>
                <a:latin typeface="Arial" panose="020B0604020202090204"/>
                <a:cs typeface="Arial" panose="020B0604020202090204"/>
              </a:rPr>
              <a:t>COnstructive</a:t>
            </a:r>
            <a:r>
              <a:rPr lang="en-US" sz="2000" b="1" spc="-30" dirty="0">
                <a:solidFill>
                  <a:srgbClr val="000000">
                    <a:alpha val="100000"/>
                  </a:srgbClr>
                </a:solidFill>
                <a:latin typeface="Arial" panose="020B0604020202090204"/>
                <a:cs typeface="Arial" panose="020B0604020202090204"/>
              </a:rPr>
              <a:t> </a:t>
            </a:r>
            <a:r>
              <a:rPr lang="en-US" sz="2000" b="1" spc="-30" dirty="0" err="1">
                <a:solidFill>
                  <a:srgbClr val="000000">
                    <a:alpha val="100000"/>
                  </a:srgbClr>
                </a:solidFill>
                <a:latin typeface="Arial" panose="020B0604020202090204"/>
                <a:cs typeface="Arial" panose="020B0604020202090204"/>
              </a:rPr>
              <a:t>COst</a:t>
            </a:r>
            <a:r>
              <a:rPr lang="en-US" sz="2000" b="1" spc="-30" dirty="0">
                <a:solidFill>
                  <a:srgbClr val="000000">
                    <a:alpha val="100000"/>
                  </a:srgbClr>
                </a:solidFill>
                <a:latin typeface="Arial" panose="020B0604020202090204"/>
                <a:cs typeface="Arial" panose="020B0604020202090204"/>
              </a:rPr>
              <a:t> </a:t>
            </a:r>
            <a:r>
              <a:rPr lang="en-US" sz="2000" b="1" spc="-30" dirty="0" err="1">
                <a:solidFill>
                  <a:srgbClr val="000000">
                    <a:alpha val="100000"/>
                  </a:srgbClr>
                </a:solidFill>
                <a:latin typeface="Arial" panose="020B0604020202090204"/>
                <a:cs typeface="Arial" panose="020B0604020202090204"/>
              </a:rPr>
              <a:t>MOdel</a:t>
            </a:r>
            <a:r>
              <a:rPr lang="en-US" sz="2000" b="1" spc="-30" dirty="0">
                <a:solidFill>
                  <a:srgbClr val="000000">
                    <a:alpha val="100000"/>
                  </a:srgbClr>
                </a:solidFill>
                <a:latin typeface="Arial" panose="020B0604020202090204"/>
                <a:cs typeface="Arial" panose="020B0604020202090204"/>
              </a:rPr>
              <a:t>)</a:t>
            </a:r>
            <a:r>
              <a:rPr lang="en-US" sz="2000" spc="-30" dirty="0">
                <a:solidFill>
                  <a:srgbClr val="000000">
                    <a:alpha val="100000"/>
                  </a:srgbClr>
                </a:solidFill>
                <a:latin typeface="Arial" panose="020B0604020202090204"/>
                <a:cs typeface="Arial" panose="020B0604020202090204"/>
              </a:rPr>
              <a:t> estimates, KLOC is often used to estimate the size of a project based on the number of lines of code, </a:t>
            </a:r>
          </a:p>
          <a:p>
            <a:pPr lvl="1"/>
            <a:r>
              <a:rPr lang="en-US" spc="-30" dirty="0">
                <a:solidFill>
                  <a:srgbClr val="000000">
                    <a:alpha val="100000"/>
                  </a:srgbClr>
                </a:solidFill>
                <a:latin typeface="Arial" panose="020B0604020202090204"/>
                <a:cs typeface="Arial" panose="020B0604020202090204"/>
              </a:rPr>
              <a:t>Which can then be used to predict various project attributes such as </a:t>
            </a:r>
            <a:r>
              <a:rPr lang="en-US" b="1" spc="-30" dirty="0">
                <a:solidFill>
                  <a:srgbClr val="000000">
                    <a:alpha val="100000"/>
                  </a:srgbClr>
                </a:solidFill>
                <a:latin typeface="Arial" panose="020B0604020202090204"/>
                <a:cs typeface="Arial" panose="020B0604020202090204"/>
              </a:rPr>
              <a:t>effort, time, and cost</a:t>
            </a:r>
            <a:r>
              <a:rPr lang="en-US" spc="-30" dirty="0">
                <a:solidFill>
                  <a:srgbClr val="000000">
                    <a:alpha val="100000"/>
                  </a:srgbClr>
                </a:solidFill>
                <a:latin typeface="Arial" panose="020B0604020202090204"/>
                <a:cs typeface="Arial" panose="020B0604020202090204"/>
              </a:rPr>
              <a:t>.</a:t>
            </a:r>
          </a:p>
          <a:p>
            <a:endParaRPr lang="en-US" sz="2000" spc="-30" dirty="0">
              <a:solidFill>
                <a:srgbClr val="000000">
                  <a:alpha val="100000"/>
                </a:srgbClr>
              </a:solidFill>
              <a:latin typeface="Arial" panose="020B0604020202090204"/>
              <a:cs typeface="Arial" panose="020B0604020202090204"/>
            </a:endParaRPr>
          </a:p>
          <a:p>
            <a:r>
              <a:rPr lang="en-US" sz="2000" spc="-30" dirty="0">
                <a:solidFill>
                  <a:srgbClr val="000000">
                    <a:alpha val="100000"/>
                  </a:srgbClr>
                </a:solidFill>
                <a:latin typeface="Arial" panose="020B0604020202090204"/>
                <a:cs typeface="Arial" panose="020B0604020202090204"/>
              </a:rPr>
              <a:t>When you're looking at a table in COCOMO estimates, the KLOC column is likely referring to the estimated or actual number of lines of code </a:t>
            </a:r>
            <a:r>
              <a:rPr lang="en-US" sz="2000" b="1" spc="-30" dirty="0">
                <a:solidFill>
                  <a:srgbClr val="000000">
                    <a:alpha val="100000"/>
                  </a:srgbClr>
                </a:solidFill>
                <a:latin typeface="Arial" panose="020B0604020202090204"/>
                <a:cs typeface="Arial" panose="020B0604020202090204"/>
              </a:rPr>
              <a:t>(in thousands</a:t>
            </a:r>
            <a:r>
              <a:rPr lang="en-US" sz="2000" spc="-30" dirty="0">
                <a:solidFill>
                  <a:srgbClr val="000000">
                    <a:alpha val="100000"/>
                  </a:srgbClr>
                </a:solidFill>
                <a:latin typeface="Arial" panose="020B0604020202090204"/>
                <a:cs typeface="Arial" panose="020B0604020202090204"/>
              </a:rPr>
              <a:t>) in a project, </a:t>
            </a:r>
          </a:p>
          <a:p>
            <a:pPr lvl="1"/>
            <a:r>
              <a:rPr lang="en-US" spc="-30" dirty="0">
                <a:solidFill>
                  <a:srgbClr val="000000">
                    <a:alpha val="100000"/>
                  </a:srgbClr>
                </a:solidFill>
                <a:latin typeface="Arial" panose="020B0604020202090204"/>
                <a:cs typeface="Arial" panose="020B0604020202090204"/>
              </a:rPr>
              <a:t>Which is a key factor in making the </a:t>
            </a:r>
            <a:r>
              <a:rPr lang="en-US" b="1" spc="-30" dirty="0">
                <a:solidFill>
                  <a:srgbClr val="000000">
                    <a:alpha val="100000"/>
                  </a:srgbClr>
                </a:solidFill>
                <a:latin typeface="Arial" panose="020B0604020202090204"/>
                <a:cs typeface="Arial" panose="020B0604020202090204"/>
              </a:rPr>
              <a:t>cost and effort </a:t>
            </a:r>
            <a:r>
              <a:rPr lang="en-US" spc="-30" dirty="0">
                <a:solidFill>
                  <a:srgbClr val="000000">
                    <a:alpha val="100000"/>
                  </a:srgbClr>
                </a:solidFill>
                <a:latin typeface="Arial" panose="020B0604020202090204"/>
                <a:cs typeface="Arial" panose="020B0604020202090204"/>
              </a:rPr>
              <a:t>estimates.</a:t>
            </a:r>
          </a:p>
        </p:txBody>
      </p:sp>
      <p:sp>
        <p:nvSpPr>
          <p:cNvPr id="5" name="Slide Number Placeholder 4">
            <a:extLst>
              <a:ext uri="{FF2B5EF4-FFF2-40B4-BE49-F238E27FC236}">
                <a16:creationId xmlns:a16="http://schemas.microsoft.com/office/drawing/2014/main" id="{192F4384-EF3C-428C-2246-476BC7102F41}"/>
              </a:ext>
            </a:extLst>
          </p:cNvPr>
          <p:cNvSpPr>
            <a:spLocks noGrp="1"/>
          </p:cNvSpPr>
          <p:nvPr>
            <p:ph type="sldNum" sz="quarter" idx="12"/>
          </p:nvPr>
        </p:nvSpPr>
        <p:spPr/>
        <p:txBody>
          <a:bodyPr/>
          <a:lstStyle/>
          <a:p>
            <a:fld id="{4267CD5E-26CF-4249-8540-BB1D07FD4227}" type="slidenum">
              <a:rPr lang="en-US" smtClean="0"/>
              <a:t>15</a:t>
            </a:fld>
            <a:endParaRPr lang="en-US"/>
          </a:p>
        </p:txBody>
      </p:sp>
    </p:spTree>
    <p:extLst>
      <p:ext uri="{BB962C8B-B14F-4D97-AF65-F5344CB8AC3E}">
        <p14:creationId xmlns:p14="http://schemas.microsoft.com/office/powerpoint/2010/main" val="2172556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vert="horz" lIns="91440" tIns="45720" rIns="91440" bIns="45720" rtlCol="0" anchor="t">
            <a:normAutofit/>
          </a:bodyPr>
          <a:lstStyle/>
          <a:p>
            <a:r>
              <a:rPr dirty="0">
                <a:solidFill>
                  <a:srgbClr val="000000">
                    <a:alpha val="100000"/>
                  </a:srgbClr>
                </a:solidFill>
                <a:latin typeface="Arial" panose="020B0604020202090204"/>
                <a:cs typeface="Arial" panose="020B0604020202090204"/>
                <a:sym typeface="+mn-ea"/>
              </a:rPr>
              <a:t>Agile Manifesto (2001)</a:t>
            </a:r>
            <a:endParaRPr lang="en-US" dirty="0">
              <a:solidFill>
                <a:srgbClr val="000000">
                  <a:alpha val="100000"/>
                </a:srgbClr>
              </a:solidFill>
              <a:latin typeface="Arial" panose="020B0604020202090204"/>
              <a:cs typeface="Arial" panose="020B0604020202090204"/>
            </a:endParaRPr>
          </a:p>
        </p:txBody>
      </p:sp>
      <p:sp>
        <p:nvSpPr>
          <p:cNvPr id="2" name="Content Placeholder 1"/>
          <p:cNvSpPr>
            <a:spLocks noGrp="1"/>
          </p:cNvSpPr>
          <p:nvPr>
            <p:ph idx="1"/>
          </p:nvPr>
        </p:nvSpPr>
        <p:spPr>
          <a:xfrm>
            <a:off x="401320" y="1319530"/>
            <a:ext cx="9505950" cy="4655820"/>
          </a:xfrm>
        </p:spPr>
        <p:txBody>
          <a:bodyPr>
            <a:noAutofit/>
          </a:bodyPr>
          <a:lstStyle/>
          <a:p>
            <a:pPr marL="603885" indent="-285750" algn="l" rtl="0" eaLnBrk="0">
              <a:lnSpc>
                <a:spcPct val="96000"/>
              </a:lnSpc>
              <a:spcBef>
                <a:spcPts val="700"/>
              </a:spcBef>
            </a:pPr>
            <a:r>
              <a:rPr sz="2400" spc="-50" dirty="0">
                <a:solidFill>
                  <a:srgbClr val="000000">
                    <a:alpha val="100000"/>
                  </a:srgbClr>
                </a:solidFill>
                <a:latin typeface="Arial" panose="020B0604020202090204"/>
                <a:ea typeface="Arial" panose="020B0604020202090204"/>
                <a:cs typeface="Arial" panose="020B0604020202090204"/>
                <a:sym typeface="+mn-ea"/>
              </a:rPr>
              <a:t>We are uncovering better ways of develop</a:t>
            </a:r>
            <a:r>
              <a:rPr sz="2400" spc="-40" dirty="0">
                <a:solidFill>
                  <a:srgbClr val="000000">
                    <a:alpha val="100000"/>
                  </a:srgbClr>
                </a:solidFill>
                <a:latin typeface="Arial" panose="020B0604020202090204"/>
                <a:ea typeface="Arial" panose="020B0604020202090204"/>
                <a:cs typeface="Arial" panose="020B0604020202090204"/>
                <a:sym typeface="+mn-ea"/>
              </a:rPr>
              <a:t>i</a:t>
            </a:r>
            <a:r>
              <a:rPr sz="2400" dirty="0">
                <a:solidFill>
                  <a:srgbClr val="000000">
                    <a:alpha val="100000"/>
                  </a:srgbClr>
                </a:solidFill>
                <a:latin typeface="Arial" panose="020B0604020202090204"/>
                <a:ea typeface="Arial" panose="020B0604020202090204"/>
                <a:cs typeface="Arial" panose="020B0604020202090204"/>
                <a:sym typeface="+mn-ea"/>
              </a:rPr>
              <a:t>ng </a:t>
            </a:r>
            <a:r>
              <a:rPr sz="2400" spc="-30" dirty="0">
                <a:solidFill>
                  <a:srgbClr val="000000">
                    <a:alpha val="100000"/>
                  </a:srgbClr>
                </a:solidFill>
                <a:latin typeface="Arial" panose="020B0604020202090204"/>
                <a:ea typeface="Arial" panose="020B0604020202090204"/>
                <a:cs typeface="Arial" panose="020B0604020202090204"/>
                <a:sym typeface="+mn-ea"/>
              </a:rPr>
              <a:t>software by doing it and helping other</a:t>
            </a:r>
            <a:r>
              <a:rPr sz="2400" spc="-20" dirty="0">
                <a:solidFill>
                  <a:srgbClr val="000000">
                    <a:alpha val="100000"/>
                  </a:srgbClr>
                </a:solidFill>
                <a:latin typeface="Arial" panose="020B0604020202090204"/>
                <a:ea typeface="Arial" panose="020B0604020202090204"/>
                <a:cs typeface="Arial" panose="020B0604020202090204"/>
                <a:sym typeface="+mn-ea"/>
              </a:rPr>
              <a:t>s</a:t>
            </a:r>
            <a:r>
              <a:rPr sz="2400" spc="-3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do</a:t>
            </a:r>
            <a:r>
              <a:rPr sz="2400" spc="-3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it</a:t>
            </a:r>
            <a:endParaRPr sz="2400" spc="-30" dirty="0">
              <a:solidFill>
                <a:srgbClr val="000000">
                  <a:alpha val="100000"/>
                </a:srgbClr>
              </a:solidFill>
              <a:latin typeface="Arial" panose="020B0604020202090204"/>
              <a:ea typeface="Arial" panose="020B0604020202090204"/>
              <a:cs typeface="Arial" panose="020B0604020202090204"/>
              <a:sym typeface="+mn-ea"/>
            </a:endParaRPr>
          </a:p>
          <a:p>
            <a:pPr marL="603885" indent="-285750" algn="l" rtl="0" eaLnBrk="0">
              <a:lnSpc>
                <a:spcPct val="96000"/>
              </a:lnSpc>
              <a:spcBef>
                <a:spcPts val="700"/>
              </a:spcBef>
            </a:pPr>
            <a:endParaRPr sz="2400" spc="-40" dirty="0">
              <a:solidFill>
                <a:srgbClr val="000000">
                  <a:alpha val="100000"/>
                </a:srgbClr>
              </a:solidFill>
              <a:latin typeface="Arial" panose="020B0604020202090204"/>
              <a:ea typeface="Arial" panose="020B0604020202090204"/>
              <a:cs typeface="Arial" panose="020B0604020202090204"/>
              <a:sym typeface="+mn-ea"/>
            </a:endParaRPr>
          </a:p>
          <a:p>
            <a:pPr marL="603885" indent="-285750" algn="l" rtl="0" eaLnBrk="0">
              <a:lnSpc>
                <a:spcPct val="96000"/>
              </a:lnSpc>
              <a:spcBef>
                <a:spcPts val="700"/>
              </a:spcBef>
            </a:pPr>
            <a:r>
              <a:rPr sz="2400" spc="-40" dirty="0">
                <a:solidFill>
                  <a:srgbClr val="000000">
                    <a:alpha val="100000"/>
                  </a:srgbClr>
                </a:solidFill>
                <a:latin typeface="Arial" panose="020B0604020202090204"/>
                <a:ea typeface="Arial" panose="020B0604020202090204"/>
                <a:cs typeface="Arial" panose="020B0604020202090204"/>
                <a:sym typeface="+mn-ea"/>
              </a:rPr>
              <a:t>Through this work we have come to v</a:t>
            </a:r>
            <a:r>
              <a:rPr sz="2400" dirty="0">
                <a:solidFill>
                  <a:srgbClr val="000000">
                    <a:alpha val="100000"/>
                  </a:srgbClr>
                </a:solidFill>
                <a:latin typeface="Arial" panose="020B0604020202090204"/>
                <a:ea typeface="Arial" panose="020B0604020202090204"/>
                <a:cs typeface="Arial" panose="020B0604020202090204"/>
                <a:sym typeface="+mn-ea"/>
              </a:rPr>
              <a:t>alue</a:t>
            </a:r>
            <a:r>
              <a:rPr sz="2400" spc="-40" dirty="0">
                <a:solidFill>
                  <a:srgbClr val="000000">
                    <a:alpha val="100000"/>
                  </a:srgbClr>
                </a:solidFill>
                <a:latin typeface="Arial" panose="020B0604020202090204"/>
                <a:ea typeface="Arial" panose="020B0604020202090204"/>
                <a:cs typeface="Arial" panose="020B0604020202090204"/>
                <a:sym typeface="+mn-ea"/>
              </a:rPr>
              <a:t>:</a:t>
            </a:r>
          </a:p>
          <a:p>
            <a:pPr marL="1061085" lvl="1" indent="-285750" algn="l" rtl="0" eaLnBrk="0">
              <a:lnSpc>
                <a:spcPct val="96000"/>
              </a:lnSpc>
              <a:spcBef>
                <a:spcPts val="700"/>
              </a:spcBef>
            </a:pPr>
            <a:r>
              <a:rPr sz="2400" b="1" u="sng" spc="-20" dirty="0">
                <a:solidFill>
                  <a:srgbClr val="000000">
                    <a:alpha val="100000"/>
                  </a:srgbClr>
                </a:solidFill>
                <a:latin typeface="Arial" panose="020B0604020202090204"/>
                <a:ea typeface="Arial" panose="020B0604020202090204"/>
                <a:cs typeface="Arial" panose="020B0604020202090204"/>
                <a:sym typeface="+mn-ea"/>
              </a:rPr>
              <a:t>Individuals</a:t>
            </a:r>
            <a:r>
              <a:rPr sz="2400" u="sng" spc="-20" dirty="0">
                <a:solidFill>
                  <a:srgbClr val="000000">
                    <a:alpha val="100000"/>
                  </a:srgbClr>
                </a:solidFill>
                <a:latin typeface="Arial" panose="020B0604020202090204"/>
                <a:ea typeface="Arial" panose="020B0604020202090204"/>
                <a:cs typeface="Arial" panose="020B0604020202090204"/>
                <a:sym typeface="+mn-ea"/>
              </a:rPr>
              <a:t> </a:t>
            </a:r>
            <a:r>
              <a:rPr sz="2400" b="1" u="sng" spc="-20" dirty="0">
                <a:solidFill>
                  <a:srgbClr val="000000">
                    <a:alpha val="100000"/>
                  </a:srgbClr>
                </a:solidFill>
                <a:latin typeface="Arial" panose="020B0604020202090204"/>
                <a:ea typeface="Arial" panose="020B0604020202090204"/>
                <a:cs typeface="Arial" panose="020B0604020202090204"/>
                <a:sym typeface="+mn-ea"/>
              </a:rPr>
              <a:t>and</a:t>
            </a:r>
            <a:r>
              <a:rPr sz="2400" u="sng" spc="-20" dirty="0">
                <a:solidFill>
                  <a:srgbClr val="000000">
                    <a:alpha val="100000"/>
                  </a:srgbClr>
                </a:solidFill>
                <a:latin typeface="Arial" panose="020B0604020202090204"/>
                <a:ea typeface="Arial" panose="020B0604020202090204"/>
                <a:cs typeface="Arial" panose="020B0604020202090204"/>
                <a:sym typeface="+mn-ea"/>
              </a:rPr>
              <a:t> </a:t>
            </a:r>
            <a:r>
              <a:rPr sz="2400" b="1" u="sng" spc="-20" dirty="0">
                <a:solidFill>
                  <a:srgbClr val="000000">
                    <a:alpha val="100000"/>
                  </a:srgbClr>
                </a:solidFill>
                <a:latin typeface="Arial" panose="020B0604020202090204"/>
                <a:ea typeface="Arial" panose="020B0604020202090204"/>
                <a:cs typeface="Arial" panose="020B0604020202090204"/>
                <a:sym typeface="+mn-ea"/>
              </a:rPr>
              <a:t>interactions</a:t>
            </a:r>
            <a:r>
              <a:rPr sz="2400" spc="-20" dirty="0">
                <a:solidFill>
                  <a:srgbClr val="000000">
                    <a:alpha val="100000"/>
                  </a:srgbClr>
                </a:solidFill>
                <a:latin typeface="Arial" panose="020B0604020202090204"/>
                <a:ea typeface="Arial" panose="020B0604020202090204"/>
                <a:cs typeface="Arial" panose="020B0604020202090204"/>
                <a:sym typeface="+mn-ea"/>
              </a:rPr>
              <a:t> ov</a:t>
            </a:r>
            <a:r>
              <a:rPr sz="2400" spc="-10" dirty="0">
                <a:solidFill>
                  <a:srgbClr val="000000">
                    <a:alpha val="100000"/>
                  </a:srgbClr>
                </a:solidFill>
                <a:latin typeface="Arial" panose="020B0604020202090204"/>
                <a:ea typeface="Arial" panose="020B0604020202090204"/>
                <a:cs typeface="Arial" panose="020B0604020202090204"/>
                <a:sym typeface="+mn-ea"/>
              </a:rPr>
              <a:t>e</a:t>
            </a:r>
            <a:r>
              <a:rPr sz="2400" dirty="0">
                <a:solidFill>
                  <a:srgbClr val="000000">
                    <a:alpha val="100000"/>
                  </a:srgbClr>
                </a:solidFill>
                <a:latin typeface="Arial" panose="020B0604020202090204"/>
                <a:ea typeface="Arial" panose="020B0604020202090204"/>
                <a:cs typeface="Arial" panose="020B0604020202090204"/>
                <a:sym typeface="+mn-ea"/>
              </a:rPr>
              <a:t>r</a:t>
            </a:r>
            <a:r>
              <a:rPr sz="2400" spc="-2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processes</a:t>
            </a:r>
            <a:r>
              <a:rPr sz="2400" spc="-2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and</a:t>
            </a:r>
            <a:r>
              <a:rPr sz="2400" spc="-2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tools</a:t>
            </a:r>
            <a:r>
              <a:rPr lang="en-US" sz="2400" dirty="0">
                <a:solidFill>
                  <a:srgbClr val="000000">
                    <a:alpha val="100000"/>
                  </a:srgbClr>
                </a:solidFill>
                <a:latin typeface="Arial" panose="020B0604020202090204"/>
                <a:ea typeface="Arial" panose="020B0604020202090204"/>
                <a:cs typeface="Arial" panose="020B0604020202090204"/>
                <a:sym typeface="+mn-ea"/>
              </a:rPr>
              <a:t>.</a:t>
            </a:r>
            <a:r>
              <a:rPr sz="2400" dirty="0">
                <a:solidFill>
                  <a:srgbClr val="000000">
                    <a:alpha val="100000"/>
                  </a:srgbClr>
                </a:solidFill>
                <a:latin typeface="Arial" panose="020B0604020202090204"/>
                <a:ea typeface="Arial" panose="020B0604020202090204"/>
                <a:cs typeface="Arial" panose="020B0604020202090204"/>
                <a:sym typeface="+mn-ea"/>
              </a:rPr>
              <a:t>     </a:t>
            </a:r>
          </a:p>
          <a:p>
            <a:pPr marL="1061085" lvl="1" indent="-285750" algn="l" rtl="0" eaLnBrk="0">
              <a:lnSpc>
                <a:spcPct val="96000"/>
              </a:lnSpc>
              <a:spcBef>
                <a:spcPts val="700"/>
              </a:spcBef>
            </a:pPr>
            <a:r>
              <a:rPr sz="2400" b="1" u="sng" spc="-10" dirty="0">
                <a:solidFill>
                  <a:srgbClr val="000000">
                    <a:alpha val="100000"/>
                  </a:srgbClr>
                </a:solidFill>
                <a:latin typeface="Arial" panose="020B0604020202090204"/>
                <a:ea typeface="Arial" panose="020B0604020202090204"/>
                <a:cs typeface="Arial" panose="020B0604020202090204"/>
                <a:sym typeface="+mn-ea"/>
              </a:rPr>
              <a:t>Working</a:t>
            </a:r>
            <a:r>
              <a:rPr sz="2400" u="sng" spc="-10" dirty="0">
                <a:solidFill>
                  <a:srgbClr val="000000">
                    <a:alpha val="100000"/>
                  </a:srgbClr>
                </a:solidFill>
                <a:latin typeface="Arial" panose="020B0604020202090204"/>
                <a:ea typeface="Arial" panose="020B0604020202090204"/>
                <a:cs typeface="Arial" panose="020B0604020202090204"/>
                <a:sym typeface="+mn-ea"/>
              </a:rPr>
              <a:t> </a:t>
            </a:r>
            <a:r>
              <a:rPr sz="2400" b="1" u="sng" spc="-10" dirty="0">
                <a:solidFill>
                  <a:srgbClr val="000000">
                    <a:alpha val="100000"/>
                  </a:srgbClr>
                </a:solidFill>
                <a:latin typeface="Arial" panose="020B0604020202090204"/>
                <a:ea typeface="Arial" panose="020B0604020202090204"/>
                <a:cs typeface="Arial" panose="020B0604020202090204"/>
                <a:sym typeface="+mn-ea"/>
              </a:rPr>
              <a:t>so</a:t>
            </a:r>
            <a:r>
              <a:rPr sz="2400" b="1" u="sng" dirty="0">
                <a:solidFill>
                  <a:srgbClr val="000000">
                    <a:alpha val="100000"/>
                  </a:srgbClr>
                </a:solidFill>
                <a:latin typeface="Arial" panose="020B0604020202090204"/>
                <a:ea typeface="Arial" panose="020B0604020202090204"/>
                <a:cs typeface="Arial" panose="020B0604020202090204"/>
                <a:sym typeface="+mn-ea"/>
              </a:rPr>
              <a:t>ftware</a:t>
            </a:r>
            <a:r>
              <a:rPr sz="2400" spc="-1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over</a:t>
            </a:r>
            <a:r>
              <a:rPr sz="2400" spc="-1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comprehensive</a:t>
            </a:r>
            <a:r>
              <a:rPr sz="2400" spc="-1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documentation</a:t>
            </a:r>
            <a:r>
              <a:rPr lang="en-US" sz="2400" dirty="0">
                <a:solidFill>
                  <a:srgbClr val="000000">
                    <a:alpha val="100000"/>
                  </a:srgbClr>
                </a:solidFill>
                <a:latin typeface="Arial" panose="020B0604020202090204"/>
                <a:ea typeface="Arial" panose="020B0604020202090204"/>
                <a:cs typeface="Arial" panose="020B0604020202090204"/>
                <a:sym typeface="+mn-ea"/>
              </a:rPr>
              <a:t>.</a:t>
            </a:r>
            <a:r>
              <a:rPr sz="2400" dirty="0">
                <a:solidFill>
                  <a:srgbClr val="000000">
                    <a:alpha val="100000"/>
                  </a:srgbClr>
                </a:solidFill>
                <a:latin typeface="Arial" panose="020B0604020202090204"/>
                <a:ea typeface="Arial" panose="020B0604020202090204"/>
                <a:cs typeface="Arial" panose="020B0604020202090204"/>
                <a:sym typeface="+mn-ea"/>
              </a:rPr>
              <a:t>     </a:t>
            </a:r>
          </a:p>
          <a:p>
            <a:pPr marL="1061085" lvl="1" indent="-285750" algn="l" rtl="0" eaLnBrk="0">
              <a:lnSpc>
                <a:spcPct val="96000"/>
              </a:lnSpc>
              <a:spcBef>
                <a:spcPts val="700"/>
              </a:spcBef>
            </a:pPr>
            <a:r>
              <a:rPr sz="2400" b="1" u="sng" dirty="0">
                <a:solidFill>
                  <a:srgbClr val="000000">
                    <a:alpha val="100000"/>
                  </a:srgbClr>
                </a:solidFill>
                <a:latin typeface="Arial" panose="020B0604020202090204"/>
                <a:ea typeface="Arial" panose="020B0604020202090204"/>
                <a:cs typeface="Arial" panose="020B0604020202090204"/>
                <a:sym typeface="+mn-ea"/>
              </a:rPr>
              <a:t>Customer</a:t>
            </a:r>
            <a:r>
              <a:rPr sz="2400" u="sng" spc="220" dirty="0">
                <a:solidFill>
                  <a:srgbClr val="000000">
                    <a:alpha val="100000"/>
                  </a:srgbClr>
                </a:solidFill>
                <a:latin typeface="Arial" panose="020B0604020202090204"/>
                <a:ea typeface="Arial" panose="020B0604020202090204"/>
                <a:cs typeface="Arial" panose="020B0604020202090204"/>
                <a:sym typeface="+mn-ea"/>
              </a:rPr>
              <a:t> </a:t>
            </a:r>
            <a:r>
              <a:rPr sz="2400" b="1" u="sng" dirty="0">
                <a:solidFill>
                  <a:srgbClr val="000000">
                    <a:alpha val="100000"/>
                  </a:srgbClr>
                </a:solidFill>
                <a:latin typeface="Arial" panose="020B0604020202090204"/>
                <a:ea typeface="Arial" panose="020B0604020202090204"/>
                <a:cs typeface="Arial" panose="020B0604020202090204"/>
                <a:sym typeface="+mn-ea"/>
              </a:rPr>
              <a:t>collaboration</a:t>
            </a:r>
            <a:r>
              <a:rPr sz="2400" spc="22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over</a:t>
            </a:r>
            <a:r>
              <a:rPr sz="2400" spc="22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contract</a:t>
            </a:r>
            <a:r>
              <a:rPr sz="2400" spc="20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negotiation</a:t>
            </a:r>
            <a:r>
              <a:rPr lang="en-US" sz="2400" dirty="0">
                <a:solidFill>
                  <a:srgbClr val="000000">
                    <a:alpha val="100000"/>
                  </a:srgbClr>
                </a:solidFill>
                <a:latin typeface="Arial" panose="020B0604020202090204"/>
                <a:ea typeface="Arial" panose="020B0604020202090204"/>
                <a:cs typeface="Arial" panose="020B0604020202090204"/>
                <a:sym typeface="+mn-ea"/>
              </a:rPr>
              <a:t>.</a:t>
            </a:r>
            <a:r>
              <a:rPr sz="2400" dirty="0">
                <a:solidFill>
                  <a:srgbClr val="000000">
                    <a:alpha val="100000"/>
                  </a:srgbClr>
                </a:solidFill>
                <a:latin typeface="Arial" panose="020B0604020202090204"/>
                <a:ea typeface="Arial" panose="020B0604020202090204"/>
                <a:cs typeface="Arial" panose="020B0604020202090204"/>
                <a:sym typeface="+mn-ea"/>
              </a:rPr>
              <a:t>          </a:t>
            </a:r>
          </a:p>
          <a:p>
            <a:pPr marL="1061085" lvl="1" indent="-285750" algn="l" rtl="0" eaLnBrk="0">
              <a:lnSpc>
                <a:spcPct val="96000"/>
              </a:lnSpc>
              <a:spcBef>
                <a:spcPts val="700"/>
              </a:spcBef>
            </a:pPr>
            <a:r>
              <a:rPr sz="2400" b="1" u="sng" spc="-20" dirty="0">
                <a:solidFill>
                  <a:srgbClr val="000000">
                    <a:alpha val="100000"/>
                  </a:srgbClr>
                </a:solidFill>
                <a:latin typeface="Arial" panose="020B0604020202090204"/>
                <a:ea typeface="Arial" panose="020B0604020202090204"/>
                <a:cs typeface="Arial" panose="020B0604020202090204"/>
                <a:sym typeface="+mn-ea"/>
              </a:rPr>
              <a:t>Responding</a:t>
            </a:r>
            <a:r>
              <a:rPr sz="2400" u="sng" spc="-20" dirty="0">
                <a:solidFill>
                  <a:srgbClr val="000000">
                    <a:alpha val="100000"/>
                  </a:srgbClr>
                </a:solidFill>
                <a:latin typeface="Arial" panose="020B0604020202090204"/>
                <a:ea typeface="Arial" panose="020B0604020202090204"/>
                <a:cs typeface="Arial" panose="020B0604020202090204"/>
                <a:sym typeface="+mn-ea"/>
              </a:rPr>
              <a:t> </a:t>
            </a:r>
            <a:r>
              <a:rPr sz="2400" b="1" u="sng" spc="-20" dirty="0">
                <a:solidFill>
                  <a:srgbClr val="000000">
                    <a:alpha val="100000"/>
                  </a:srgbClr>
                </a:solidFill>
                <a:latin typeface="Arial" panose="020B0604020202090204"/>
                <a:ea typeface="Arial" panose="020B0604020202090204"/>
                <a:cs typeface="Arial" panose="020B0604020202090204"/>
                <a:sym typeface="+mn-ea"/>
              </a:rPr>
              <a:t>to</a:t>
            </a:r>
            <a:r>
              <a:rPr sz="2400" u="sng" spc="-20" dirty="0">
                <a:solidFill>
                  <a:srgbClr val="000000">
                    <a:alpha val="100000"/>
                  </a:srgbClr>
                </a:solidFill>
                <a:latin typeface="Arial" panose="020B0604020202090204"/>
                <a:ea typeface="Arial" panose="020B0604020202090204"/>
                <a:cs typeface="Arial" panose="020B0604020202090204"/>
                <a:sym typeface="+mn-ea"/>
              </a:rPr>
              <a:t> </a:t>
            </a:r>
            <a:r>
              <a:rPr sz="2400" b="1" u="sng" spc="-20" dirty="0">
                <a:solidFill>
                  <a:srgbClr val="000000">
                    <a:alpha val="100000"/>
                  </a:srgbClr>
                </a:solidFill>
                <a:latin typeface="Arial" panose="020B0604020202090204"/>
                <a:ea typeface="Arial" panose="020B0604020202090204"/>
                <a:cs typeface="Arial" panose="020B0604020202090204"/>
                <a:sym typeface="+mn-ea"/>
              </a:rPr>
              <a:t>change</a:t>
            </a:r>
            <a:r>
              <a:rPr sz="2400" spc="-20" dirty="0">
                <a:solidFill>
                  <a:srgbClr val="000000">
                    <a:alpha val="100000"/>
                  </a:srgbClr>
                </a:solidFill>
                <a:latin typeface="Arial" panose="020B0604020202090204"/>
                <a:ea typeface="Arial" panose="020B0604020202090204"/>
                <a:cs typeface="Arial" panose="020B0604020202090204"/>
                <a:sym typeface="+mn-ea"/>
              </a:rPr>
              <a:t> over fo</a:t>
            </a:r>
            <a:r>
              <a:rPr sz="2400" dirty="0">
                <a:solidFill>
                  <a:srgbClr val="000000">
                    <a:alpha val="100000"/>
                  </a:srgbClr>
                </a:solidFill>
                <a:latin typeface="Arial" panose="020B0604020202090204"/>
                <a:ea typeface="Arial" panose="020B0604020202090204"/>
                <a:cs typeface="Arial" panose="020B0604020202090204"/>
                <a:sym typeface="+mn-ea"/>
              </a:rPr>
              <a:t>llowing</a:t>
            </a:r>
            <a:r>
              <a:rPr sz="2400" spc="-2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a</a:t>
            </a:r>
            <a:r>
              <a:rPr sz="2400" spc="-2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plan</a:t>
            </a:r>
            <a:r>
              <a:rPr lang="en-US" sz="2400" dirty="0">
                <a:solidFill>
                  <a:srgbClr val="000000">
                    <a:alpha val="100000"/>
                  </a:srgbClr>
                </a:solidFill>
                <a:latin typeface="Arial" panose="020B0604020202090204"/>
                <a:ea typeface="Arial" panose="020B0604020202090204"/>
                <a:cs typeface="Arial" panose="020B0604020202090204"/>
                <a:sym typeface="+mn-ea"/>
              </a:rPr>
              <a:t>.</a:t>
            </a:r>
            <a:r>
              <a:rPr sz="2400" dirty="0">
                <a:solidFill>
                  <a:srgbClr val="000000">
                    <a:alpha val="100000"/>
                  </a:srgbClr>
                </a:solidFill>
                <a:latin typeface="Arial" panose="020B0604020202090204"/>
                <a:ea typeface="Arial" panose="020B0604020202090204"/>
                <a:cs typeface="Arial" panose="020B0604020202090204"/>
                <a:sym typeface="+mn-ea"/>
              </a:rPr>
              <a:t> </a:t>
            </a:r>
            <a:endParaRPr sz="2400" spc="-40" dirty="0">
              <a:solidFill>
                <a:srgbClr val="000000">
                  <a:alpha val="100000"/>
                </a:srgbClr>
              </a:solidFill>
              <a:latin typeface="Arial" panose="020B0604020202090204"/>
              <a:ea typeface="Arial" panose="020B0604020202090204"/>
              <a:cs typeface="Arial" panose="020B0604020202090204"/>
              <a:sym typeface="+mn-ea"/>
            </a:endParaRPr>
          </a:p>
          <a:p>
            <a:pPr marL="603885" indent="-285750" algn="l" rtl="0" eaLnBrk="0">
              <a:lnSpc>
                <a:spcPct val="96000"/>
              </a:lnSpc>
              <a:spcBef>
                <a:spcPts val="700"/>
              </a:spcBef>
            </a:pPr>
            <a:endParaRPr sz="2400" spc="-40" dirty="0">
              <a:solidFill>
                <a:srgbClr val="000000">
                  <a:alpha val="100000"/>
                </a:srgbClr>
              </a:solidFill>
              <a:latin typeface="Arial" panose="020B0604020202090204"/>
              <a:ea typeface="Arial" panose="020B0604020202090204"/>
              <a:cs typeface="Arial" panose="020B0604020202090204"/>
              <a:sym typeface="+mn-ea"/>
            </a:endParaRPr>
          </a:p>
          <a:p>
            <a:pPr marL="603885" indent="-285750" algn="l" rtl="0" eaLnBrk="0">
              <a:lnSpc>
                <a:spcPct val="96000"/>
              </a:lnSpc>
              <a:spcBef>
                <a:spcPts val="700"/>
              </a:spcBef>
            </a:pPr>
            <a:r>
              <a:rPr sz="2400" spc="-40" dirty="0">
                <a:solidFill>
                  <a:srgbClr val="000000">
                    <a:alpha val="100000"/>
                  </a:srgbClr>
                </a:solidFill>
                <a:latin typeface="Arial" panose="020B0604020202090204"/>
                <a:ea typeface="Arial" panose="020B0604020202090204"/>
                <a:cs typeface="Arial" panose="020B0604020202090204"/>
                <a:sym typeface="+mn-ea"/>
              </a:rPr>
              <a:t>That is, while there is value in the items on </a:t>
            </a:r>
            <a:r>
              <a:rPr sz="2400" dirty="0">
                <a:solidFill>
                  <a:srgbClr val="000000">
                    <a:alpha val="100000"/>
                  </a:srgbClr>
                </a:solidFill>
                <a:latin typeface="Arial" panose="020B0604020202090204"/>
                <a:ea typeface="Arial" panose="020B0604020202090204"/>
                <a:cs typeface="Arial" panose="020B0604020202090204"/>
                <a:sym typeface="+mn-ea"/>
              </a:rPr>
              <a:t>the</a:t>
            </a:r>
            <a:r>
              <a:rPr sz="2400" spc="-4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right</a:t>
            </a:r>
            <a:r>
              <a:rPr sz="2400" spc="-40" dirty="0">
                <a:solidFill>
                  <a:srgbClr val="000000">
                    <a:alpha val="100000"/>
                  </a:srgbClr>
                </a:solidFill>
                <a:latin typeface="Arial" panose="020B0604020202090204"/>
                <a:ea typeface="Arial" panose="020B0604020202090204"/>
                <a:cs typeface="Arial" panose="020B0604020202090204"/>
                <a:sym typeface="+mn-ea"/>
              </a:rPr>
              <a:t>,</a:t>
            </a:r>
            <a:r>
              <a:rPr sz="2400" dirty="0">
                <a:solidFill>
                  <a:srgbClr val="000000">
                    <a:alpha val="100000"/>
                  </a:srgbClr>
                </a:solidFill>
                <a:latin typeface="Arial" panose="020B0604020202090204"/>
                <a:ea typeface="Arial" panose="020B0604020202090204"/>
                <a:cs typeface="Arial" panose="020B0604020202090204"/>
                <a:sym typeface="+mn-ea"/>
              </a:rPr>
              <a:t>  </a:t>
            </a:r>
            <a:r>
              <a:rPr sz="2400" spc="-20" dirty="0">
                <a:solidFill>
                  <a:srgbClr val="000000">
                    <a:alpha val="100000"/>
                  </a:srgbClr>
                </a:solidFill>
                <a:latin typeface="Arial" panose="020B0604020202090204"/>
                <a:ea typeface="Arial" panose="020B0604020202090204"/>
                <a:cs typeface="Arial" panose="020B0604020202090204"/>
                <a:sym typeface="+mn-ea"/>
              </a:rPr>
              <a:t>we value the items on the left mor</a:t>
            </a:r>
            <a:r>
              <a:rPr sz="2400" spc="-10" dirty="0">
                <a:solidFill>
                  <a:srgbClr val="000000">
                    <a:alpha val="100000"/>
                  </a:srgbClr>
                </a:solidFill>
                <a:latin typeface="Arial" panose="020B0604020202090204"/>
                <a:ea typeface="Arial" panose="020B0604020202090204"/>
                <a:cs typeface="Arial" panose="020B0604020202090204"/>
                <a:sym typeface="+mn-ea"/>
              </a:rPr>
              <a:t>e</a:t>
            </a:r>
            <a:r>
              <a:rPr sz="2400" spc="-20" dirty="0">
                <a:solidFill>
                  <a:srgbClr val="000000">
                    <a:alpha val="100000"/>
                  </a:srgbClr>
                </a:solidFill>
                <a:latin typeface="Arial" panose="020B0604020202090204"/>
                <a:ea typeface="Arial" panose="020B0604020202090204"/>
                <a:cs typeface="Arial" panose="020B0604020202090204"/>
                <a:sym typeface="+mn-ea"/>
              </a:rPr>
              <a:t>.</a:t>
            </a:r>
            <a:endParaRPr lang="en-US" altLang="en-US" sz="2400" dirty="0"/>
          </a:p>
        </p:txBody>
      </p:sp>
      <p:sp>
        <p:nvSpPr>
          <p:cNvPr id="3" name="Slide Number Placeholder 2"/>
          <p:cNvSpPr>
            <a:spLocks noGrp="1"/>
          </p:cNvSpPr>
          <p:nvPr>
            <p:ph type="sldNum" sz="quarter" idx="12"/>
          </p:nvPr>
        </p:nvSpPr>
        <p:spPr/>
        <p:txBody>
          <a:bodyPr/>
          <a:lstStyle/>
          <a:p>
            <a:fld id="{4267CD5E-26CF-4249-8540-BB1D07FD4227}" type="slidenum">
              <a:rPr lang="en-US" smtClean="0"/>
              <a:t>16</a:t>
            </a:fld>
            <a:endParaRPr lang="en-US"/>
          </a:p>
        </p:txBody>
      </p:sp>
      <p:pic>
        <p:nvPicPr>
          <p:cNvPr id="35" name="picture 35"/>
          <p:cNvPicPr>
            <a:picLocks noChangeAspect="1"/>
          </p:cNvPicPr>
          <p:nvPr/>
        </p:nvPicPr>
        <p:blipFill>
          <a:blip r:embed="rId2"/>
          <a:stretch>
            <a:fillRect/>
          </a:stretch>
        </p:blipFill>
        <p:spPr>
          <a:xfrm rot="21600000">
            <a:off x="9200408" y="2000734"/>
            <a:ext cx="2029328" cy="285653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9886A-404E-3C4C-E76D-9A946441C5C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3FCCB2E-EFFD-5875-87A3-97616B4B69A1}"/>
              </a:ext>
            </a:extLst>
          </p:cNvPr>
          <p:cNvSpPr>
            <a:spLocks noGrp="1"/>
          </p:cNvSpPr>
          <p:nvPr>
            <p:ph type="title"/>
          </p:nvPr>
        </p:nvSpPr>
        <p:spPr/>
        <p:txBody>
          <a:bodyPr>
            <a:normAutofit fontScale="90000"/>
          </a:bodyPr>
          <a:lstStyle/>
          <a:p>
            <a:r>
              <a:rPr dirty="0">
                <a:solidFill>
                  <a:srgbClr val="000000">
                    <a:alpha val="100000"/>
                  </a:srgbClr>
                </a:solidFill>
                <a:latin typeface="Arial" panose="020B0604020202090204"/>
                <a:ea typeface="Arial" panose="020B0604020202090204"/>
                <a:cs typeface="Arial" panose="020B0604020202090204"/>
                <a:sym typeface="+mn-ea"/>
              </a:rPr>
              <a:t>FDD</a:t>
            </a:r>
            <a:r>
              <a:rPr spc="20" dirty="0">
                <a:solidFill>
                  <a:srgbClr val="000000">
                    <a:alpha val="100000"/>
                  </a:srgbClr>
                </a:solidFill>
                <a:latin typeface="Arial" panose="020B0604020202090204"/>
                <a:ea typeface="Arial" panose="020B0604020202090204"/>
                <a:cs typeface="Arial" panose="020B0604020202090204"/>
                <a:sym typeface="+mn-ea"/>
              </a:rPr>
              <a:t>’</a:t>
            </a:r>
            <a:r>
              <a:rPr dirty="0">
                <a:solidFill>
                  <a:srgbClr val="000000">
                    <a:alpha val="100000"/>
                  </a:srgbClr>
                </a:solidFill>
                <a:latin typeface="Arial" panose="020B0604020202090204"/>
                <a:ea typeface="Arial" panose="020B0604020202090204"/>
                <a:cs typeface="Arial" panose="020B0604020202090204"/>
                <a:sym typeface="+mn-ea"/>
              </a:rPr>
              <a:t>s</a:t>
            </a:r>
            <a:r>
              <a:rPr spc="2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view</a:t>
            </a:r>
            <a:r>
              <a:rPr spc="2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on</a:t>
            </a:r>
            <a:r>
              <a:rPr spc="2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the Agile Manifesto</a:t>
            </a:r>
            <a:br>
              <a:rPr lang="en-US" altLang="en-US" dirty="0"/>
            </a:br>
            <a:endParaRPr lang="en-US" dirty="0"/>
          </a:p>
        </p:txBody>
      </p:sp>
      <p:sp>
        <p:nvSpPr>
          <p:cNvPr id="2" name="Content Placeholder 1">
            <a:extLst>
              <a:ext uri="{FF2B5EF4-FFF2-40B4-BE49-F238E27FC236}">
                <a16:creationId xmlns:a16="http://schemas.microsoft.com/office/drawing/2014/main" id="{E270BB9A-41BC-5E33-A44A-7E2A1A57F0A3}"/>
              </a:ext>
            </a:extLst>
          </p:cNvPr>
          <p:cNvSpPr>
            <a:spLocks noGrp="1"/>
          </p:cNvSpPr>
          <p:nvPr>
            <p:ph idx="1"/>
          </p:nvPr>
        </p:nvSpPr>
        <p:spPr>
          <a:xfrm>
            <a:off x="646677" y="1489769"/>
            <a:ext cx="9040532" cy="3879273"/>
          </a:xfrm>
        </p:spPr>
        <p:txBody>
          <a:bodyPr>
            <a:noAutofit/>
          </a:bodyPr>
          <a:lstStyle/>
          <a:p>
            <a:pPr algn="l" rtl="0" eaLnBrk="0">
              <a:lnSpc>
                <a:spcPct val="83000"/>
              </a:lnSpc>
            </a:pPr>
            <a:r>
              <a:rPr lang="en-US" sz="2400" b="1" spc="-30" dirty="0">
                <a:solidFill>
                  <a:schemeClr val="bg2">
                    <a:lumMod val="10000"/>
                  </a:schemeClr>
                </a:solidFill>
                <a:latin typeface="Arial" panose="020B0604020202020204" pitchFamily="34" charset="0"/>
                <a:ea typeface="Arial" panose="020B0604020202090204"/>
                <a:cs typeface="Arial" panose="020B0604020202020204" pitchFamily="34" charset="0"/>
                <a:sym typeface="+mn-ea"/>
              </a:rPr>
              <a:t>Individuals and interactions </a:t>
            </a:r>
            <a:r>
              <a:rPr lang="en-US" sz="2400" spc="-30" dirty="0">
                <a:solidFill>
                  <a:schemeClr val="bg2">
                    <a:lumMod val="10000"/>
                  </a:schemeClr>
                </a:solidFill>
                <a:latin typeface="Arial" panose="020B0604020202020204" pitchFamily="34" charset="0"/>
                <a:ea typeface="Arial" panose="020B0604020202090204"/>
                <a:cs typeface="Arial" panose="020B0604020202020204" pitchFamily="34" charset="0"/>
                <a:sym typeface="+mn-ea"/>
              </a:rPr>
              <a:t>over processes and tools. </a:t>
            </a:r>
            <a:endParaRPr lang="en-US" sz="2400" dirty="0">
              <a:solidFill>
                <a:schemeClr val="bg2">
                  <a:lumMod val="10000"/>
                </a:schemeClr>
              </a:solidFill>
              <a:latin typeface="Arial" panose="020B0604020202020204" pitchFamily="34" charset="0"/>
              <a:cs typeface="Arial" panose="020B0604020202020204" pitchFamily="34" charset="0"/>
            </a:endParaRPr>
          </a:p>
          <a:p>
            <a:pPr lvl="1">
              <a:buFont typeface="Arial" panose="020B0604020202020204" pitchFamily="34" charset="0"/>
              <a:buChar char="•"/>
            </a:pPr>
            <a:r>
              <a:rPr lang="en-US" sz="2000" b="1" dirty="0">
                <a:solidFill>
                  <a:schemeClr val="bg2">
                    <a:lumMod val="10000"/>
                  </a:schemeClr>
                </a:solidFill>
                <a:latin typeface="Arial" panose="020B0604020202020204" pitchFamily="34" charset="0"/>
                <a:cs typeface="Arial" panose="020B0604020202020204" pitchFamily="34" charset="0"/>
              </a:rPr>
              <a:t>Focus on people</a:t>
            </a:r>
            <a:r>
              <a:rPr lang="en-US" sz="2000" dirty="0">
                <a:solidFill>
                  <a:schemeClr val="bg2">
                    <a:lumMod val="10000"/>
                  </a:schemeClr>
                </a:solidFill>
                <a:latin typeface="Arial" panose="020B0604020202020204" pitchFamily="34" charset="0"/>
                <a:cs typeface="Arial" panose="020B0604020202020204" pitchFamily="34" charset="0"/>
              </a:rPr>
              <a:t>: Agile values collaboration, creativity, and communication among team members over rigid processes or tools.</a:t>
            </a:r>
          </a:p>
          <a:p>
            <a:pPr lvl="1">
              <a:buFont typeface="Arial" panose="020B0604020202020204" pitchFamily="34" charset="0"/>
              <a:buChar char="•"/>
            </a:pPr>
            <a:r>
              <a:rPr lang="en-US" sz="2000" b="1" dirty="0">
                <a:solidFill>
                  <a:schemeClr val="bg2">
                    <a:lumMod val="10000"/>
                  </a:schemeClr>
                </a:solidFill>
                <a:latin typeface="Arial" panose="020B0604020202020204" pitchFamily="34" charset="0"/>
                <a:cs typeface="Arial" panose="020B0604020202020204" pitchFamily="34" charset="0"/>
              </a:rPr>
              <a:t>Collaboration is key</a:t>
            </a:r>
            <a:r>
              <a:rPr lang="en-US" sz="2000" dirty="0">
                <a:solidFill>
                  <a:schemeClr val="bg2">
                    <a:lumMod val="10000"/>
                  </a:schemeClr>
                </a:solidFill>
                <a:latin typeface="Arial" panose="020B0604020202020204" pitchFamily="34" charset="0"/>
                <a:cs typeface="Arial" panose="020B0604020202020204" pitchFamily="34" charset="0"/>
              </a:rPr>
              <a:t>: Open, face-to-face interactions help teams respond to changes and solve problems efficiently.</a:t>
            </a:r>
          </a:p>
          <a:p>
            <a:pPr lvl="1">
              <a:buFont typeface="Arial" panose="020B0604020202020204" pitchFamily="34" charset="0"/>
              <a:buChar char="•"/>
            </a:pPr>
            <a:r>
              <a:rPr lang="en-US" sz="2000" b="1" dirty="0">
                <a:solidFill>
                  <a:schemeClr val="bg2">
                    <a:lumMod val="10000"/>
                  </a:schemeClr>
                </a:solidFill>
                <a:latin typeface="Arial" panose="020B0604020202020204" pitchFamily="34" charset="0"/>
                <a:cs typeface="Arial" panose="020B0604020202020204" pitchFamily="34" charset="0"/>
              </a:rPr>
              <a:t>Adaptability</a:t>
            </a:r>
            <a:r>
              <a:rPr lang="en-US" sz="2000" dirty="0">
                <a:solidFill>
                  <a:schemeClr val="bg2">
                    <a:lumMod val="10000"/>
                  </a:schemeClr>
                </a:solidFill>
                <a:latin typeface="Arial" panose="020B0604020202020204" pitchFamily="34" charset="0"/>
                <a:cs typeface="Arial" panose="020B0604020202020204" pitchFamily="34" charset="0"/>
              </a:rPr>
              <a:t>: Tools and processes should be flexible and adjusted to support the team’s needs, not dictate the work.</a:t>
            </a:r>
          </a:p>
          <a:p>
            <a:pPr lvl="1">
              <a:buFont typeface="Arial" panose="020B0604020202020204" pitchFamily="34" charset="0"/>
              <a:buChar char="•"/>
            </a:pPr>
            <a:r>
              <a:rPr lang="en-US" sz="2000" b="1" dirty="0">
                <a:solidFill>
                  <a:schemeClr val="bg2">
                    <a:lumMod val="10000"/>
                  </a:schemeClr>
                </a:solidFill>
                <a:latin typeface="Arial" panose="020B0604020202020204" pitchFamily="34" charset="0"/>
                <a:cs typeface="Arial" panose="020B0604020202020204" pitchFamily="34" charset="0"/>
              </a:rPr>
              <a:t>Empowerment</a:t>
            </a:r>
            <a:r>
              <a:rPr lang="en-US" sz="2000" dirty="0">
                <a:solidFill>
                  <a:schemeClr val="bg2">
                    <a:lumMod val="10000"/>
                  </a:schemeClr>
                </a:solidFill>
                <a:latin typeface="Arial" panose="020B0604020202020204" pitchFamily="34" charset="0"/>
                <a:cs typeface="Arial" panose="020B0604020202020204" pitchFamily="34" charset="0"/>
              </a:rPr>
              <a:t>: Teams are encouraged to make decisions and solve issues together, rather than relying on predefined rules or tools.</a:t>
            </a:r>
          </a:p>
          <a:p>
            <a:endParaRPr lang="en-US" sz="2400" dirty="0">
              <a:solidFill>
                <a:schemeClr val="bg2">
                  <a:lumMod val="10000"/>
                </a:schemeClr>
              </a:solidFill>
              <a:latin typeface="Arial" panose="020B0604020202020204" pitchFamily="34" charset="0"/>
              <a:cs typeface="Arial" panose="020B0604020202020204" pitchFamily="34" charset="0"/>
            </a:endParaRPr>
          </a:p>
          <a:p>
            <a:r>
              <a:rPr lang="en-US" sz="2400" dirty="0">
                <a:solidFill>
                  <a:schemeClr val="bg2">
                    <a:lumMod val="10000"/>
                  </a:schemeClr>
                </a:solidFill>
                <a:latin typeface="Arial" panose="020B0604020202020204" pitchFamily="34" charset="0"/>
                <a:cs typeface="Arial" panose="020B0604020202020204" pitchFamily="34" charset="0"/>
              </a:rPr>
              <a:t>In short, Agile emphasizes the importance of people working together effectively rather than strictly following processes or tools.</a:t>
            </a:r>
          </a:p>
          <a:p>
            <a:pPr lvl="1" algn="l" rtl="0" eaLnBrk="0">
              <a:lnSpc>
                <a:spcPct val="83000"/>
              </a:lnSpc>
            </a:pPr>
            <a:endParaRPr sz="2400" b="1" dirty="0">
              <a:solidFill>
                <a:schemeClr val="bg2">
                  <a:lumMod val="10000"/>
                </a:schemeClr>
              </a:solidFill>
              <a:latin typeface="Arial" panose="020B0604020202020204" pitchFamily="34" charset="0"/>
              <a:ea typeface="Arial" panose="020B0604020202090204"/>
              <a:cs typeface="Arial" panose="020B0604020202020204" pitchFamily="34" charset="0"/>
              <a:sym typeface="+mn-ea"/>
            </a:endParaRPr>
          </a:p>
          <a:p>
            <a:pPr marL="478790" indent="-466090" algn="l" rtl="0" eaLnBrk="0">
              <a:lnSpc>
                <a:spcPct val="148000"/>
              </a:lnSpc>
              <a:spcBef>
                <a:spcPts val="290"/>
              </a:spcBef>
            </a:pPr>
            <a:endParaRPr lang="en-US" sz="2400" dirty="0">
              <a:solidFill>
                <a:schemeClr val="bg2">
                  <a:lumMod val="10000"/>
                </a:schemeClr>
              </a:solidFill>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9FBA04F8-32A2-058D-CE8E-459096A88061}"/>
              </a:ext>
            </a:extLst>
          </p:cNvPr>
          <p:cNvSpPr>
            <a:spLocks noGrp="1"/>
          </p:cNvSpPr>
          <p:nvPr>
            <p:ph type="sldNum" sz="quarter" idx="12"/>
          </p:nvPr>
        </p:nvSpPr>
        <p:spPr/>
        <p:txBody>
          <a:bodyPr/>
          <a:lstStyle/>
          <a:p>
            <a:fld id="{4267CD5E-26CF-4249-8540-BB1D07FD4227}" type="slidenum">
              <a:rPr lang="en-US" smtClean="0"/>
              <a:t>17</a:t>
            </a:fld>
            <a:endParaRPr lang="en-US"/>
          </a:p>
        </p:txBody>
      </p:sp>
      <p:pic>
        <p:nvPicPr>
          <p:cNvPr id="6" name="picture 39">
            <a:extLst>
              <a:ext uri="{FF2B5EF4-FFF2-40B4-BE49-F238E27FC236}">
                <a16:creationId xmlns:a16="http://schemas.microsoft.com/office/drawing/2014/main" id="{30DF475D-03B5-4EF8-F82D-46031A19DF61}"/>
              </a:ext>
            </a:extLst>
          </p:cNvPr>
          <p:cNvPicPr>
            <a:picLocks noChangeAspect="1"/>
          </p:cNvPicPr>
          <p:nvPr/>
        </p:nvPicPr>
        <p:blipFill>
          <a:blip r:embed="rId2"/>
          <a:stretch>
            <a:fillRect/>
          </a:stretch>
        </p:blipFill>
        <p:spPr>
          <a:xfrm rot="21600000">
            <a:off x="9623835" y="1489769"/>
            <a:ext cx="2029328" cy="2856532"/>
          </a:xfrm>
          <a:prstGeom prst="rect">
            <a:avLst/>
          </a:prstGeom>
        </p:spPr>
      </p:pic>
    </p:spTree>
    <p:extLst>
      <p:ext uri="{BB962C8B-B14F-4D97-AF65-F5344CB8AC3E}">
        <p14:creationId xmlns:p14="http://schemas.microsoft.com/office/powerpoint/2010/main" val="28942348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45B6E-3F4A-8CD5-2CA7-E812EBF594F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AED2653-B198-4845-3424-CCD057EFA8A7}"/>
              </a:ext>
            </a:extLst>
          </p:cNvPr>
          <p:cNvSpPr>
            <a:spLocks noGrp="1"/>
          </p:cNvSpPr>
          <p:nvPr>
            <p:ph type="title"/>
          </p:nvPr>
        </p:nvSpPr>
        <p:spPr/>
        <p:txBody>
          <a:bodyPr>
            <a:normAutofit fontScale="90000"/>
          </a:bodyPr>
          <a:lstStyle/>
          <a:p>
            <a:r>
              <a:rPr dirty="0">
                <a:solidFill>
                  <a:srgbClr val="000000">
                    <a:alpha val="100000"/>
                  </a:srgbClr>
                </a:solidFill>
                <a:latin typeface="Arial" panose="020B0604020202090204"/>
                <a:ea typeface="Arial" panose="020B0604020202090204"/>
                <a:cs typeface="Arial" panose="020B0604020202090204"/>
                <a:sym typeface="+mn-ea"/>
              </a:rPr>
              <a:t>FDD</a:t>
            </a:r>
            <a:r>
              <a:rPr spc="20" dirty="0">
                <a:solidFill>
                  <a:srgbClr val="000000">
                    <a:alpha val="100000"/>
                  </a:srgbClr>
                </a:solidFill>
                <a:latin typeface="Arial" panose="020B0604020202090204"/>
                <a:ea typeface="Arial" panose="020B0604020202090204"/>
                <a:cs typeface="Arial" panose="020B0604020202090204"/>
                <a:sym typeface="+mn-ea"/>
              </a:rPr>
              <a:t>’</a:t>
            </a:r>
            <a:r>
              <a:rPr dirty="0">
                <a:solidFill>
                  <a:srgbClr val="000000">
                    <a:alpha val="100000"/>
                  </a:srgbClr>
                </a:solidFill>
                <a:latin typeface="Arial" panose="020B0604020202090204"/>
                <a:ea typeface="Arial" panose="020B0604020202090204"/>
                <a:cs typeface="Arial" panose="020B0604020202090204"/>
                <a:sym typeface="+mn-ea"/>
              </a:rPr>
              <a:t>s</a:t>
            </a:r>
            <a:r>
              <a:rPr spc="2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view</a:t>
            </a:r>
            <a:r>
              <a:rPr spc="2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on</a:t>
            </a:r>
            <a:r>
              <a:rPr spc="2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the Agile Manifesto</a:t>
            </a:r>
            <a:br>
              <a:rPr lang="en-US" altLang="en-US" dirty="0"/>
            </a:br>
            <a:endParaRPr lang="en-US" dirty="0"/>
          </a:p>
        </p:txBody>
      </p:sp>
      <p:sp>
        <p:nvSpPr>
          <p:cNvPr id="2" name="Content Placeholder 1">
            <a:extLst>
              <a:ext uri="{FF2B5EF4-FFF2-40B4-BE49-F238E27FC236}">
                <a16:creationId xmlns:a16="http://schemas.microsoft.com/office/drawing/2014/main" id="{AF962910-7FDF-153D-CBBF-08DE89C14696}"/>
              </a:ext>
            </a:extLst>
          </p:cNvPr>
          <p:cNvSpPr>
            <a:spLocks noGrp="1"/>
          </p:cNvSpPr>
          <p:nvPr>
            <p:ph idx="1"/>
          </p:nvPr>
        </p:nvSpPr>
        <p:spPr>
          <a:xfrm>
            <a:off x="646677" y="1489769"/>
            <a:ext cx="9040532" cy="3879273"/>
          </a:xfrm>
        </p:spPr>
        <p:txBody>
          <a:bodyPr>
            <a:noAutofit/>
          </a:bodyPr>
          <a:lstStyle/>
          <a:p>
            <a:pPr algn="l" rtl="0" eaLnBrk="0">
              <a:lnSpc>
                <a:spcPct val="83000"/>
              </a:lnSpc>
            </a:pPr>
            <a:r>
              <a:rPr lang="en-US" sz="2400" b="1" u="sng" spc="-10" dirty="0">
                <a:solidFill>
                  <a:schemeClr val="bg2">
                    <a:lumMod val="10000"/>
                  </a:schemeClr>
                </a:solidFill>
                <a:latin typeface="Arial" panose="020B0604020202020204" pitchFamily="34" charset="0"/>
                <a:ea typeface="Arial" panose="020B0604020202090204"/>
                <a:cs typeface="Arial" panose="020B0604020202020204" pitchFamily="34" charset="0"/>
                <a:sym typeface="+mn-ea"/>
              </a:rPr>
              <a:t>Working</a:t>
            </a:r>
            <a:r>
              <a:rPr lang="en-US" sz="2400" u="sng" spc="-10" dirty="0">
                <a:solidFill>
                  <a:schemeClr val="bg2">
                    <a:lumMod val="10000"/>
                  </a:schemeClr>
                </a:solidFill>
                <a:latin typeface="Arial" panose="020B0604020202020204" pitchFamily="34" charset="0"/>
                <a:ea typeface="Arial" panose="020B0604020202090204"/>
                <a:cs typeface="Arial" panose="020B0604020202020204" pitchFamily="34" charset="0"/>
                <a:sym typeface="+mn-ea"/>
              </a:rPr>
              <a:t> </a:t>
            </a:r>
            <a:r>
              <a:rPr lang="en-US" sz="2400" b="1" u="sng" spc="-10" dirty="0">
                <a:solidFill>
                  <a:schemeClr val="bg2">
                    <a:lumMod val="10000"/>
                  </a:schemeClr>
                </a:solidFill>
                <a:latin typeface="Arial" panose="020B0604020202020204" pitchFamily="34" charset="0"/>
                <a:ea typeface="Arial" panose="020B0604020202090204"/>
                <a:cs typeface="Arial" panose="020B0604020202020204" pitchFamily="34" charset="0"/>
                <a:sym typeface="+mn-ea"/>
              </a:rPr>
              <a:t>so</a:t>
            </a:r>
            <a:r>
              <a:rPr lang="en-US" sz="2400" b="1" u="sng" dirty="0">
                <a:solidFill>
                  <a:schemeClr val="bg2">
                    <a:lumMod val="10000"/>
                  </a:schemeClr>
                </a:solidFill>
                <a:latin typeface="Arial" panose="020B0604020202020204" pitchFamily="34" charset="0"/>
                <a:ea typeface="Arial" panose="020B0604020202090204"/>
                <a:cs typeface="Arial" panose="020B0604020202020204" pitchFamily="34" charset="0"/>
                <a:sym typeface="+mn-ea"/>
              </a:rPr>
              <a:t>ftware</a:t>
            </a:r>
            <a:r>
              <a:rPr lang="en-US" sz="2400" spc="-10" dirty="0">
                <a:solidFill>
                  <a:schemeClr val="bg2">
                    <a:lumMod val="10000"/>
                  </a:schemeClr>
                </a:solidFill>
                <a:latin typeface="Arial" panose="020B0604020202020204" pitchFamily="34" charset="0"/>
                <a:ea typeface="Arial" panose="020B0604020202090204"/>
                <a:cs typeface="Arial" panose="020B0604020202020204" pitchFamily="34" charset="0"/>
                <a:sym typeface="+mn-ea"/>
              </a:rPr>
              <a:t> </a:t>
            </a:r>
            <a:r>
              <a:rPr lang="en-US" sz="2400" dirty="0">
                <a:solidFill>
                  <a:schemeClr val="bg2">
                    <a:lumMod val="10000"/>
                  </a:schemeClr>
                </a:solidFill>
                <a:latin typeface="Arial" panose="020B0604020202020204" pitchFamily="34" charset="0"/>
                <a:ea typeface="Arial" panose="020B0604020202090204"/>
                <a:cs typeface="Arial" panose="020B0604020202020204" pitchFamily="34" charset="0"/>
                <a:sym typeface="+mn-ea"/>
              </a:rPr>
              <a:t>over</a:t>
            </a:r>
            <a:r>
              <a:rPr lang="en-US" sz="2400" spc="-10" dirty="0">
                <a:solidFill>
                  <a:schemeClr val="bg2">
                    <a:lumMod val="10000"/>
                  </a:schemeClr>
                </a:solidFill>
                <a:latin typeface="Arial" panose="020B0604020202020204" pitchFamily="34" charset="0"/>
                <a:ea typeface="Arial" panose="020B0604020202090204"/>
                <a:cs typeface="Arial" panose="020B0604020202020204" pitchFamily="34" charset="0"/>
                <a:sym typeface="+mn-ea"/>
              </a:rPr>
              <a:t> </a:t>
            </a:r>
            <a:r>
              <a:rPr lang="en-US" sz="2400" dirty="0">
                <a:solidFill>
                  <a:schemeClr val="bg2">
                    <a:lumMod val="10000"/>
                  </a:schemeClr>
                </a:solidFill>
                <a:latin typeface="Arial" panose="020B0604020202020204" pitchFamily="34" charset="0"/>
                <a:ea typeface="Arial" panose="020B0604020202090204"/>
                <a:cs typeface="Arial" panose="020B0604020202020204" pitchFamily="34" charset="0"/>
                <a:sym typeface="+mn-ea"/>
              </a:rPr>
              <a:t>comprehensive</a:t>
            </a:r>
            <a:r>
              <a:rPr lang="en-US" sz="2400" spc="-10" dirty="0">
                <a:solidFill>
                  <a:schemeClr val="bg2">
                    <a:lumMod val="10000"/>
                  </a:schemeClr>
                </a:solidFill>
                <a:latin typeface="Arial" panose="020B0604020202020204" pitchFamily="34" charset="0"/>
                <a:ea typeface="Arial" panose="020B0604020202090204"/>
                <a:cs typeface="Arial" panose="020B0604020202020204" pitchFamily="34" charset="0"/>
                <a:sym typeface="+mn-ea"/>
              </a:rPr>
              <a:t> </a:t>
            </a:r>
            <a:r>
              <a:rPr lang="en-US" sz="2400" dirty="0">
                <a:solidFill>
                  <a:schemeClr val="bg2">
                    <a:lumMod val="10000"/>
                  </a:schemeClr>
                </a:solidFill>
                <a:latin typeface="Arial" panose="020B0604020202020204" pitchFamily="34" charset="0"/>
                <a:ea typeface="Arial" panose="020B0604020202090204"/>
                <a:cs typeface="Arial" panose="020B0604020202020204" pitchFamily="34" charset="0"/>
                <a:sym typeface="+mn-ea"/>
              </a:rPr>
              <a:t>documentation.</a:t>
            </a:r>
            <a:r>
              <a:rPr lang="en-US" sz="2400" spc="-30" dirty="0">
                <a:solidFill>
                  <a:schemeClr val="bg2">
                    <a:lumMod val="10000"/>
                  </a:schemeClr>
                </a:solidFill>
                <a:latin typeface="Arial" panose="020B0604020202020204" pitchFamily="34" charset="0"/>
                <a:ea typeface="Arial" panose="020B0604020202090204"/>
                <a:cs typeface="Arial" panose="020B0604020202020204" pitchFamily="34" charset="0"/>
                <a:sym typeface="+mn-ea"/>
              </a:rPr>
              <a:t> </a:t>
            </a:r>
            <a:endParaRPr lang="en-US" sz="2000" dirty="0">
              <a:solidFill>
                <a:schemeClr val="bg2">
                  <a:lumMod val="10000"/>
                </a:schemeClr>
              </a:solidFill>
              <a:latin typeface="Arial" panose="020B0604020202020204" pitchFamily="34" charset="0"/>
              <a:cs typeface="Arial" panose="020B0604020202020204" pitchFamily="34" charset="0"/>
            </a:endParaRPr>
          </a:p>
          <a:p>
            <a:pPr lvl="1">
              <a:buFont typeface="Arial" panose="020B0604020202020204" pitchFamily="34" charset="0"/>
              <a:buChar char="•"/>
            </a:pPr>
            <a:r>
              <a:rPr lang="en-US" b="1" dirty="0">
                <a:solidFill>
                  <a:schemeClr val="bg2">
                    <a:lumMod val="10000"/>
                  </a:schemeClr>
                </a:solidFill>
                <a:latin typeface="Arial" panose="020B0604020202020204" pitchFamily="34" charset="0"/>
                <a:cs typeface="Arial" panose="020B0604020202020204" pitchFamily="34" charset="0"/>
              </a:rPr>
              <a:t>Priority on delivering value</a:t>
            </a:r>
            <a:r>
              <a:rPr lang="en-US" dirty="0">
                <a:solidFill>
                  <a:schemeClr val="bg2">
                    <a:lumMod val="10000"/>
                  </a:schemeClr>
                </a:solidFill>
                <a:latin typeface="Arial" panose="020B0604020202020204" pitchFamily="34" charset="0"/>
                <a:cs typeface="Arial" panose="020B0604020202020204" pitchFamily="34" charset="0"/>
              </a:rPr>
              <a:t>: Focus on creating working software that provides value rather than spending too much time on extensive documentation.</a:t>
            </a:r>
          </a:p>
          <a:p>
            <a:pPr lvl="1">
              <a:buFont typeface="Arial" panose="020B0604020202020204" pitchFamily="34" charset="0"/>
              <a:buChar char="•"/>
            </a:pPr>
            <a:r>
              <a:rPr lang="en-US" b="1" dirty="0">
                <a:solidFill>
                  <a:schemeClr val="bg2">
                    <a:lumMod val="10000"/>
                  </a:schemeClr>
                </a:solidFill>
                <a:latin typeface="Arial" panose="020B0604020202020204" pitchFamily="34" charset="0"/>
                <a:cs typeface="Arial" panose="020B0604020202020204" pitchFamily="34" charset="0"/>
              </a:rPr>
              <a:t>Essential documentation</a:t>
            </a:r>
            <a:r>
              <a:rPr lang="en-US" dirty="0">
                <a:solidFill>
                  <a:schemeClr val="bg2">
                    <a:lumMod val="10000"/>
                  </a:schemeClr>
                </a:solidFill>
                <a:latin typeface="Arial" panose="020B0604020202020204" pitchFamily="34" charset="0"/>
                <a:cs typeface="Arial" panose="020B0604020202020204" pitchFamily="34" charset="0"/>
              </a:rPr>
              <a:t>: Keep documentation minimal and only as necessary to support the software and users.</a:t>
            </a:r>
          </a:p>
          <a:p>
            <a:pPr lvl="1">
              <a:buFont typeface="Arial" panose="020B0604020202020204" pitchFamily="34" charset="0"/>
              <a:buChar char="•"/>
            </a:pPr>
            <a:r>
              <a:rPr lang="en-US" b="1" dirty="0">
                <a:solidFill>
                  <a:schemeClr val="bg2">
                    <a:lumMod val="10000"/>
                  </a:schemeClr>
                </a:solidFill>
                <a:latin typeface="Arial" panose="020B0604020202020204" pitchFamily="34" charset="0"/>
                <a:cs typeface="Arial" panose="020B0604020202020204" pitchFamily="34" charset="0"/>
              </a:rPr>
              <a:t>Faster delivery</a:t>
            </a:r>
            <a:r>
              <a:rPr lang="en-US" dirty="0">
                <a:solidFill>
                  <a:schemeClr val="bg2">
                    <a:lumMod val="10000"/>
                  </a:schemeClr>
                </a:solidFill>
                <a:latin typeface="Arial" panose="020B0604020202020204" pitchFamily="34" charset="0"/>
                <a:cs typeface="Arial" panose="020B0604020202020204" pitchFamily="34" charset="0"/>
              </a:rPr>
              <a:t>: Reducing time spent on documentation allows quicker delivery of working features for feedback and improvement.</a:t>
            </a:r>
          </a:p>
          <a:p>
            <a:pPr lvl="1">
              <a:buFont typeface="Arial" panose="020B0604020202020204" pitchFamily="34" charset="0"/>
              <a:buChar char="•"/>
            </a:pPr>
            <a:r>
              <a:rPr lang="en-US" b="1" dirty="0">
                <a:solidFill>
                  <a:schemeClr val="bg2">
                    <a:lumMod val="10000"/>
                  </a:schemeClr>
                </a:solidFill>
                <a:latin typeface="Arial" panose="020B0604020202020204" pitchFamily="34" charset="0"/>
                <a:cs typeface="Arial" panose="020B0604020202020204" pitchFamily="34" charset="0"/>
              </a:rPr>
              <a:t>Iterative approach</a:t>
            </a:r>
            <a:r>
              <a:rPr lang="en-US" dirty="0">
                <a:solidFill>
                  <a:schemeClr val="bg2">
                    <a:lumMod val="10000"/>
                  </a:schemeClr>
                </a:solidFill>
                <a:latin typeface="Arial" panose="020B0604020202020204" pitchFamily="34" charset="0"/>
                <a:cs typeface="Arial" panose="020B0604020202020204" pitchFamily="34" charset="0"/>
              </a:rPr>
              <a:t>: Documentation is updated as the software evolves, keeping it relevant and focused on current needs.</a:t>
            </a:r>
          </a:p>
          <a:p>
            <a:pPr lvl="1">
              <a:buFont typeface="Arial" panose="020B0604020202020204" pitchFamily="34" charset="0"/>
              <a:buChar char="•"/>
            </a:pPr>
            <a:r>
              <a:rPr lang="en-US" b="1" dirty="0">
                <a:solidFill>
                  <a:schemeClr val="bg2">
                    <a:lumMod val="10000"/>
                  </a:schemeClr>
                </a:solidFill>
                <a:latin typeface="Arial" panose="020B0604020202020204" pitchFamily="34" charset="0"/>
                <a:cs typeface="Arial" panose="020B0604020202020204" pitchFamily="34" charset="0"/>
              </a:rPr>
              <a:t>Customer feedback</a:t>
            </a:r>
            <a:r>
              <a:rPr lang="en-US" dirty="0">
                <a:solidFill>
                  <a:schemeClr val="bg2">
                    <a:lumMod val="10000"/>
                  </a:schemeClr>
                </a:solidFill>
                <a:latin typeface="Arial" panose="020B0604020202020204" pitchFamily="34" charset="0"/>
                <a:cs typeface="Arial" panose="020B0604020202020204" pitchFamily="34" charset="0"/>
              </a:rPr>
              <a:t>: Working software is presented early to gather feedback and make adjustments, rather than waiting for complete documentation.</a:t>
            </a:r>
          </a:p>
          <a:p>
            <a:pPr lvl="1" algn="l" rtl="0" eaLnBrk="0">
              <a:lnSpc>
                <a:spcPct val="83000"/>
              </a:lnSpc>
            </a:pPr>
            <a:r>
              <a:rPr lang="en-US" sz="2000" b="1" spc="-20" dirty="0">
                <a:solidFill>
                  <a:schemeClr val="bg2">
                    <a:lumMod val="10000"/>
                  </a:schemeClr>
                </a:solidFill>
                <a:latin typeface="Arial" panose="020B0604020202090204"/>
                <a:ea typeface="Arial" panose="020B0604020202090204"/>
                <a:cs typeface="Arial" panose="020B0604020202090204"/>
                <a:sym typeface="+mn-ea"/>
              </a:rPr>
              <a:t>doesn’t</a:t>
            </a:r>
            <a:r>
              <a:rPr lang="en-US" sz="2000" spc="-20" dirty="0">
                <a:solidFill>
                  <a:schemeClr val="bg2">
                    <a:lumMod val="10000"/>
                  </a:schemeClr>
                </a:solidFill>
                <a:latin typeface="Arial" panose="020B0604020202090204"/>
                <a:ea typeface="Arial" panose="020B0604020202090204"/>
                <a:cs typeface="Arial" panose="020B0604020202090204"/>
                <a:sym typeface="+mn-ea"/>
              </a:rPr>
              <a:t> mean you </a:t>
            </a:r>
            <a:r>
              <a:rPr lang="en-US" sz="2000" b="1" spc="-20" dirty="0">
                <a:solidFill>
                  <a:schemeClr val="bg2">
                    <a:lumMod val="10000"/>
                  </a:schemeClr>
                </a:solidFill>
                <a:latin typeface="Arial" panose="020B0604020202090204"/>
                <a:ea typeface="Arial" panose="020B0604020202090204"/>
                <a:cs typeface="Arial" panose="020B0604020202090204"/>
                <a:sym typeface="+mn-ea"/>
              </a:rPr>
              <a:t>sho</a:t>
            </a:r>
            <a:r>
              <a:rPr lang="en-US" sz="2000" b="1" spc="-10" dirty="0">
                <a:solidFill>
                  <a:schemeClr val="bg2">
                    <a:lumMod val="10000"/>
                  </a:schemeClr>
                </a:solidFill>
                <a:latin typeface="Arial" panose="020B0604020202090204"/>
                <a:ea typeface="Arial" panose="020B0604020202090204"/>
                <a:cs typeface="Arial" panose="020B0604020202090204"/>
                <a:sym typeface="+mn-ea"/>
              </a:rPr>
              <a:t>u</a:t>
            </a:r>
            <a:r>
              <a:rPr lang="en-US" sz="2000" b="1" dirty="0">
                <a:solidFill>
                  <a:schemeClr val="bg2">
                    <a:lumMod val="10000"/>
                  </a:schemeClr>
                </a:solidFill>
                <a:latin typeface="Arial" panose="020B0604020202090204"/>
                <a:ea typeface="Arial" panose="020B0604020202090204"/>
                <a:cs typeface="Arial" panose="020B0604020202090204"/>
                <a:sym typeface="+mn-ea"/>
              </a:rPr>
              <a:t>ldn</a:t>
            </a:r>
            <a:r>
              <a:rPr lang="en-US" sz="2000" b="1" spc="-20" dirty="0">
                <a:solidFill>
                  <a:schemeClr val="bg2">
                    <a:lumMod val="10000"/>
                  </a:schemeClr>
                </a:solidFill>
                <a:latin typeface="Arial" panose="020B0604020202090204"/>
                <a:ea typeface="Arial" panose="020B0604020202090204"/>
                <a:cs typeface="Arial" panose="020B0604020202090204"/>
                <a:sym typeface="+mn-ea"/>
              </a:rPr>
              <a:t>’</a:t>
            </a:r>
            <a:r>
              <a:rPr lang="en-US" sz="2000" b="1" dirty="0">
                <a:solidFill>
                  <a:schemeClr val="bg2">
                    <a:lumMod val="10000"/>
                  </a:schemeClr>
                </a:solidFill>
                <a:latin typeface="Arial" panose="020B0604020202090204"/>
                <a:ea typeface="Arial" panose="020B0604020202090204"/>
                <a:cs typeface="Arial" panose="020B0604020202090204"/>
                <a:sym typeface="+mn-ea"/>
              </a:rPr>
              <a:t>t</a:t>
            </a:r>
            <a:r>
              <a:rPr lang="en-US" sz="2000" spc="-20" dirty="0">
                <a:solidFill>
                  <a:schemeClr val="bg2">
                    <a:lumMod val="10000"/>
                  </a:schemeClr>
                </a:solidFill>
                <a:latin typeface="Arial" panose="020B0604020202090204"/>
                <a:ea typeface="Arial" panose="020B0604020202090204"/>
                <a:cs typeface="Arial" panose="020B0604020202090204"/>
                <a:sym typeface="+mn-ea"/>
              </a:rPr>
              <a:t> </a:t>
            </a:r>
            <a:r>
              <a:rPr lang="en-US" sz="2000" dirty="0">
                <a:solidFill>
                  <a:schemeClr val="bg2">
                    <a:lumMod val="10000"/>
                  </a:schemeClr>
                </a:solidFill>
                <a:latin typeface="Arial" panose="020B0604020202090204"/>
                <a:ea typeface="Arial" panose="020B0604020202090204"/>
                <a:cs typeface="Arial" panose="020B0604020202090204"/>
                <a:sym typeface="+mn-ea"/>
              </a:rPr>
              <a:t>write</a:t>
            </a:r>
            <a:r>
              <a:rPr lang="en-US" sz="2000" spc="-20" dirty="0">
                <a:solidFill>
                  <a:schemeClr val="bg2">
                    <a:lumMod val="10000"/>
                  </a:schemeClr>
                </a:solidFill>
                <a:latin typeface="Arial" panose="020B0604020202090204"/>
                <a:ea typeface="Arial" panose="020B0604020202090204"/>
                <a:cs typeface="Arial" panose="020B0604020202090204"/>
                <a:sym typeface="+mn-ea"/>
              </a:rPr>
              <a:t> </a:t>
            </a:r>
            <a:r>
              <a:rPr lang="en-US" sz="2000" dirty="0">
                <a:solidFill>
                  <a:schemeClr val="bg2">
                    <a:lumMod val="10000"/>
                  </a:schemeClr>
                </a:solidFill>
                <a:latin typeface="Arial" panose="020B0604020202090204"/>
                <a:ea typeface="Arial" panose="020B0604020202090204"/>
                <a:cs typeface="Arial" panose="020B0604020202090204"/>
                <a:sym typeface="+mn-ea"/>
              </a:rPr>
              <a:t>documentation  </a:t>
            </a:r>
          </a:p>
          <a:p>
            <a:pPr lvl="1" algn="l" rtl="0" eaLnBrk="0">
              <a:lnSpc>
                <a:spcPct val="83000"/>
              </a:lnSpc>
            </a:pPr>
            <a:r>
              <a:rPr lang="en-US" sz="2000" b="1" spc="-20" dirty="0">
                <a:solidFill>
                  <a:schemeClr val="bg2">
                    <a:lumMod val="10000"/>
                  </a:schemeClr>
                </a:solidFill>
                <a:latin typeface="Arial" panose="020B0604020202090204"/>
                <a:ea typeface="Arial" panose="020B0604020202090204"/>
                <a:cs typeface="Arial" panose="020B0604020202090204"/>
                <a:sym typeface="+mn-ea"/>
              </a:rPr>
              <a:t>instead</a:t>
            </a:r>
            <a:r>
              <a:rPr lang="en-US" sz="2000" spc="-20" dirty="0">
                <a:solidFill>
                  <a:schemeClr val="bg2">
                    <a:lumMod val="10000"/>
                  </a:schemeClr>
                </a:solidFill>
                <a:latin typeface="Arial" panose="020B0604020202090204"/>
                <a:ea typeface="Arial" panose="020B0604020202090204"/>
                <a:cs typeface="Arial" panose="020B0604020202090204"/>
                <a:sym typeface="+mn-ea"/>
              </a:rPr>
              <a:t>, documentation is important and r</a:t>
            </a:r>
            <a:r>
              <a:rPr lang="en-US" sz="2000" spc="-10" dirty="0">
                <a:solidFill>
                  <a:schemeClr val="bg2">
                    <a:lumMod val="10000"/>
                  </a:schemeClr>
                </a:solidFill>
                <a:latin typeface="Arial" panose="020B0604020202090204"/>
                <a:ea typeface="Arial" panose="020B0604020202090204"/>
                <a:cs typeface="Arial" panose="020B0604020202090204"/>
                <a:sym typeface="+mn-ea"/>
              </a:rPr>
              <a:t>e</a:t>
            </a:r>
            <a:r>
              <a:rPr lang="en-US" sz="2000" dirty="0">
                <a:solidFill>
                  <a:schemeClr val="bg2">
                    <a:lumMod val="10000"/>
                  </a:schemeClr>
                </a:solidFill>
                <a:latin typeface="Arial" panose="020B0604020202090204"/>
                <a:ea typeface="Arial" panose="020B0604020202090204"/>
                <a:cs typeface="Arial" panose="020B0604020202090204"/>
                <a:sym typeface="+mn-ea"/>
              </a:rPr>
              <a:t>quired </a:t>
            </a:r>
          </a:p>
          <a:p>
            <a:pPr lvl="1" algn="l" rtl="0" eaLnBrk="0">
              <a:lnSpc>
                <a:spcPct val="83000"/>
              </a:lnSpc>
            </a:pPr>
            <a:r>
              <a:rPr lang="en-US" sz="2000" b="1" spc="-10" dirty="0">
                <a:solidFill>
                  <a:schemeClr val="bg2">
                    <a:lumMod val="10000"/>
                  </a:schemeClr>
                </a:solidFill>
                <a:latin typeface="Arial" panose="020B0604020202090204"/>
                <a:ea typeface="Arial" panose="020B0604020202090204"/>
                <a:cs typeface="Arial" panose="020B0604020202090204"/>
                <a:sym typeface="+mn-ea"/>
              </a:rPr>
              <a:t>but</a:t>
            </a:r>
            <a:r>
              <a:rPr lang="en-US" sz="2000" spc="-10" dirty="0">
                <a:solidFill>
                  <a:schemeClr val="bg2">
                    <a:lumMod val="10000"/>
                  </a:schemeClr>
                </a:solidFill>
                <a:latin typeface="Arial" panose="020B0604020202090204"/>
                <a:ea typeface="Arial" panose="020B0604020202090204"/>
                <a:cs typeface="Arial" panose="020B0604020202090204"/>
                <a:sym typeface="+mn-ea"/>
              </a:rPr>
              <a:t> documentation without working code is a path </a:t>
            </a:r>
            <a:r>
              <a:rPr lang="en-US" sz="2000" dirty="0">
                <a:solidFill>
                  <a:schemeClr val="bg2">
                    <a:lumMod val="10000"/>
                  </a:schemeClr>
                </a:solidFill>
                <a:latin typeface="Arial" panose="020B0604020202090204"/>
                <a:ea typeface="Arial" panose="020B0604020202090204"/>
                <a:cs typeface="Arial" panose="020B0604020202090204"/>
                <a:sym typeface="+mn-ea"/>
              </a:rPr>
              <a:t>to</a:t>
            </a:r>
            <a:r>
              <a:rPr lang="en-US" sz="2000" spc="-10" dirty="0">
                <a:solidFill>
                  <a:schemeClr val="bg2">
                    <a:lumMod val="10000"/>
                  </a:schemeClr>
                </a:solidFill>
                <a:latin typeface="Arial" panose="020B0604020202090204"/>
                <a:ea typeface="Arial" panose="020B0604020202090204"/>
                <a:cs typeface="Arial" panose="020B0604020202090204"/>
                <a:sym typeface="+mn-ea"/>
              </a:rPr>
              <a:t> </a:t>
            </a:r>
            <a:r>
              <a:rPr lang="en-US" sz="2000" dirty="0">
                <a:solidFill>
                  <a:schemeClr val="bg2">
                    <a:lumMod val="10000"/>
                  </a:schemeClr>
                </a:solidFill>
                <a:latin typeface="Arial" panose="020B0604020202090204"/>
                <a:ea typeface="Arial" panose="020B0604020202090204"/>
                <a:cs typeface="Arial" panose="020B0604020202090204"/>
                <a:sym typeface="+mn-ea"/>
              </a:rPr>
              <a:t>failure</a:t>
            </a:r>
            <a:endParaRPr lang="en-US" sz="2000" dirty="0">
              <a:solidFill>
                <a:schemeClr val="bg2">
                  <a:lumMod val="10000"/>
                </a:schemeClr>
              </a:solidFill>
              <a:latin typeface="Arial" panose="020B0604020202020204" pitchFamily="34" charset="0"/>
              <a:cs typeface="Arial" panose="020B0604020202020204" pitchFamily="34" charset="0"/>
            </a:endParaRPr>
          </a:p>
          <a:p>
            <a:r>
              <a:rPr lang="en-US" sz="2000" dirty="0">
                <a:solidFill>
                  <a:schemeClr val="bg2">
                    <a:lumMod val="10000"/>
                  </a:schemeClr>
                </a:solidFill>
                <a:latin typeface="Arial" panose="020B0604020202020204" pitchFamily="34" charset="0"/>
                <a:cs typeface="Arial" panose="020B0604020202020204" pitchFamily="34" charset="0"/>
              </a:rPr>
              <a:t>In short, Agile emphasizes delivering functional software quickly and efficiently, with just enough documentation to support it.</a:t>
            </a:r>
          </a:p>
          <a:p>
            <a:pPr lvl="1" algn="l" rtl="0" eaLnBrk="0">
              <a:lnSpc>
                <a:spcPct val="83000"/>
              </a:lnSpc>
            </a:pPr>
            <a:endParaRPr sz="2400" b="1" dirty="0">
              <a:solidFill>
                <a:schemeClr val="bg2">
                  <a:lumMod val="10000"/>
                </a:schemeClr>
              </a:solidFill>
              <a:latin typeface="Arial" panose="020B0604020202020204" pitchFamily="34" charset="0"/>
              <a:ea typeface="Arial" panose="020B0604020202090204"/>
              <a:cs typeface="Arial" panose="020B0604020202020204" pitchFamily="34" charset="0"/>
              <a:sym typeface="+mn-ea"/>
            </a:endParaRPr>
          </a:p>
          <a:p>
            <a:pPr marL="478790" indent="-466090" algn="l" rtl="0" eaLnBrk="0">
              <a:lnSpc>
                <a:spcPct val="148000"/>
              </a:lnSpc>
              <a:spcBef>
                <a:spcPts val="290"/>
              </a:spcBef>
            </a:pPr>
            <a:endParaRPr lang="en-US" sz="2400" dirty="0">
              <a:solidFill>
                <a:schemeClr val="bg2">
                  <a:lumMod val="10000"/>
                </a:schemeClr>
              </a:solidFill>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1C063B5F-871D-AD84-AA48-2894A07A54B8}"/>
              </a:ext>
            </a:extLst>
          </p:cNvPr>
          <p:cNvSpPr>
            <a:spLocks noGrp="1"/>
          </p:cNvSpPr>
          <p:nvPr>
            <p:ph type="sldNum" sz="quarter" idx="12"/>
          </p:nvPr>
        </p:nvSpPr>
        <p:spPr/>
        <p:txBody>
          <a:bodyPr/>
          <a:lstStyle/>
          <a:p>
            <a:fld id="{4267CD5E-26CF-4249-8540-BB1D07FD4227}" type="slidenum">
              <a:rPr lang="en-US" smtClean="0"/>
              <a:t>18</a:t>
            </a:fld>
            <a:endParaRPr lang="en-US"/>
          </a:p>
        </p:txBody>
      </p:sp>
      <p:pic>
        <p:nvPicPr>
          <p:cNvPr id="6" name="picture 39">
            <a:extLst>
              <a:ext uri="{FF2B5EF4-FFF2-40B4-BE49-F238E27FC236}">
                <a16:creationId xmlns:a16="http://schemas.microsoft.com/office/drawing/2014/main" id="{8A943F0D-A907-B01A-594E-1333FFAD7B23}"/>
              </a:ext>
            </a:extLst>
          </p:cNvPr>
          <p:cNvPicPr>
            <a:picLocks noChangeAspect="1"/>
          </p:cNvPicPr>
          <p:nvPr/>
        </p:nvPicPr>
        <p:blipFill>
          <a:blip r:embed="rId2"/>
          <a:stretch>
            <a:fillRect/>
          </a:stretch>
        </p:blipFill>
        <p:spPr>
          <a:xfrm rot="21600000">
            <a:off x="9687209" y="1488958"/>
            <a:ext cx="2029328" cy="2856532"/>
          </a:xfrm>
          <a:prstGeom prst="rect">
            <a:avLst/>
          </a:prstGeom>
        </p:spPr>
      </p:pic>
    </p:spTree>
    <p:extLst>
      <p:ext uri="{BB962C8B-B14F-4D97-AF65-F5344CB8AC3E}">
        <p14:creationId xmlns:p14="http://schemas.microsoft.com/office/powerpoint/2010/main" val="13377813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80FFB-E227-9301-048C-04291413A7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7BEF683-8101-97F5-8C24-575732212DDC}"/>
              </a:ext>
            </a:extLst>
          </p:cNvPr>
          <p:cNvSpPr>
            <a:spLocks noGrp="1"/>
          </p:cNvSpPr>
          <p:nvPr>
            <p:ph type="title"/>
          </p:nvPr>
        </p:nvSpPr>
        <p:spPr/>
        <p:txBody>
          <a:bodyPr>
            <a:normAutofit fontScale="90000"/>
          </a:bodyPr>
          <a:lstStyle/>
          <a:p>
            <a:r>
              <a:rPr dirty="0">
                <a:solidFill>
                  <a:srgbClr val="000000">
                    <a:alpha val="100000"/>
                  </a:srgbClr>
                </a:solidFill>
                <a:latin typeface="Arial" panose="020B0604020202090204"/>
                <a:ea typeface="Arial" panose="020B0604020202090204"/>
                <a:cs typeface="Arial" panose="020B0604020202090204"/>
                <a:sym typeface="+mn-ea"/>
              </a:rPr>
              <a:t>FDD</a:t>
            </a:r>
            <a:r>
              <a:rPr spc="20" dirty="0">
                <a:solidFill>
                  <a:srgbClr val="000000">
                    <a:alpha val="100000"/>
                  </a:srgbClr>
                </a:solidFill>
                <a:latin typeface="Arial" panose="020B0604020202090204"/>
                <a:ea typeface="Arial" panose="020B0604020202090204"/>
                <a:cs typeface="Arial" panose="020B0604020202090204"/>
                <a:sym typeface="+mn-ea"/>
              </a:rPr>
              <a:t>’</a:t>
            </a:r>
            <a:r>
              <a:rPr dirty="0">
                <a:solidFill>
                  <a:srgbClr val="000000">
                    <a:alpha val="100000"/>
                  </a:srgbClr>
                </a:solidFill>
                <a:latin typeface="Arial" panose="020B0604020202090204"/>
                <a:ea typeface="Arial" panose="020B0604020202090204"/>
                <a:cs typeface="Arial" panose="020B0604020202090204"/>
                <a:sym typeface="+mn-ea"/>
              </a:rPr>
              <a:t>s</a:t>
            </a:r>
            <a:r>
              <a:rPr spc="2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view</a:t>
            </a:r>
            <a:r>
              <a:rPr spc="2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on</a:t>
            </a:r>
            <a:r>
              <a:rPr spc="2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the Agile Manifesto</a:t>
            </a:r>
            <a:br>
              <a:rPr lang="en-US" altLang="en-US" dirty="0"/>
            </a:br>
            <a:endParaRPr lang="en-US" dirty="0"/>
          </a:p>
        </p:txBody>
      </p:sp>
      <p:sp>
        <p:nvSpPr>
          <p:cNvPr id="2" name="Content Placeholder 1">
            <a:extLst>
              <a:ext uri="{FF2B5EF4-FFF2-40B4-BE49-F238E27FC236}">
                <a16:creationId xmlns:a16="http://schemas.microsoft.com/office/drawing/2014/main" id="{F57CEF06-6D4C-96D1-632C-8C1A2E24FA83}"/>
              </a:ext>
            </a:extLst>
          </p:cNvPr>
          <p:cNvSpPr>
            <a:spLocks noGrp="1"/>
          </p:cNvSpPr>
          <p:nvPr>
            <p:ph idx="1"/>
          </p:nvPr>
        </p:nvSpPr>
        <p:spPr>
          <a:xfrm>
            <a:off x="646677" y="1489769"/>
            <a:ext cx="9040532" cy="3879273"/>
          </a:xfrm>
        </p:spPr>
        <p:txBody>
          <a:bodyPr>
            <a:noAutofit/>
          </a:bodyPr>
          <a:lstStyle/>
          <a:p>
            <a:pPr algn="l" rtl="0" eaLnBrk="0">
              <a:lnSpc>
                <a:spcPct val="83000"/>
              </a:lnSpc>
            </a:pPr>
            <a:r>
              <a:rPr lang="en-US" sz="2400" b="1" u="sng" spc="-10" dirty="0">
                <a:solidFill>
                  <a:schemeClr val="bg2">
                    <a:lumMod val="10000"/>
                  </a:schemeClr>
                </a:solidFill>
                <a:latin typeface="Arial" panose="020B0604020202020204" pitchFamily="34" charset="0"/>
                <a:ea typeface="Arial" panose="020B0604020202090204"/>
                <a:cs typeface="Arial" panose="020B0604020202020204" pitchFamily="34" charset="0"/>
                <a:sym typeface="+mn-ea"/>
              </a:rPr>
              <a:t>Customer collaboration </a:t>
            </a:r>
            <a:r>
              <a:rPr lang="en-US" sz="2400" spc="-10" dirty="0">
                <a:solidFill>
                  <a:schemeClr val="bg2">
                    <a:lumMod val="10000"/>
                  </a:schemeClr>
                </a:solidFill>
                <a:latin typeface="Arial" panose="020B0604020202020204" pitchFamily="34" charset="0"/>
                <a:ea typeface="Arial" panose="020B0604020202090204"/>
                <a:cs typeface="Arial" panose="020B0604020202020204" pitchFamily="34" charset="0"/>
                <a:sym typeface="+mn-ea"/>
              </a:rPr>
              <a:t>over contract negotiation. </a:t>
            </a:r>
            <a:endParaRPr lang="en-US" dirty="0">
              <a:solidFill>
                <a:schemeClr val="bg2">
                  <a:lumMod val="10000"/>
                </a:schemeClr>
              </a:solidFill>
              <a:latin typeface="Arial" panose="020B0604020202020204" pitchFamily="34" charset="0"/>
              <a:cs typeface="Arial" panose="020B0604020202020204" pitchFamily="34" charset="0"/>
            </a:endParaRPr>
          </a:p>
          <a:p>
            <a:pPr lvl="1">
              <a:buFont typeface="Arial" panose="020B0604020202020204" pitchFamily="34" charset="0"/>
              <a:buChar char="•"/>
            </a:pPr>
            <a:r>
              <a:rPr lang="en-US" b="1" dirty="0">
                <a:solidFill>
                  <a:schemeClr val="bg2">
                    <a:lumMod val="10000"/>
                  </a:schemeClr>
                </a:solidFill>
                <a:latin typeface="Arial" panose="020B0604020202020204" pitchFamily="34" charset="0"/>
                <a:cs typeface="Arial" panose="020B0604020202020204" pitchFamily="34" charset="0"/>
              </a:rPr>
              <a:t>Ongoing collaboration</a:t>
            </a:r>
            <a:r>
              <a:rPr lang="en-US" dirty="0">
                <a:solidFill>
                  <a:schemeClr val="bg2">
                    <a:lumMod val="10000"/>
                  </a:schemeClr>
                </a:solidFill>
                <a:latin typeface="Arial" panose="020B0604020202020204" pitchFamily="34" charset="0"/>
                <a:cs typeface="Arial" panose="020B0604020202020204" pitchFamily="34" charset="0"/>
              </a:rPr>
              <a:t>: Agile values continuous communication with customers to ensure the product meets their evolving needs.</a:t>
            </a:r>
          </a:p>
          <a:p>
            <a:pPr lvl="1">
              <a:buFont typeface="Arial" panose="020B0604020202020204" pitchFamily="34" charset="0"/>
              <a:buChar char="•"/>
            </a:pPr>
            <a:r>
              <a:rPr lang="en-US" b="1" dirty="0">
                <a:solidFill>
                  <a:schemeClr val="bg2">
                    <a:lumMod val="10000"/>
                  </a:schemeClr>
                </a:solidFill>
                <a:latin typeface="Arial" panose="020B0604020202020204" pitchFamily="34" charset="0"/>
                <a:cs typeface="Arial" panose="020B0604020202020204" pitchFamily="34" charset="0"/>
              </a:rPr>
              <a:t>Flexibility</a:t>
            </a:r>
            <a:r>
              <a:rPr lang="en-US" dirty="0">
                <a:solidFill>
                  <a:schemeClr val="bg2">
                    <a:lumMod val="10000"/>
                  </a:schemeClr>
                </a:solidFill>
                <a:latin typeface="Arial" panose="020B0604020202020204" pitchFamily="34" charset="0"/>
                <a:cs typeface="Arial" panose="020B0604020202020204" pitchFamily="34" charset="0"/>
              </a:rPr>
              <a:t>: Focus on adapting to changes rather than being restricted by fixed contract terms.</a:t>
            </a:r>
          </a:p>
          <a:p>
            <a:pPr lvl="1">
              <a:buFont typeface="Arial" panose="020B0604020202020204" pitchFamily="34" charset="0"/>
              <a:buChar char="•"/>
            </a:pPr>
            <a:r>
              <a:rPr lang="en-US" b="1" dirty="0">
                <a:solidFill>
                  <a:schemeClr val="bg2">
                    <a:lumMod val="10000"/>
                  </a:schemeClr>
                </a:solidFill>
                <a:latin typeface="Arial" panose="020B0604020202020204" pitchFamily="34" charset="0"/>
                <a:cs typeface="Arial" panose="020B0604020202020204" pitchFamily="34" charset="0"/>
              </a:rPr>
              <a:t>Partnership</a:t>
            </a:r>
            <a:r>
              <a:rPr lang="en-US" dirty="0">
                <a:solidFill>
                  <a:schemeClr val="bg2">
                    <a:lumMod val="10000"/>
                  </a:schemeClr>
                </a:solidFill>
                <a:latin typeface="Arial" panose="020B0604020202020204" pitchFamily="34" charset="0"/>
                <a:cs typeface="Arial" panose="020B0604020202020204" pitchFamily="34" charset="0"/>
              </a:rPr>
              <a:t>: Agile promotes working together with customers to solve problems and deliver value.</a:t>
            </a:r>
          </a:p>
          <a:p>
            <a:pPr lvl="1">
              <a:buFont typeface="Arial" panose="020B0604020202020204" pitchFamily="34" charset="0"/>
              <a:buChar char="•"/>
            </a:pPr>
            <a:r>
              <a:rPr lang="en-US" b="1" dirty="0">
                <a:solidFill>
                  <a:schemeClr val="bg2">
                    <a:lumMod val="10000"/>
                  </a:schemeClr>
                </a:solidFill>
                <a:latin typeface="Arial" panose="020B0604020202020204" pitchFamily="34" charset="0"/>
                <a:cs typeface="Arial" panose="020B0604020202020204" pitchFamily="34" charset="0"/>
              </a:rPr>
              <a:t>Value delivery</a:t>
            </a:r>
            <a:r>
              <a:rPr lang="en-US" dirty="0">
                <a:solidFill>
                  <a:schemeClr val="bg2">
                    <a:lumMod val="10000"/>
                  </a:schemeClr>
                </a:solidFill>
                <a:latin typeface="Arial" panose="020B0604020202020204" pitchFamily="34" charset="0"/>
                <a:cs typeface="Arial" panose="020B0604020202020204" pitchFamily="34" charset="0"/>
              </a:rPr>
              <a:t>: The goal is to create value through collaboration, not just by fulfilling contract obligations.</a:t>
            </a:r>
          </a:p>
          <a:p>
            <a:r>
              <a:rPr lang="en-US" dirty="0">
                <a:solidFill>
                  <a:schemeClr val="bg2">
                    <a:lumMod val="10000"/>
                  </a:schemeClr>
                </a:solidFill>
                <a:latin typeface="Arial" panose="020B0604020202020204" pitchFamily="34" charset="0"/>
                <a:cs typeface="Arial" panose="020B0604020202020204" pitchFamily="34" charset="0"/>
              </a:rPr>
              <a:t>In short, Agile emphasizes customer collaboration and flexibility over strict contract negotiations.</a:t>
            </a:r>
          </a:p>
          <a:p>
            <a:pPr lvl="1" algn="l" rtl="0" eaLnBrk="0">
              <a:lnSpc>
                <a:spcPct val="83000"/>
              </a:lnSpc>
            </a:pPr>
            <a:endParaRPr sz="2400" b="1" dirty="0">
              <a:solidFill>
                <a:schemeClr val="bg2">
                  <a:lumMod val="10000"/>
                </a:schemeClr>
              </a:solidFill>
              <a:latin typeface="Arial" panose="020B0604020202020204" pitchFamily="34" charset="0"/>
              <a:ea typeface="Arial" panose="020B0604020202090204"/>
              <a:cs typeface="Arial" panose="020B0604020202020204" pitchFamily="34" charset="0"/>
              <a:sym typeface="+mn-ea"/>
            </a:endParaRPr>
          </a:p>
          <a:p>
            <a:pPr marL="478790" indent="-466090" algn="l" rtl="0" eaLnBrk="0">
              <a:lnSpc>
                <a:spcPct val="148000"/>
              </a:lnSpc>
              <a:spcBef>
                <a:spcPts val="290"/>
              </a:spcBef>
            </a:pPr>
            <a:endParaRPr lang="en-US" sz="2400" dirty="0">
              <a:solidFill>
                <a:schemeClr val="bg2">
                  <a:lumMod val="10000"/>
                </a:schemeClr>
              </a:solidFill>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CCBA517D-B804-F826-A4F3-56125156A529}"/>
              </a:ext>
            </a:extLst>
          </p:cNvPr>
          <p:cNvSpPr>
            <a:spLocks noGrp="1"/>
          </p:cNvSpPr>
          <p:nvPr>
            <p:ph type="sldNum" sz="quarter" idx="12"/>
          </p:nvPr>
        </p:nvSpPr>
        <p:spPr/>
        <p:txBody>
          <a:bodyPr/>
          <a:lstStyle/>
          <a:p>
            <a:fld id="{4267CD5E-26CF-4249-8540-BB1D07FD4227}" type="slidenum">
              <a:rPr lang="en-US" smtClean="0"/>
              <a:t>19</a:t>
            </a:fld>
            <a:endParaRPr lang="en-US"/>
          </a:p>
        </p:txBody>
      </p:sp>
      <p:pic>
        <p:nvPicPr>
          <p:cNvPr id="6" name="picture 39">
            <a:extLst>
              <a:ext uri="{FF2B5EF4-FFF2-40B4-BE49-F238E27FC236}">
                <a16:creationId xmlns:a16="http://schemas.microsoft.com/office/drawing/2014/main" id="{12DD7468-8D2E-8501-5345-366DF54E74B9}"/>
              </a:ext>
            </a:extLst>
          </p:cNvPr>
          <p:cNvPicPr>
            <a:picLocks noChangeAspect="1"/>
          </p:cNvPicPr>
          <p:nvPr/>
        </p:nvPicPr>
        <p:blipFill>
          <a:blip r:embed="rId2"/>
          <a:stretch>
            <a:fillRect/>
          </a:stretch>
        </p:blipFill>
        <p:spPr>
          <a:xfrm rot="21600000">
            <a:off x="9687209" y="1488958"/>
            <a:ext cx="2029328" cy="2856532"/>
          </a:xfrm>
          <a:prstGeom prst="rect">
            <a:avLst/>
          </a:prstGeom>
        </p:spPr>
      </p:pic>
    </p:spTree>
    <p:extLst>
      <p:ext uri="{BB962C8B-B14F-4D97-AF65-F5344CB8AC3E}">
        <p14:creationId xmlns:p14="http://schemas.microsoft.com/office/powerpoint/2010/main" val="6123355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B5C4A-7345-2B39-81FD-6BF1EBF4472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CF97374-02CC-FE9A-54DA-0F2E24FBE044}"/>
              </a:ext>
            </a:extLst>
          </p:cNvPr>
          <p:cNvSpPr>
            <a:spLocks noGrp="1"/>
          </p:cNvSpPr>
          <p:nvPr>
            <p:ph type="title"/>
          </p:nvPr>
        </p:nvSpPr>
        <p:spPr/>
        <p:txBody>
          <a:bodyPr>
            <a:normAutofit fontScale="90000"/>
          </a:bodyPr>
          <a:lstStyle/>
          <a:p>
            <a:r>
              <a:rPr dirty="0">
                <a:solidFill>
                  <a:srgbClr val="000000">
                    <a:alpha val="100000"/>
                  </a:srgbClr>
                </a:solidFill>
                <a:latin typeface="Arial" panose="020B0604020202090204"/>
                <a:ea typeface="Arial" panose="020B0604020202090204"/>
                <a:cs typeface="Arial" panose="020B0604020202090204"/>
                <a:sym typeface="+mn-ea"/>
              </a:rPr>
              <a:t>FDD</a:t>
            </a:r>
            <a:r>
              <a:rPr spc="20" dirty="0">
                <a:solidFill>
                  <a:srgbClr val="000000">
                    <a:alpha val="100000"/>
                  </a:srgbClr>
                </a:solidFill>
                <a:latin typeface="Arial" panose="020B0604020202090204"/>
                <a:ea typeface="Arial" panose="020B0604020202090204"/>
                <a:cs typeface="Arial" panose="020B0604020202090204"/>
                <a:sym typeface="+mn-ea"/>
              </a:rPr>
              <a:t>’</a:t>
            </a:r>
            <a:r>
              <a:rPr dirty="0">
                <a:solidFill>
                  <a:srgbClr val="000000">
                    <a:alpha val="100000"/>
                  </a:srgbClr>
                </a:solidFill>
                <a:latin typeface="Arial" panose="020B0604020202090204"/>
                <a:ea typeface="Arial" panose="020B0604020202090204"/>
                <a:cs typeface="Arial" panose="020B0604020202090204"/>
                <a:sym typeface="+mn-ea"/>
              </a:rPr>
              <a:t>s</a:t>
            </a:r>
            <a:r>
              <a:rPr spc="2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view</a:t>
            </a:r>
            <a:r>
              <a:rPr spc="2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on</a:t>
            </a:r>
            <a:r>
              <a:rPr spc="2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the Agile Manifesto</a:t>
            </a:r>
            <a:br>
              <a:rPr lang="en-US" altLang="en-US" dirty="0"/>
            </a:br>
            <a:endParaRPr lang="en-US" dirty="0"/>
          </a:p>
        </p:txBody>
      </p:sp>
      <p:sp>
        <p:nvSpPr>
          <p:cNvPr id="2" name="Content Placeholder 1">
            <a:extLst>
              <a:ext uri="{FF2B5EF4-FFF2-40B4-BE49-F238E27FC236}">
                <a16:creationId xmlns:a16="http://schemas.microsoft.com/office/drawing/2014/main" id="{27C8864F-6150-5EC3-9226-893C186F45EA}"/>
              </a:ext>
            </a:extLst>
          </p:cNvPr>
          <p:cNvSpPr>
            <a:spLocks noGrp="1"/>
          </p:cNvSpPr>
          <p:nvPr>
            <p:ph idx="1"/>
          </p:nvPr>
        </p:nvSpPr>
        <p:spPr>
          <a:xfrm>
            <a:off x="646677" y="1489769"/>
            <a:ext cx="9040532" cy="3879273"/>
          </a:xfrm>
        </p:spPr>
        <p:txBody>
          <a:bodyPr>
            <a:noAutofit/>
          </a:bodyPr>
          <a:lstStyle/>
          <a:p>
            <a:pPr algn="l" rtl="0" eaLnBrk="0">
              <a:lnSpc>
                <a:spcPct val="83000"/>
              </a:lnSpc>
            </a:pPr>
            <a:r>
              <a:rPr lang="en-US" sz="2400" b="1" u="sng" spc="-10" dirty="0">
                <a:solidFill>
                  <a:schemeClr val="bg2">
                    <a:lumMod val="10000"/>
                  </a:schemeClr>
                </a:solidFill>
                <a:latin typeface="Arial" panose="020B0604020202020204" pitchFamily="34" charset="0"/>
                <a:ea typeface="Arial" panose="020B0604020202090204"/>
                <a:cs typeface="Arial" panose="020B0604020202020204" pitchFamily="34" charset="0"/>
                <a:sym typeface="+mn-ea"/>
              </a:rPr>
              <a:t>Responding to change </a:t>
            </a:r>
            <a:r>
              <a:rPr lang="en-US" sz="2400" spc="-10" dirty="0">
                <a:solidFill>
                  <a:schemeClr val="bg2">
                    <a:lumMod val="10000"/>
                  </a:schemeClr>
                </a:solidFill>
                <a:latin typeface="Arial" panose="020B0604020202020204" pitchFamily="34" charset="0"/>
                <a:ea typeface="Arial" panose="020B0604020202090204"/>
                <a:cs typeface="Arial" panose="020B0604020202020204" pitchFamily="34" charset="0"/>
                <a:sym typeface="+mn-ea"/>
              </a:rPr>
              <a:t>over following a plan. </a:t>
            </a:r>
            <a:endParaRPr lang="en-US" dirty="0">
              <a:solidFill>
                <a:schemeClr val="bg2">
                  <a:lumMod val="10000"/>
                </a:schemeClr>
              </a:solidFill>
              <a:latin typeface="Arial" panose="020B0604020202020204" pitchFamily="34" charset="0"/>
              <a:cs typeface="Arial" panose="020B0604020202020204" pitchFamily="34" charset="0"/>
            </a:endParaRPr>
          </a:p>
          <a:p>
            <a:pPr lvl="1">
              <a:buFont typeface="Arial" panose="020B0604020202020204" pitchFamily="34" charset="0"/>
              <a:buChar char="•"/>
            </a:pPr>
            <a:r>
              <a:rPr lang="en-US" b="1" dirty="0">
                <a:solidFill>
                  <a:schemeClr val="bg2">
                    <a:lumMod val="10000"/>
                  </a:schemeClr>
                </a:solidFill>
                <a:latin typeface="Arial" panose="020B0604020202020204" pitchFamily="34" charset="0"/>
                <a:cs typeface="Arial" panose="020B0604020202020204" pitchFamily="34" charset="0"/>
              </a:rPr>
              <a:t>Embrace change</a:t>
            </a:r>
            <a:r>
              <a:rPr lang="en-US" dirty="0">
                <a:solidFill>
                  <a:schemeClr val="bg2">
                    <a:lumMod val="10000"/>
                  </a:schemeClr>
                </a:solidFill>
                <a:latin typeface="Arial" panose="020B0604020202020204" pitchFamily="34" charset="0"/>
                <a:cs typeface="Arial" panose="020B0604020202020204" pitchFamily="34" charset="0"/>
              </a:rPr>
              <a:t>: Agile values adapting to new information and circumstances instead of sticking to a fixed plan.</a:t>
            </a:r>
          </a:p>
          <a:p>
            <a:pPr lvl="1">
              <a:buFont typeface="Arial" panose="020B0604020202020204" pitchFamily="34" charset="0"/>
              <a:buChar char="•"/>
            </a:pPr>
            <a:r>
              <a:rPr lang="en-US" b="1" dirty="0">
                <a:solidFill>
                  <a:schemeClr val="bg2">
                    <a:lumMod val="10000"/>
                  </a:schemeClr>
                </a:solidFill>
                <a:latin typeface="Arial" panose="020B0604020202020204" pitchFamily="34" charset="0"/>
                <a:cs typeface="Arial" panose="020B0604020202020204" pitchFamily="34" charset="0"/>
              </a:rPr>
              <a:t>Flexibility</a:t>
            </a:r>
            <a:r>
              <a:rPr lang="en-US" dirty="0">
                <a:solidFill>
                  <a:schemeClr val="bg2">
                    <a:lumMod val="10000"/>
                  </a:schemeClr>
                </a:solidFill>
                <a:latin typeface="Arial" panose="020B0604020202020204" pitchFamily="34" charset="0"/>
                <a:cs typeface="Arial" panose="020B0604020202020204" pitchFamily="34" charset="0"/>
              </a:rPr>
              <a:t>: Teams adjust their approach based on feedback and evolving needs.</a:t>
            </a:r>
          </a:p>
          <a:p>
            <a:pPr lvl="1">
              <a:buFont typeface="Arial" panose="020B0604020202020204" pitchFamily="34" charset="0"/>
              <a:buChar char="•"/>
            </a:pPr>
            <a:r>
              <a:rPr lang="en-US" b="1" dirty="0">
                <a:solidFill>
                  <a:schemeClr val="bg2">
                    <a:lumMod val="10000"/>
                  </a:schemeClr>
                </a:solidFill>
                <a:latin typeface="Arial" panose="020B0604020202020204" pitchFamily="34" charset="0"/>
                <a:cs typeface="Arial" panose="020B0604020202020204" pitchFamily="34" charset="0"/>
              </a:rPr>
              <a:t>Iterative process</a:t>
            </a:r>
            <a:r>
              <a:rPr lang="en-US" dirty="0">
                <a:solidFill>
                  <a:schemeClr val="bg2">
                    <a:lumMod val="10000"/>
                  </a:schemeClr>
                </a:solidFill>
                <a:latin typeface="Arial" panose="020B0604020202020204" pitchFamily="34" charset="0"/>
                <a:cs typeface="Arial" panose="020B0604020202020204" pitchFamily="34" charset="0"/>
              </a:rPr>
              <a:t>: Short cycles allow for regular adjustments after each iteration.</a:t>
            </a:r>
          </a:p>
          <a:p>
            <a:pPr lvl="1">
              <a:buFont typeface="Arial" panose="020B0604020202020204" pitchFamily="34" charset="0"/>
              <a:buChar char="•"/>
            </a:pPr>
            <a:r>
              <a:rPr lang="en-US" b="1" dirty="0">
                <a:solidFill>
                  <a:schemeClr val="bg2">
                    <a:lumMod val="10000"/>
                  </a:schemeClr>
                </a:solidFill>
                <a:latin typeface="Arial" panose="020B0604020202020204" pitchFamily="34" charset="0"/>
                <a:cs typeface="Arial" panose="020B0604020202020204" pitchFamily="34" charset="0"/>
              </a:rPr>
              <a:t>Customer focus</a:t>
            </a:r>
            <a:r>
              <a:rPr lang="en-US" dirty="0">
                <a:solidFill>
                  <a:schemeClr val="bg2">
                    <a:lumMod val="10000"/>
                  </a:schemeClr>
                </a:solidFill>
                <a:latin typeface="Arial" panose="020B0604020202020204" pitchFamily="34" charset="0"/>
                <a:cs typeface="Arial" panose="020B0604020202020204" pitchFamily="34" charset="0"/>
              </a:rPr>
              <a:t>: Priorities can shift to better meet customer needs.</a:t>
            </a:r>
          </a:p>
          <a:p>
            <a:pPr lvl="1">
              <a:buFont typeface="Arial" panose="020B0604020202020204" pitchFamily="34" charset="0"/>
              <a:buChar char="•"/>
            </a:pPr>
            <a:r>
              <a:rPr lang="en-US" sz="1800" b="1" spc="-30" dirty="0">
                <a:solidFill>
                  <a:srgbClr val="000000">
                    <a:alpha val="100000"/>
                  </a:srgbClr>
                </a:solidFill>
                <a:latin typeface="Arial" panose="020B0604020202090204"/>
                <a:ea typeface="Arial" panose="020B0604020202090204"/>
                <a:cs typeface="Arial" panose="020B0604020202090204"/>
                <a:sym typeface="+mn-ea"/>
              </a:rPr>
              <a:t>doesn’t</a:t>
            </a:r>
            <a:r>
              <a:rPr lang="en-US" sz="1800" spc="-30" dirty="0">
                <a:solidFill>
                  <a:srgbClr val="000000">
                    <a:alpha val="100000"/>
                  </a:srgbClr>
                </a:solidFill>
                <a:latin typeface="Arial" panose="020B0604020202090204"/>
                <a:ea typeface="Arial" panose="020B0604020202090204"/>
                <a:cs typeface="Arial" panose="020B0604020202090204"/>
                <a:sym typeface="+mn-ea"/>
              </a:rPr>
              <a:t> mean you </a:t>
            </a:r>
            <a:r>
              <a:rPr lang="en-US" sz="1800" b="1" spc="-30" dirty="0">
                <a:solidFill>
                  <a:srgbClr val="000000">
                    <a:alpha val="100000"/>
                  </a:srgbClr>
                </a:solidFill>
                <a:latin typeface="Arial" panose="020B0604020202090204"/>
                <a:ea typeface="Arial" panose="020B0604020202090204"/>
                <a:cs typeface="Arial" panose="020B0604020202090204"/>
                <a:sym typeface="+mn-ea"/>
              </a:rPr>
              <a:t>should</a:t>
            </a:r>
            <a:r>
              <a:rPr lang="en-US" sz="1800" b="1" spc="-10" dirty="0">
                <a:solidFill>
                  <a:srgbClr val="000000">
                    <a:alpha val="100000"/>
                  </a:srgbClr>
                </a:solidFill>
                <a:latin typeface="Arial" panose="020B0604020202090204"/>
                <a:ea typeface="Arial" panose="020B0604020202090204"/>
                <a:cs typeface="Arial" panose="020B0604020202090204"/>
                <a:sym typeface="+mn-ea"/>
              </a:rPr>
              <a:t>n</a:t>
            </a:r>
            <a:r>
              <a:rPr lang="en-US" sz="1800" b="1" spc="-30" dirty="0">
                <a:solidFill>
                  <a:srgbClr val="000000">
                    <a:alpha val="100000"/>
                  </a:srgbClr>
                </a:solidFill>
                <a:latin typeface="Arial" panose="020B0604020202090204"/>
                <a:ea typeface="Arial" panose="020B0604020202090204"/>
                <a:cs typeface="Arial" panose="020B0604020202090204"/>
                <a:sym typeface="+mn-ea"/>
              </a:rPr>
              <a:t>’</a:t>
            </a:r>
            <a:r>
              <a:rPr lang="en-US" sz="1800" b="1" dirty="0">
                <a:solidFill>
                  <a:srgbClr val="000000">
                    <a:alpha val="100000"/>
                  </a:srgbClr>
                </a:solidFill>
                <a:latin typeface="Arial" panose="020B0604020202090204"/>
                <a:ea typeface="Arial" panose="020B0604020202090204"/>
                <a:cs typeface="Arial" panose="020B0604020202090204"/>
                <a:sym typeface="+mn-ea"/>
              </a:rPr>
              <a:t>t</a:t>
            </a:r>
            <a:r>
              <a:rPr lang="en-US" sz="1800" spc="-30" dirty="0">
                <a:solidFill>
                  <a:srgbClr val="000000">
                    <a:alpha val="100000"/>
                  </a:srgbClr>
                </a:solidFill>
                <a:latin typeface="Arial" panose="020B0604020202090204"/>
                <a:ea typeface="Arial" panose="020B0604020202090204"/>
                <a:cs typeface="Arial" panose="020B0604020202090204"/>
                <a:sym typeface="+mn-ea"/>
              </a:rPr>
              <a:t> </a:t>
            </a:r>
            <a:r>
              <a:rPr lang="en-US" sz="1800" dirty="0">
                <a:solidFill>
                  <a:srgbClr val="000000">
                    <a:alpha val="100000"/>
                  </a:srgbClr>
                </a:solidFill>
                <a:latin typeface="Arial" panose="020B0604020202090204"/>
                <a:ea typeface="Arial" panose="020B0604020202090204"/>
                <a:cs typeface="Arial" panose="020B0604020202090204"/>
                <a:sym typeface="+mn-ea"/>
              </a:rPr>
              <a:t>plan</a:t>
            </a:r>
          </a:p>
          <a:p>
            <a:pPr lvl="1">
              <a:buFont typeface="Arial" panose="020B0604020202020204" pitchFamily="34" charset="0"/>
              <a:buChar char="•"/>
            </a:pPr>
            <a:r>
              <a:rPr lang="en-US" sz="1800" b="1" spc="-40" dirty="0">
                <a:solidFill>
                  <a:srgbClr val="000000">
                    <a:alpha val="100000"/>
                  </a:srgbClr>
                </a:solidFill>
                <a:latin typeface="Arial" panose="020B0604020202090204"/>
                <a:ea typeface="Arial" panose="020B0604020202090204"/>
                <a:cs typeface="Arial" panose="020B0604020202090204"/>
                <a:sym typeface="+mn-ea"/>
              </a:rPr>
              <a:t>instead</a:t>
            </a:r>
            <a:r>
              <a:rPr lang="en-US" sz="1800" spc="-40" dirty="0">
                <a:solidFill>
                  <a:srgbClr val="000000">
                    <a:alpha val="100000"/>
                  </a:srgbClr>
                </a:solidFill>
                <a:latin typeface="Arial" panose="020B0604020202090204"/>
                <a:ea typeface="Arial" panose="020B0604020202090204"/>
                <a:cs typeface="Arial" panose="020B0604020202090204"/>
                <a:sym typeface="+mn-ea"/>
              </a:rPr>
              <a:t>, planning is i</a:t>
            </a:r>
            <a:r>
              <a:rPr lang="en-US" sz="1800" spc="-30" dirty="0">
                <a:solidFill>
                  <a:srgbClr val="000000">
                    <a:alpha val="100000"/>
                  </a:srgbClr>
                </a:solidFill>
                <a:latin typeface="Arial" panose="020B0604020202090204"/>
                <a:ea typeface="Arial" panose="020B0604020202090204"/>
                <a:cs typeface="Arial" panose="020B0604020202090204"/>
                <a:sym typeface="+mn-ea"/>
              </a:rPr>
              <a:t>m</a:t>
            </a:r>
            <a:r>
              <a:rPr lang="en-US" sz="1800" dirty="0">
                <a:solidFill>
                  <a:srgbClr val="000000">
                    <a:alpha val="100000"/>
                  </a:srgbClr>
                </a:solidFill>
                <a:latin typeface="Arial" panose="020B0604020202090204"/>
                <a:ea typeface="Arial" panose="020B0604020202090204"/>
                <a:cs typeface="Arial" panose="020B0604020202090204"/>
                <a:sym typeface="+mn-ea"/>
              </a:rPr>
              <a:t>portant</a:t>
            </a:r>
          </a:p>
          <a:p>
            <a:pPr lvl="1">
              <a:buFont typeface="Arial" panose="020B0604020202020204" pitchFamily="34" charset="0"/>
              <a:buChar char="•"/>
            </a:pPr>
            <a:r>
              <a:rPr lang="en-US" sz="1800" b="1" dirty="0">
                <a:solidFill>
                  <a:srgbClr val="000000">
                    <a:alpha val="100000"/>
                  </a:srgbClr>
                </a:solidFill>
                <a:latin typeface="Arial" panose="020B0604020202090204"/>
                <a:ea typeface="Arial" panose="020B0604020202090204"/>
                <a:cs typeface="Arial" panose="020B0604020202090204"/>
                <a:sym typeface="+mn-ea"/>
              </a:rPr>
              <a:t>but</a:t>
            </a:r>
            <a:r>
              <a:rPr lang="en-US" sz="1800" spc="-10" dirty="0">
                <a:solidFill>
                  <a:srgbClr val="000000">
                    <a:alpha val="100000"/>
                  </a:srgbClr>
                </a:solidFill>
                <a:latin typeface="Arial" panose="020B0604020202090204"/>
                <a:ea typeface="Arial" panose="020B0604020202090204"/>
                <a:cs typeface="Arial" panose="020B0604020202090204"/>
                <a:sym typeface="+mn-ea"/>
              </a:rPr>
              <a:t> </a:t>
            </a:r>
            <a:r>
              <a:rPr lang="en-US" sz="1800" dirty="0">
                <a:solidFill>
                  <a:srgbClr val="000000">
                    <a:alpha val="100000"/>
                  </a:srgbClr>
                </a:solidFill>
                <a:latin typeface="Arial" panose="020B0604020202090204"/>
                <a:ea typeface="Arial" panose="020B0604020202090204"/>
                <a:cs typeface="Arial" panose="020B0604020202090204"/>
                <a:sym typeface="+mn-ea"/>
              </a:rPr>
              <a:t>you</a:t>
            </a:r>
            <a:r>
              <a:rPr lang="en-US" sz="1800" spc="-10" dirty="0">
                <a:solidFill>
                  <a:srgbClr val="000000">
                    <a:alpha val="100000"/>
                  </a:srgbClr>
                </a:solidFill>
                <a:latin typeface="Arial" panose="020B0604020202090204"/>
                <a:ea typeface="Arial" panose="020B0604020202090204"/>
                <a:cs typeface="Arial" panose="020B0604020202090204"/>
                <a:sym typeface="+mn-ea"/>
              </a:rPr>
              <a:t> </a:t>
            </a:r>
            <a:r>
              <a:rPr lang="en-US" sz="1800" dirty="0">
                <a:solidFill>
                  <a:srgbClr val="000000">
                    <a:alpha val="100000"/>
                  </a:srgbClr>
                </a:solidFill>
                <a:latin typeface="Arial" panose="020B0604020202090204"/>
                <a:ea typeface="Arial" panose="020B0604020202090204"/>
                <a:cs typeface="Arial" panose="020B0604020202090204"/>
                <a:sym typeface="+mn-ea"/>
              </a:rPr>
              <a:t>must be willing to </a:t>
            </a:r>
            <a:r>
              <a:rPr lang="en-US" sz="1800" b="1" dirty="0">
                <a:solidFill>
                  <a:srgbClr val="000000">
                    <a:alpha val="100000"/>
                  </a:srgbClr>
                </a:solidFill>
                <a:latin typeface="Arial" panose="020B0604020202090204"/>
                <a:ea typeface="Arial" panose="020B0604020202090204"/>
                <a:cs typeface="Arial" panose="020B0604020202090204"/>
                <a:sym typeface="+mn-ea"/>
              </a:rPr>
              <a:t>change</a:t>
            </a:r>
            <a:r>
              <a:rPr lang="en-US" sz="1800" dirty="0">
                <a:solidFill>
                  <a:srgbClr val="000000">
                    <a:alpha val="100000"/>
                  </a:srgbClr>
                </a:solidFill>
                <a:latin typeface="Arial" panose="020B0604020202090204"/>
                <a:ea typeface="Arial" panose="020B0604020202090204"/>
                <a:cs typeface="Arial" panose="020B0604020202090204"/>
                <a:sym typeface="+mn-ea"/>
              </a:rPr>
              <a:t> </a:t>
            </a:r>
            <a:r>
              <a:rPr lang="en-US" sz="1800" b="1" dirty="0">
                <a:solidFill>
                  <a:srgbClr val="000000">
                    <a:alpha val="100000"/>
                  </a:srgbClr>
                </a:solidFill>
                <a:latin typeface="Arial" panose="020B0604020202090204"/>
                <a:ea typeface="Arial" panose="020B0604020202090204"/>
                <a:cs typeface="Arial" panose="020B0604020202090204"/>
                <a:sym typeface="+mn-ea"/>
              </a:rPr>
              <a:t>the</a:t>
            </a:r>
            <a:r>
              <a:rPr lang="en-US" sz="1800" dirty="0">
                <a:solidFill>
                  <a:srgbClr val="000000">
                    <a:alpha val="100000"/>
                  </a:srgbClr>
                </a:solidFill>
                <a:latin typeface="Arial" panose="020B0604020202090204"/>
                <a:ea typeface="Arial" panose="020B0604020202090204"/>
                <a:cs typeface="Arial" panose="020B0604020202090204"/>
                <a:sym typeface="+mn-ea"/>
              </a:rPr>
              <a:t> </a:t>
            </a:r>
            <a:r>
              <a:rPr lang="en-US" sz="1800" b="1" dirty="0">
                <a:solidFill>
                  <a:srgbClr val="000000">
                    <a:alpha val="100000"/>
                  </a:srgbClr>
                </a:solidFill>
                <a:latin typeface="Arial" panose="020B0604020202090204"/>
                <a:ea typeface="Arial" panose="020B0604020202090204"/>
                <a:cs typeface="Arial" panose="020B0604020202090204"/>
                <a:sym typeface="+mn-ea"/>
              </a:rPr>
              <a:t>plan</a:t>
            </a:r>
            <a:endParaRPr lang="en-US" dirty="0">
              <a:solidFill>
                <a:schemeClr val="bg2">
                  <a:lumMod val="10000"/>
                </a:schemeClr>
              </a:solidFill>
              <a:latin typeface="Arial" panose="020B0604020202020204" pitchFamily="34" charset="0"/>
              <a:cs typeface="Arial" panose="020B0604020202020204" pitchFamily="34" charset="0"/>
            </a:endParaRPr>
          </a:p>
          <a:p>
            <a:r>
              <a:rPr lang="en-US" dirty="0">
                <a:solidFill>
                  <a:schemeClr val="bg2">
                    <a:lumMod val="10000"/>
                  </a:schemeClr>
                </a:solidFill>
                <a:latin typeface="Arial" panose="020B0604020202020204" pitchFamily="34" charset="0"/>
                <a:cs typeface="Arial" panose="020B0604020202020204" pitchFamily="34" charset="0"/>
              </a:rPr>
              <a:t>In short, Agile emphasizes adapting to change and continuously improving, rather than rigidly following a set plan.</a:t>
            </a:r>
            <a:endParaRPr lang="en-US" sz="2400" b="1" dirty="0">
              <a:solidFill>
                <a:schemeClr val="bg2">
                  <a:lumMod val="10000"/>
                </a:schemeClr>
              </a:solidFill>
              <a:latin typeface="Arial" panose="020B0604020202020204" pitchFamily="34" charset="0"/>
              <a:ea typeface="Arial" panose="020B0604020202090204"/>
              <a:cs typeface="Arial" panose="020B0604020202020204" pitchFamily="34" charset="0"/>
              <a:sym typeface="+mn-ea"/>
            </a:endParaRPr>
          </a:p>
          <a:p>
            <a:pPr marL="478790" indent="-466090" algn="l" rtl="0" eaLnBrk="0">
              <a:lnSpc>
                <a:spcPct val="148000"/>
              </a:lnSpc>
              <a:spcBef>
                <a:spcPts val="290"/>
              </a:spcBef>
            </a:pPr>
            <a:endParaRPr lang="en-US" sz="2400" dirty="0">
              <a:solidFill>
                <a:schemeClr val="bg2">
                  <a:lumMod val="10000"/>
                </a:schemeClr>
              </a:solidFill>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13F59D2E-2F70-4603-58E2-1E1EF0092FAC}"/>
              </a:ext>
            </a:extLst>
          </p:cNvPr>
          <p:cNvSpPr>
            <a:spLocks noGrp="1"/>
          </p:cNvSpPr>
          <p:nvPr>
            <p:ph type="sldNum" sz="quarter" idx="12"/>
          </p:nvPr>
        </p:nvSpPr>
        <p:spPr/>
        <p:txBody>
          <a:bodyPr/>
          <a:lstStyle/>
          <a:p>
            <a:fld id="{4267CD5E-26CF-4249-8540-BB1D07FD4227}" type="slidenum">
              <a:rPr lang="en-US" smtClean="0"/>
              <a:t>20</a:t>
            </a:fld>
            <a:endParaRPr lang="en-US"/>
          </a:p>
        </p:txBody>
      </p:sp>
      <p:pic>
        <p:nvPicPr>
          <p:cNvPr id="6" name="picture 39">
            <a:extLst>
              <a:ext uri="{FF2B5EF4-FFF2-40B4-BE49-F238E27FC236}">
                <a16:creationId xmlns:a16="http://schemas.microsoft.com/office/drawing/2014/main" id="{01A379D6-BD18-E4BE-156F-3BFCECF65D44}"/>
              </a:ext>
            </a:extLst>
          </p:cNvPr>
          <p:cNvPicPr>
            <a:picLocks noChangeAspect="1"/>
          </p:cNvPicPr>
          <p:nvPr/>
        </p:nvPicPr>
        <p:blipFill>
          <a:blip r:embed="rId2"/>
          <a:stretch>
            <a:fillRect/>
          </a:stretch>
        </p:blipFill>
        <p:spPr>
          <a:xfrm rot="21600000">
            <a:off x="9687209" y="1488958"/>
            <a:ext cx="2029328" cy="2856532"/>
          </a:xfrm>
          <a:prstGeom prst="rect">
            <a:avLst/>
          </a:prstGeom>
        </p:spPr>
      </p:pic>
    </p:spTree>
    <p:extLst>
      <p:ext uri="{BB962C8B-B14F-4D97-AF65-F5344CB8AC3E}">
        <p14:creationId xmlns:p14="http://schemas.microsoft.com/office/powerpoint/2010/main" val="36552750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spc="-20" dirty="0">
                <a:solidFill>
                  <a:srgbClr val="000000">
                    <a:alpha val="100000"/>
                  </a:srgbClr>
                </a:solidFill>
                <a:latin typeface="Arial" panose="020B0604020202090204"/>
                <a:ea typeface="Arial" panose="020B0604020202090204"/>
                <a:cs typeface="Arial" panose="020B0604020202090204"/>
                <a:sym typeface="+mn-ea"/>
              </a:rPr>
              <a:t>FDD’s view on Process</a:t>
            </a:r>
            <a:endParaRPr lang="en-US"/>
          </a:p>
        </p:txBody>
      </p:sp>
      <p:sp>
        <p:nvSpPr>
          <p:cNvPr id="2" name="Content Placeholder 1"/>
          <p:cNvSpPr>
            <a:spLocks noGrp="1"/>
          </p:cNvSpPr>
          <p:nvPr>
            <p:ph idx="1"/>
          </p:nvPr>
        </p:nvSpPr>
        <p:spPr>
          <a:xfrm>
            <a:off x="646430" y="1237615"/>
            <a:ext cx="10709275" cy="4008120"/>
          </a:xfrm>
        </p:spPr>
        <p:txBody>
          <a:bodyPr>
            <a:noAutofit/>
          </a:bodyPr>
          <a:lstStyle/>
          <a:p>
            <a:pPr eaLnBrk="0">
              <a:lnSpc>
                <a:spcPct val="81000"/>
              </a:lnSpc>
            </a:pPr>
            <a:r>
              <a:rPr sz="2400" spc="-50" dirty="0">
                <a:solidFill>
                  <a:srgbClr val="000000">
                    <a:alpha val="100000"/>
                  </a:srgbClr>
                </a:solidFill>
                <a:latin typeface="Arial" panose="020B0604020202090204"/>
                <a:ea typeface="Arial" panose="020B0604020202090204"/>
                <a:cs typeface="Arial" panose="020B0604020202090204"/>
                <a:sym typeface="+mn-ea"/>
              </a:rPr>
              <a:t>A system for building systems is necessary in order t</a:t>
            </a:r>
            <a:r>
              <a:rPr sz="2400" spc="-10" dirty="0">
                <a:solidFill>
                  <a:srgbClr val="000000">
                    <a:alpha val="100000"/>
                  </a:srgbClr>
                </a:solidFill>
                <a:latin typeface="Arial" panose="020B0604020202090204"/>
                <a:ea typeface="Arial" panose="020B0604020202090204"/>
                <a:cs typeface="Arial" panose="020B0604020202090204"/>
                <a:sym typeface="+mn-ea"/>
              </a:rPr>
              <a:t>o</a:t>
            </a:r>
            <a:r>
              <a:rPr sz="2400" spc="-5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scale</a:t>
            </a:r>
            <a:r>
              <a:rPr sz="2400" spc="-5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to </a:t>
            </a:r>
            <a:r>
              <a:rPr sz="2400" spc="-30" dirty="0">
                <a:solidFill>
                  <a:srgbClr val="000000">
                    <a:alpha val="100000"/>
                  </a:srgbClr>
                </a:solidFill>
                <a:latin typeface="Arial" panose="020B0604020202090204"/>
                <a:ea typeface="Arial" panose="020B0604020202090204"/>
                <a:cs typeface="Arial" panose="020B0604020202090204"/>
                <a:sym typeface="+mn-ea"/>
              </a:rPr>
              <a:t>larger proj</a:t>
            </a:r>
            <a:r>
              <a:rPr sz="2400" spc="-20" dirty="0">
                <a:solidFill>
                  <a:srgbClr val="000000">
                    <a:alpha val="100000"/>
                  </a:srgbClr>
                </a:solidFill>
                <a:latin typeface="Arial" panose="020B0604020202090204"/>
                <a:ea typeface="Arial" panose="020B0604020202090204"/>
                <a:cs typeface="Arial" panose="020B0604020202090204"/>
                <a:sym typeface="+mn-ea"/>
              </a:rPr>
              <a:t>e</a:t>
            </a:r>
            <a:r>
              <a:rPr sz="2400" dirty="0">
                <a:solidFill>
                  <a:srgbClr val="000000">
                    <a:alpha val="100000"/>
                  </a:srgbClr>
                </a:solidFill>
                <a:latin typeface="Arial" panose="020B0604020202090204"/>
                <a:ea typeface="Arial" panose="020B0604020202090204"/>
                <a:cs typeface="Arial" panose="020B0604020202090204"/>
                <a:sym typeface="+mn-ea"/>
              </a:rPr>
              <a:t>cts</a:t>
            </a:r>
            <a:endParaRPr lang="en-US" sz="2000" dirty="0">
              <a:ea typeface="Arial" panose="020B0604020202090204"/>
              <a:sym typeface="+mn-ea"/>
            </a:endParaRPr>
          </a:p>
          <a:p>
            <a:pPr lvl="1" eaLnBrk="0">
              <a:lnSpc>
                <a:spcPct val="81000"/>
              </a:lnSpc>
            </a:pPr>
            <a:r>
              <a:rPr lang="en-US" sz="2000" b="1" dirty="0">
                <a:solidFill>
                  <a:schemeClr val="bg2">
                    <a:lumMod val="10000"/>
                  </a:schemeClr>
                </a:solidFill>
                <a:latin typeface="Arial" panose="020B0604020202020204" pitchFamily="34" charset="0"/>
                <a:cs typeface="Arial" panose="020B0604020202020204" pitchFamily="34" charset="0"/>
              </a:rPr>
              <a:t>Structured framework</a:t>
            </a:r>
            <a:r>
              <a:rPr lang="en-US" sz="2000" dirty="0">
                <a:solidFill>
                  <a:schemeClr val="bg2">
                    <a:lumMod val="10000"/>
                  </a:schemeClr>
                </a:solidFill>
                <a:latin typeface="Arial" panose="020B0604020202020204" pitchFamily="34" charset="0"/>
                <a:cs typeface="Arial" panose="020B0604020202020204" pitchFamily="34" charset="0"/>
              </a:rPr>
              <a:t>: A repeatable process is needed to manage complexity as projects grow.</a:t>
            </a:r>
          </a:p>
          <a:p>
            <a:pPr lvl="1" eaLnBrk="0">
              <a:lnSpc>
                <a:spcPct val="81000"/>
              </a:lnSpc>
            </a:pPr>
            <a:r>
              <a:rPr lang="en-US" sz="2000" b="1" dirty="0">
                <a:solidFill>
                  <a:schemeClr val="bg2">
                    <a:lumMod val="10000"/>
                  </a:schemeClr>
                </a:solidFill>
                <a:latin typeface="Arial" panose="020B0604020202020204" pitchFamily="34" charset="0"/>
                <a:cs typeface="Arial" panose="020B0604020202020204" pitchFamily="34" charset="0"/>
              </a:rPr>
              <a:t>Feature focus</a:t>
            </a:r>
            <a:r>
              <a:rPr lang="en-US" sz="2000" dirty="0">
                <a:solidFill>
                  <a:schemeClr val="bg2">
                    <a:lumMod val="10000"/>
                  </a:schemeClr>
                </a:solidFill>
                <a:latin typeface="Arial" panose="020B0604020202020204" pitchFamily="34" charset="0"/>
                <a:cs typeface="Arial" panose="020B0604020202020204" pitchFamily="34" charset="0"/>
              </a:rPr>
              <a:t>: Breaking down projects into small, manageable features helps scale efficiently.</a:t>
            </a:r>
          </a:p>
          <a:p>
            <a:pPr lvl="1" eaLnBrk="0">
              <a:lnSpc>
                <a:spcPct val="81000"/>
              </a:lnSpc>
            </a:pPr>
            <a:r>
              <a:rPr lang="en-US" sz="2000" b="1" dirty="0">
                <a:solidFill>
                  <a:schemeClr val="bg2">
                    <a:lumMod val="10000"/>
                  </a:schemeClr>
                </a:solidFill>
                <a:latin typeface="Arial" panose="020B0604020202020204" pitchFamily="34" charset="0"/>
                <a:cs typeface="Arial" panose="020B0604020202020204" pitchFamily="34" charset="0"/>
              </a:rPr>
              <a:t>Clear roles</a:t>
            </a:r>
            <a:r>
              <a:rPr lang="en-US" sz="2000" dirty="0">
                <a:solidFill>
                  <a:schemeClr val="bg2">
                    <a:lumMod val="10000"/>
                  </a:schemeClr>
                </a:solidFill>
                <a:latin typeface="Arial" panose="020B0604020202020204" pitchFamily="34" charset="0"/>
                <a:cs typeface="Arial" panose="020B0604020202020204" pitchFamily="34" charset="0"/>
              </a:rPr>
              <a:t>: Defined responsibilities ensure accountability and coordination across teams.</a:t>
            </a:r>
          </a:p>
          <a:p>
            <a:pPr lvl="1" eaLnBrk="0">
              <a:lnSpc>
                <a:spcPct val="81000"/>
              </a:lnSpc>
            </a:pPr>
            <a:r>
              <a:rPr lang="en-US" sz="2000" b="1" dirty="0">
                <a:solidFill>
                  <a:schemeClr val="bg2">
                    <a:lumMod val="10000"/>
                  </a:schemeClr>
                </a:solidFill>
                <a:latin typeface="Arial" panose="020B0604020202020204" pitchFamily="34" charset="0"/>
                <a:cs typeface="Arial" panose="020B0604020202020204" pitchFamily="34" charset="0"/>
              </a:rPr>
              <a:t>Scalability</a:t>
            </a:r>
            <a:r>
              <a:rPr lang="en-US" sz="2000" dirty="0">
                <a:solidFill>
                  <a:schemeClr val="bg2">
                    <a:lumMod val="10000"/>
                  </a:schemeClr>
                </a:solidFill>
                <a:latin typeface="Arial" panose="020B0604020202020204" pitchFamily="34" charset="0"/>
                <a:cs typeface="Arial" panose="020B0604020202020204" pitchFamily="34" charset="0"/>
              </a:rPr>
              <a:t>: A robust system supports adding new features and managing dependencies without sacrificing quality.</a:t>
            </a:r>
          </a:p>
          <a:p>
            <a:pPr lvl="1" eaLnBrk="0">
              <a:lnSpc>
                <a:spcPct val="81000"/>
              </a:lnSpc>
            </a:pPr>
            <a:r>
              <a:rPr lang="en-US" sz="2000" b="1" dirty="0">
                <a:solidFill>
                  <a:schemeClr val="bg2">
                    <a:lumMod val="10000"/>
                  </a:schemeClr>
                </a:solidFill>
                <a:latin typeface="Arial" panose="020B0604020202020204" pitchFamily="34" charset="0"/>
                <a:cs typeface="Arial" panose="020B0604020202020204" pitchFamily="34" charset="0"/>
              </a:rPr>
              <a:t>Managing complexity</a:t>
            </a:r>
            <a:r>
              <a:rPr lang="en-US" sz="2000" dirty="0">
                <a:solidFill>
                  <a:schemeClr val="bg2">
                    <a:lumMod val="10000"/>
                  </a:schemeClr>
                </a:solidFill>
                <a:latin typeface="Arial" panose="020B0604020202020204" pitchFamily="34" charset="0"/>
                <a:cs typeface="Arial" panose="020B0604020202020204" pitchFamily="34" charset="0"/>
              </a:rPr>
              <a:t>: A system helps track progress and organize tasks as projects grow.</a:t>
            </a:r>
          </a:p>
          <a:p>
            <a:pPr lvl="1" eaLnBrk="0">
              <a:lnSpc>
                <a:spcPct val="81000"/>
              </a:lnSpc>
            </a:pPr>
            <a:r>
              <a:rPr lang="en-US" sz="2000" b="1" dirty="0">
                <a:solidFill>
                  <a:schemeClr val="bg2">
                    <a:lumMod val="10000"/>
                  </a:schemeClr>
                </a:solidFill>
                <a:latin typeface="Arial" panose="020B0604020202020204" pitchFamily="34" charset="0"/>
                <a:cs typeface="Arial" panose="020B0604020202020204" pitchFamily="34" charset="0"/>
              </a:rPr>
              <a:t>Effective communication</a:t>
            </a:r>
            <a:r>
              <a:rPr lang="en-US" sz="2000" dirty="0">
                <a:solidFill>
                  <a:schemeClr val="bg2">
                    <a:lumMod val="10000"/>
                  </a:schemeClr>
                </a:solidFill>
                <a:latin typeface="Arial" panose="020B0604020202020204" pitchFamily="34" charset="0"/>
                <a:cs typeface="Arial" panose="020B0604020202020204" pitchFamily="34" charset="0"/>
              </a:rPr>
              <a:t>: Standardized processes ensure clear communication across larger teams.</a:t>
            </a:r>
            <a:endParaRPr lang="en-US" altLang="en-US" sz="2000" dirty="0">
              <a:solidFill>
                <a:schemeClr val="bg2">
                  <a:lumMod val="10000"/>
                </a:schemeClr>
              </a:solidFill>
              <a:latin typeface="Arial" panose="020B0604020202020204" pitchFamily="34"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4267CD5E-26CF-4249-8540-BB1D07FD4227}" type="slidenum">
              <a:rPr lang="en-US" smtClean="0"/>
              <a:t>21</a:t>
            </a:fld>
            <a:endParaRPr lang="en-US"/>
          </a:p>
        </p:txBody>
      </p:sp>
      <p:sp>
        <p:nvSpPr>
          <p:cNvPr id="7" name="TextBox 6">
            <a:extLst>
              <a:ext uri="{FF2B5EF4-FFF2-40B4-BE49-F238E27FC236}">
                <a16:creationId xmlns:a16="http://schemas.microsoft.com/office/drawing/2014/main" id="{FAF2C799-CFFE-6F55-D203-4E82D9708D4E}"/>
              </a:ext>
            </a:extLst>
          </p:cNvPr>
          <p:cNvSpPr txBox="1"/>
          <p:nvPr/>
        </p:nvSpPr>
        <p:spPr>
          <a:xfrm>
            <a:off x="646359" y="5791438"/>
            <a:ext cx="7694295" cy="261610"/>
          </a:xfrm>
          <a:prstGeom prst="rect">
            <a:avLst/>
          </a:prstGeom>
          <a:noFill/>
        </p:spPr>
        <p:txBody>
          <a:bodyPr wrap="square">
            <a:spAutoFit/>
          </a:bodyPr>
          <a:lstStyle/>
          <a:p>
            <a:r>
              <a:rPr lang="en-US" sz="1100" dirty="0">
                <a:effectLst/>
                <a:latin typeface="Helvetica" pitchFamily="2" charset="0"/>
              </a:rPr>
              <a:t>Source: pp. 273, Jim Highsmith, Agile Software Development Ecosystems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72093-A538-D1E8-4BE2-40249E2AF9B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E91D2D6-15A1-DDE5-F848-D4369780B8AA}"/>
              </a:ext>
            </a:extLst>
          </p:cNvPr>
          <p:cNvSpPr>
            <a:spLocks noGrp="1"/>
          </p:cNvSpPr>
          <p:nvPr>
            <p:ph type="title"/>
          </p:nvPr>
        </p:nvSpPr>
        <p:spPr/>
        <p:txBody>
          <a:bodyPr>
            <a:normAutofit/>
          </a:bodyPr>
          <a:lstStyle/>
          <a:p>
            <a:r>
              <a:rPr spc="-20" dirty="0">
                <a:solidFill>
                  <a:srgbClr val="000000">
                    <a:alpha val="100000"/>
                  </a:srgbClr>
                </a:solidFill>
                <a:latin typeface="Arial" panose="020B0604020202090204"/>
                <a:ea typeface="Arial" panose="020B0604020202090204"/>
                <a:cs typeface="Arial" panose="020B0604020202090204"/>
                <a:sym typeface="+mn-ea"/>
              </a:rPr>
              <a:t>FDD’s view on Process</a:t>
            </a:r>
            <a:endParaRPr lang="en-US"/>
          </a:p>
        </p:txBody>
      </p:sp>
      <p:sp>
        <p:nvSpPr>
          <p:cNvPr id="2" name="Content Placeholder 1">
            <a:extLst>
              <a:ext uri="{FF2B5EF4-FFF2-40B4-BE49-F238E27FC236}">
                <a16:creationId xmlns:a16="http://schemas.microsoft.com/office/drawing/2014/main" id="{D04DC31A-7972-B316-48E0-A5989DEB61E3}"/>
              </a:ext>
            </a:extLst>
          </p:cNvPr>
          <p:cNvSpPr>
            <a:spLocks noGrp="1"/>
          </p:cNvSpPr>
          <p:nvPr>
            <p:ph idx="1"/>
          </p:nvPr>
        </p:nvSpPr>
        <p:spPr>
          <a:xfrm>
            <a:off x="646430" y="1237615"/>
            <a:ext cx="10709275" cy="4008120"/>
          </a:xfrm>
        </p:spPr>
        <p:txBody>
          <a:bodyPr>
            <a:noAutofit/>
          </a:bodyPr>
          <a:lstStyle/>
          <a:p>
            <a:pPr eaLnBrk="0">
              <a:lnSpc>
                <a:spcPts val="2880"/>
              </a:lnSpc>
              <a:spcBef>
                <a:spcPts val="1120"/>
              </a:spcBef>
            </a:pPr>
            <a:r>
              <a:rPr sz="2400" spc="-50" dirty="0">
                <a:solidFill>
                  <a:srgbClr val="000000">
                    <a:alpha val="100000"/>
                  </a:srgbClr>
                </a:solidFill>
                <a:latin typeface="Arial" panose="020B0604020202090204"/>
                <a:ea typeface="Arial" panose="020B0604020202090204"/>
                <a:cs typeface="Arial" panose="020B0604020202090204"/>
                <a:sym typeface="+mn-ea"/>
              </a:rPr>
              <a:t>A simple, but well-defined process wor</a:t>
            </a:r>
            <a:r>
              <a:rPr sz="2400" spc="-10" dirty="0">
                <a:solidFill>
                  <a:srgbClr val="000000">
                    <a:alpha val="100000"/>
                  </a:srgbClr>
                </a:solidFill>
                <a:latin typeface="Arial" panose="020B0604020202090204"/>
                <a:ea typeface="Arial" panose="020B0604020202090204"/>
                <a:cs typeface="Arial" panose="020B0604020202090204"/>
                <a:sym typeface="+mn-ea"/>
              </a:rPr>
              <a:t>k</a:t>
            </a:r>
            <a:r>
              <a:rPr sz="2400" dirty="0">
                <a:solidFill>
                  <a:srgbClr val="000000">
                    <a:alpha val="100000"/>
                  </a:srgbClr>
                </a:solidFill>
                <a:latin typeface="Arial" panose="020B0604020202090204"/>
                <a:ea typeface="Arial" panose="020B0604020202090204"/>
                <a:cs typeface="Arial" panose="020B0604020202090204"/>
                <a:sym typeface="+mn-ea"/>
              </a:rPr>
              <a:t>s</a:t>
            </a:r>
            <a:r>
              <a:rPr sz="2400" spc="-5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best</a:t>
            </a:r>
          </a:p>
          <a:p>
            <a:pPr lvl="1" eaLnBrk="0">
              <a:lnSpc>
                <a:spcPts val="2880"/>
              </a:lnSpc>
              <a:spcBef>
                <a:spcPts val="1120"/>
              </a:spcBef>
            </a:pPr>
            <a:r>
              <a:rPr lang="en-US" sz="2000" b="1" spc="-50" dirty="0">
                <a:solidFill>
                  <a:srgbClr val="000000">
                    <a:alpha val="100000"/>
                  </a:srgbClr>
                </a:solidFill>
                <a:latin typeface="Arial" panose="020B0604020202090204"/>
                <a:ea typeface="Arial" panose="020B0604020202090204"/>
                <a:cs typeface="Arial" panose="020B0604020202090204"/>
                <a:sym typeface="+mn-ea"/>
              </a:rPr>
              <a:t>Clear and straightforward </a:t>
            </a:r>
            <a:r>
              <a:rPr lang="en-US" sz="2000" spc="-50" dirty="0">
                <a:solidFill>
                  <a:srgbClr val="000000">
                    <a:alpha val="100000"/>
                  </a:srgbClr>
                </a:solidFill>
                <a:latin typeface="Arial" panose="020B0604020202090204"/>
                <a:ea typeface="Arial" panose="020B0604020202090204"/>
                <a:cs typeface="Arial" panose="020B0604020202090204"/>
                <a:sym typeface="+mn-ea"/>
              </a:rPr>
              <a:t>processes ensure efficiency and focus on delivering value.</a:t>
            </a:r>
          </a:p>
          <a:p>
            <a:pPr lvl="1" eaLnBrk="0">
              <a:lnSpc>
                <a:spcPts val="2880"/>
              </a:lnSpc>
              <a:spcBef>
                <a:spcPts val="1120"/>
              </a:spcBef>
            </a:pPr>
            <a:r>
              <a:rPr lang="en-US" sz="2000" b="1" spc="-50" dirty="0">
                <a:solidFill>
                  <a:srgbClr val="000000">
                    <a:alpha val="100000"/>
                  </a:srgbClr>
                </a:solidFill>
                <a:latin typeface="Arial" panose="020B0604020202090204"/>
                <a:ea typeface="Arial" panose="020B0604020202090204"/>
                <a:cs typeface="Arial" panose="020B0604020202090204"/>
                <a:sym typeface="+mn-ea"/>
              </a:rPr>
              <a:t>Consistency</a:t>
            </a:r>
            <a:r>
              <a:rPr lang="en-US" sz="2000" spc="-50" dirty="0">
                <a:solidFill>
                  <a:srgbClr val="000000">
                    <a:alpha val="100000"/>
                  </a:srgbClr>
                </a:solidFill>
                <a:latin typeface="Arial" panose="020B0604020202090204"/>
                <a:ea typeface="Arial" panose="020B0604020202090204"/>
                <a:cs typeface="Arial" panose="020B0604020202090204"/>
                <a:sym typeface="+mn-ea"/>
              </a:rPr>
              <a:t> in following a simple process leads to predictable outcomes.</a:t>
            </a:r>
          </a:p>
          <a:p>
            <a:pPr lvl="1" eaLnBrk="0">
              <a:lnSpc>
                <a:spcPts val="2880"/>
              </a:lnSpc>
              <a:spcBef>
                <a:spcPts val="1120"/>
              </a:spcBef>
            </a:pPr>
            <a:r>
              <a:rPr lang="en-US" sz="2000" b="1" spc="-50" dirty="0">
                <a:solidFill>
                  <a:srgbClr val="000000">
                    <a:alpha val="100000"/>
                  </a:srgbClr>
                </a:solidFill>
                <a:latin typeface="Arial" panose="020B0604020202090204"/>
                <a:ea typeface="Arial" panose="020B0604020202090204"/>
                <a:cs typeface="Arial" panose="020B0604020202090204"/>
                <a:sym typeface="+mn-ea"/>
              </a:rPr>
              <a:t>Faster execution </a:t>
            </a:r>
            <a:r>
              <a:rPr lang="en-US" sz="2000" spc="-50" dirty="0">
                <a:solidFill>
                  <a:srgbClr val="000000">
                    <a:alpha val="100000"/>
                  </a:srgbClr>
                </a:solidFill>
                <a:latin typeface="Arial" panose="020B0604020202090204"/>
                <a:ea typeface="Arial" panose="020B0604020202090204"/>
                <a:cs typeface="Arial" panose="020B0604020202090204"/>
                <a:sym typeface="+mn-ea"/>
              </a:rPr>
              <a:t>and </a:t>
            </a:r>
            <a:r>
              <a:rPr lang="en-US" sz="2000" b="1" spc="-50" dirty="0">
                <a:solidFill>
                  <a:srgbClr val="000000">
                    <a:alpha val="100000"/>
                  </a:srgbClr>
                </a:solidFill>
                <a:latin typeface="Arial" panose="020B0604020202090204"/>
                <a:ea typeface="Arial" panose="020B0604020202090204"/>
                <a:cs typeface="Arial" panose="020B0604020202090204"/>
                <a:sym typeface="+mn-ea"/>
              </a:rPr>
              <a:t>less overhead </a:t>
            </a:r>
            <a:r>
              <a:rPr lang="en-US" sz="2000" spc="-50" dirty="0">
                <a:solidFill>
                  <a:srgbClr val="000000">
                    <a:alpha val="100000"/>
                  </a:srgbClr>
                </a:solidFill>
                <a:latin typeface="Arial" panose="020B0604020202090204"/>
                <a:ea typeface="Arial" panose="020B0604020202090204"/>
                <a:cs typeface="Arial" panose="020B0604020202090204"/>
                <a:sym typeface="+mn-ea"/>
              </a:rPr>
              <a:t>allow more time for development and quicker feature delivery.</a:t>
            </a:r>
          </a:p>
          <a:p>
            <a:pPr lvl="1" eaLnBrk="0">
              <a:lnSpc>
                <a:spcPts val="2880"/>
              </a:lnSpc>
              <a:spcBef>
                <a:spcPts val="1120"/>
              </a:spcBef>
            </a:pPr>
            <a:r>
              <a:rPr lang="en-US" sz="2000" spc="-50" dirty="0">
                <a:solidFill>
                  <a:srgbClr val="000000">
                    <a:alpha val="100000"/>
                  </a:srgbClr>
                </a:solidFill>
                <a:latin typeface="Arial" panose="020B0604020202090204"/>
                <a:ea typeface="Arial" panose="020B0604020202090204"/>
                <a:cs typeface="Arial" panose="020B0604020202090204"/>
                <a:sym typeface="+mn-ea"/>
              </a:rPr>
              <a:t>A simple process is </a:t>
            </a:r>
            <a:r>
              <a:rPr lang="en-US" sz="2000" b="1" spc="-50" dirty="0">
                <a:solidFill>
                  <a:srgbClr val="000000">
                    <a:alpha val="100000"/>
                  </a:srgbClr>
                </a:solidFill>
                <a:latin typeface="Arial" panose="020B0604020202090204"/>
                <a:ea typeface="Arial" panose="020B0604020202090204"/>
                <a:cs typeface="Arial" panose="020B0604020202090204"/>
                <a:sym typeface="+mn-ea"/>
              </a:rPr>
              <a:t>easier to adapt </a:t>
            </a:r>
            <a:r>
              <a:rPr lang="en-US" sz="2000" spc="-50" dirty="0">
                <a:solidFill>
                  <a:srgbClr val="000000">
                    <a:alpha val="100000"/>
                  </a:srgbClr>
                </a:solidFill>
                <a:latin typeface="Arial" panose="020B0604020202090204"/>
                <a:ea typeface="Arial" panose="020B0604020202090204"/>
                <a:cs typeface="Arial" panose="020B0604020202090204"/>
                <a:sym typeface="+mn-ea"/>
              </a:rPr>
              <a:t>and scale as the project grows.</a:t>
            </a:r>
          </a:p>
          <a:p>
            <a:pPr eaLnBrk="0">
              <a:lnSpc>
                <a:spcPts val="2880"/>
              </a:lnSpc>
              <a:spcBef>
                <a:spcPts val="1120"/>
              </a:spcBef>
            </a:pPr>
            <a:endParaRPr lang="en-US" sz="2400" spc="-50" dirty="0">
              <a:solidFill>
                <a:srgbClr val="000000">
                  <a:alpha val="100000"/>
                </a:srgbClr>
              </a:solidFill>
              <a:latin typeface="Arial" panose="020B0604020202090204"/>
              <a:ea typeface="Arial" panose="020B0604020202090204"/>
              <a:cs typeface="Arial" panose="020B0604020202090204"/>
              <a:sym typeface="+mn-ea"/>
            </a:endParaRPr>
          </a:p>
          <a:p>
            <a:pPr eaLnBrk="0">
              <a:lnSpc>
                <a:spcPts val="2880"/>
              </a:lnSpc>
              <a:spcBef>
                <a:spcPts val="1120"/>
              </a:spcBef>
            </a:pPr>
            <a:endParaRPr lang="en-US" sz="2400" spc="-50" dirty="0">
              <a:solidFill>
                <a:srgbClr val="000000">
                  <a:alpha val="100000"/>
                </a:srgbClr>
              </a:solidFill>
              <a:latin typeface="Arial" panose="020B0604020202090204"/>
              <a:ea typeface="Arial" panose="020B0604020202090204"/>
              <a:cs typeface="Arial" panose="020B0604020202090204"/>
              <a:sym typeface="+mn-ea"/>
            </a:endParaRPr>
          </a:p>
        </p:txBody>
      </p:sp>
      <p:sp>
        <p:nvSpPr>
          <p:cNvPr id="3" name="Slide Number Placeholder 2">
            <a:extLst>
              <a:ext uri="{FF2B5EF4-FFF2-40B4-BE49-F238E27FC236}">
                <a16:creationId xmlns:a16="http://schemas.microsoft.com/office/drawing/2014/main" id="{F4B48FE6-E3BC-85DC-C5AD-2C7162AF75FA}"/>
              </a:ext>
            </a:extLst>
          </p:cNvPr>
          <p:cNvSpPr>
            <a:spLocks noGrp="1"/>
          </p:cNvSpPr>
          <p:nvPr>
            <p:ph type="sldNum" sz="quarter" idx="12"/>
          </p:nvPr>
        </p:nvSpPr>
        <p:spPr/>
        <p:txBody>
          <a:bodyPr/>
          <a:lstStyle/>
          <a:p>
            <a:fld id="{4267CD5E-26CF-4249-8540-BB1D07FD4227}" type="slidenum">
              <a:rPr lang="en-US" smtClean="0"/>
              <a:t>22</a:t>
            </a:fld>
            <a:endParaRPr lang="en-US"/>
          </a:p>
        </p:txBody>
      </p:sp>
      <p:sp>
        <p:nvSpPr>
          <p:cNvPr id="7" name="TextBox 6">
            <a:extLst>
              <a:ext uri="{FF2B5EF4-FFF2-40B4-BE49-F238E27FC236}">
                <a16:creationId xmlns:a16="http://schemas.microsoft.com/office/drawing/2014/main" id="{284519D8-7780-B926-385D-F507BCB8D771}"/>
              </a:ext>
            </a:extLst>
          </p:cNvPr>
          <p:cNvSpPr txBox="1"/>
          <p:nvPr/>
        </p:nvSpPr>
        <p:spPr>
          <a:xfrm>
            <a:off x="646359" y="5791438"/>
            <a:ext cx="7694295" cy="261610"/>
          </a:xfrm>
          <a:prstGeom prst="rect">
            <a:avLst/>
          </a:prstGeom>
          <a:noFill/>
        </p:spPr>
        <p:txBody>
          <a:bodyPr wrap="square">
            <a:spAutoFit/>
          </a:bodyPr>
          <a:lstStyle/>
          <a:p>
            <a:r>
              <a:rPr lang="en-US" sz="1100" dirty="0">
                <a:effectLst/>
                <a:latin typeface="Helvetica" pitchFamily="2" charset="0"/>
              </a:rPr>
              <a:t>Source: pp. 273, Jim Highsmith, Agile Software Development Ecosystems</a:t>
            </a:r>
          </a:p>
        </p:txBody>
      </p:sp>
    </p:spTree>
    <p:extLst>
      <p:ext uri="{BB962C8B-B14F-4D97-AF65-F5344CB8AC3E}">
        <p14:creationId xmlns:p14="http://schemas.microsoft.com/office/powerpoint/2010/main" val="33987432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053AD-1532-6423-9DBC-0F8A3326ED6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BE0F3F3-C2BA-13F2-F707-649A4836AC3E}"/>
              </a:ext>
            </a:extLst>
          </p:cNvPr>
          <p:cNvSpPr>
            <a:spLocks noGrp="1"/>
          </p:cNvSpPr>
          <p:nvPr>
            <p:ph type="title"/>
          </p:nvPr>
        </p:nvSpPr>
        <p:spPr/>
        <p:txBody>
          <a:bodyPr>
            <a:normAutofit/>
          </a:bodyPr>
          <a:lstStyle/>
          <a:p>
            <a:r>
              <a:rPr spc="-20" dirty="0">
                <a:solidFill>
                  <a:srgbClr val="000000">
                    <a:alpha val="100000"/>
                  </a:srgbClr>
                </a:solidFill>
                <a:latin typeface="Arial" panose="020B0604020202090204"/>
                <a:ea typeface="Arial" panose="020B0604020202090204"/>
                <a:cs typeface="Arial" panose="020B0604020202090204"/>
                <a:sym typeface="+mn-ea"/>
              </a:rPr>
              <a:t>FDD’s view on Process</a:t>
            </a:r>
            <a:endParaRPr lang="en-US"/>
          </a:p>
        </p:txBody>
      </p:sp>
      <p:sp>
        <p:nvSpPr>
          <p:cNvPr id="2" name="Content Placeholder 1">
            <a:extLst>
              <a:ext uri="{FF2B5EF4-FFF2-40B4-BE49-F238E27FC236}">
                <a16:creationId xmlns:a16="http://schemas.microsoft.com/office/drawing/2014/main" id="{DCC56698-70C3-872A-2429-42E33515E2E2}"/>
              </a:ext>
            </a:extLst>
          </p:cNvPr>
          <p:cNvSpPr>
            <a:spLocks noGrp="1"/>
          </p:cNvSpPr>
          <p:nvPr>
            <p:ph idx="1"/>
          </p:nvPr>
        </p:nvSpPr>
        <p:spPr>
          <a:xfrm>
            <a:off x="646430" y="1237615"/>
            <a:ext cx="10709275" cy="4008120"/>
          </a:xfrm>
        </p:spPr>
        <p:txBody>
          <a:bodyPr>
            <a:noAutofit/>
          </a:bodyPr>
          <a:lstStyle/>
          <a:p>
            <a:pPr eaLnBrk="0">
              <a:lnSpc>
                <a:spcPts val="2880"/>
              </a:lnSpc>
              <a:spcBef>
                <a:spcPts val="1120"/>
              </a:spcBef>
            </a:pPr>
            <a:r>
              <a:rPr lang="en-US" sz="2400" spc="-50" dirty="0">
                <a:solidFill>
                  <a:srgbClr val="000000">
                    <a:alpha val="100000"/>
                  </a:srgbClr>
                </a:solidFill>
                <a:latin typeface="Arial" panose="020B0604020202090204"/>
                <a:ea typeface="Arial" panose="020B0604020202090204"/>
                <a:cs typeface="Arial" panose="020B0604020202090204"/>
                <a:sym typeface="+mn-ea"/>
              </a:rPr>
              <a:t>Process steps should be logical and their worth immediate</a:t>
            </a:r>
            <a:r>
              <a:rPr lang="en-US" sz="2400" spc="-30" dirty="0">
                <a:solidFill>
                  <a:srgbClr val="000000">
                    <a:alpha val="100000"/>
                  </a:srgbClr>
                </a:solidFill>
                <a:latin typeface="Arial" panose="020B0604020202090204"/>
                <a:ea typeface="Arial" panose="020B0604020202090204"/>
                <a:cs typeface="Arial" panose="020B0604020202090204"/>
                <a:sym typeface="+mn-ea"/>
              </a:rPr>
              <a:t>l</a:t>
            </a:r>
            <a:r>
              <a:rPr lang="en-US" sz="2400" dirty="0">
                <a:solidFill>
                  <a:srgbClr val="000000">
                    <a:alpha val="100000"/>
                  </a:srgbClr>
                </a:solidFill>
                <a:latin typeface="Arial" panose="020B0604020202090204"/>
                <a:ea typeface="Arial" panose="020B0604020202090204"/>
                <a:cs typeface="Arial" panose="020B0604020202090204"/>
                <a:sym typeface="+mn-ea"/>
              </a:rPr>
              <a:t>y </a:t>
            </a:r>
            <a:r>
              <a:rPr lang="en-US" sz="2400" spc="-50" dirty="0">
                <a:solidFill>
                  <a:srgbClr val="000000">
                    <a:alpha val="100000"/>
                  </a:srgbClr>
                </a:solidFill>
                <a:latin typeface="Arial" panose="020B0604020202090204"/>
                <a:ea typeface="Arial" panose="020B0604020202090204"/>
                <a:cs typeface="Arial" panose="020B0604020202090204"/>
                <a:sym typeface="+mn-ea"/>
              </a:rPr>
              <a:t>obvious to each team membe</a:t>
            </a:r>
            <a:r>
              <a:rPr lang="en-US" sz="2400" dirty="0">
                <a:solidFill>
                  <a:srgbClr val="000000">
                    <a:alpha val="100000"/>
                  </a:srgbClr>
                </a:solidFill>
                <a:latin typeface="Arial" panose="020B0604020202090204"/>
                <a:ea typeface="Arial" panose="020B0604020202090204"/>
                <a:cs typeface="Arial" panose="020B0604020202090204"/>
                <a:sym typeface="+mn-ea"/>
              </a:rPr>
              <a:t>r</a:t>
            </a:r>
          </a:p>
          <a:p>
            <a:pPr lvl="1" eaLnBrk="0">
              <a:lnSpc>
                <a:spcPts val="2880"/>
              </a:lnSpc>
              <a:spcBef>
                <a:spcPts val="1120"/>
              </a:spcBef>
            </a:pPr>
            <a:r>
              <a:rPr lang="en-US" sz="2000" b="1" spc="-50" dirty="0">
                <a:solidFill>
                  <a:srgbClr val="000000">
                    <a:alpha val="100000"/>
                  </a:srgbClr>
                </a:solidFill>
                <a:latin typeface="Arial" panose="020B0604020202090204"/>
                <a:ea typeface="Arial" panose="020B0604020202090204"/>
                <a:cs typeface="Arial" panose="020B0604020202090204"/>
                <a:sym typeface="+mn-ea"/>
              </a:rPr>
              <a:t>Clear and logical steps </a:t>
            </a:r>
            <a:r>
              <a:rPr lang="en-US" sz="2000" spc="-50" dirty="0">
                <a:solidFill>
                  <a:srgbClr val="000000">
                    <a:alpha val="100000"/>
                  </a:srgbClr>
                </a:solidFill>
                <a:latin typeface="Arial" panose="020B0604020202090204"/>
                <a:ea typeface="Arial" panose="020B0604020202090204"/>
                <a:cs typeface="Arial" panose="020B0604020202090204"/>
                <a:sym typeface="+mn-ea"/>
              </a:rPr>
              <a:t>that are easy for team members to understand and follow.</a:t>
            </a:r>
          </a:p>
          <a:p>
            <a:pPr lvl="1" eaLnBrk="0">
              <a:lnSpc>
                <a:spcPts val="2880"/>
              </a:lnSpc>
              <a:spcBef>
                <a:spcPts val="1120"/>
              </a:spcBef>
            </a:pPr>
            <a:r>
              <a:rPr lang="en-US" sz="2000" b="1" spc="-50" dirty="0">
                <a:solidFill>
                  <a:srgbClr val="000000">
                    <a:alpha val="100000"/>
                  </a:srgbClr>
                </a:solidFill>
                <a:latin typeface="Arial" panose="020B0604020202090204"/>
                <a:ea typeface="Arial" panose="020B0604020202090204"/>
                <a:cs typeface="Arial" panose="020B0604020202090204"/>
                <a:sym typeface="+mn-ea"/>
              </a:rPr>
              <a:t>Immediate value</a:t>
            </a:r>
            <a:r>
              <a:rPr lang="en-US" sz="2000" spc="-50" dirty="0">
                <a:solidFill>
                  <a:srgbClr val="000000">
                    <a:alpha val="100000"/>
                  </a:srgbClr>
                </a:solidFill>
                <a:latin typeface="Arial" panose="020B0604020202090204"/>
                <a:ea typeface="Arial" panose="020B0604020202090204"/>
                <a:cs typeface="Arial" panose="020B0604020202090204"/>
                <a:sym typeface="+mn-ea"/>
              </a:rPr>
              <a:t> of each step is evident, ensuring efficient progress.</a:t>
            </a:r>
          </a:p>
          <a:p>
            <a:pPr lvl="1" eaLnBrk="0">
              <a:lnSpc>
                <a:spcPts val="2880"/>
              </a:lnSpc>
              <a:spcBef>
                <a:spcPts val="1120"/>
              </a:spcBef>
            </a:pPr>
            <a:r>
              <a:rPr lang="en-US" sz="2000" spc="-50" dirty="0">
                <a:solidFill>
                  <a:srgbClr val="000000">
                    <a:alpha val="100000"/>
                  </a:srgbClr>
                </a:solidFill>
                <a:latin typeface="Arial" panose="020B0604020202090204"/>
                <a:ea typeface="Arial" panose="020B0604020202090204"/>
                <a:cs typeface="Arial" panose="020B0604020202090204"/>
                <a:sym typeface="+mn-ea"/>
              </a:rPr>
              <a:t>Promotes </a:t>
            </a:r>
            <a:r>
              <a:rPr lang="en-US" sz="2000" b="1" spc="-50" dirty="0">
                <a:solidFill>
                  <a:srgbClr val="000000">
                    <a:alpha val="100000"/>
                  </a:srgbClr>
                </a:solidFill>
                <a:latin typeface="Arial" panose="020B0604020202090204"/>
                <a:ea typeface="Arial" panose="020B0604020202090204"/>
                <a:cs typeface="Arial" panose="020B0604020202090204"/>
                <a:sym typeface="+mn-ea"/>
              </a:rPr>
              <a:t>effective collaboration </a:t>
            </a:r>
            <a:r>
              <a:rPr lang="en-US" sz="2000" spc="-50" dirty="0">
                <a:solidFill>
                  <a:srgbClr val="000000">
                    <a:alpha val="100000"/>
                  </a:srgbClr>
                </a:solidFill>
                <a:latin typeface="Arial" panose="020B0604020202090204"/>
                <a:ea typeface="Arial" panose="020B0604020202090204"/>
                <a:cs typeface="Arial" panose="020B0604020202090204"/>
                <a:sym typeface="+mn-ea"/>
              </a:rPr>
              <a:t>and consistent results by aligning everyone towards common goals.</a:t>
            </a:r>
          </a:p>
          <a:p>
            <a:pPr eaLnBrk="0">
              <a:lnSpc>
                <a:spcPts val="2880"/>
              </a:lnSpc>
              <a:spcBef>
                <a:spcPts val="1120"/>
              </a:spcBef>
            </a:pPr>
            <a:endParaRPr lang="en-US" sz="2400" spc="-50" dirty="0">
              <a:solidFill>
                <a:srgbClr val="000000">
                  <a:alpha val="100000"/>
                </a:srgbClr>
              </a:solidFill>
              <a:latin typeface="Arial" panose="020B0604020202090204"/>
              <a:ea typeface="Arial" panose="020B0604020202090204"/>
              <a:cs typeface="Arial" panose="020B0604020202090204"/>
              <a:sym typeface="+mn-ea"/>
            </a:endParaRPr>
          </a:p>
          <a:p>
            <a:pPr eaLnBrk="0">
              <a:lnSpc>
                <a:spcPts val="2880"/>
              </a:lnSpc>
              <a:spcBef>
                <a:spcPts val="1120"/>
              </a:spcBef>
            </a:pPr>
            <a:endParaRPr lang="en-US" sz="2400" spc="-50" dirty="0">
              <a:solidFill>
                <a:srgbClr val="000000">
                  <a:alpha val="100000"/>
                </a:srgbClr>
              </a:solidFill>
              <a:latin typeface="Arial" panose="020B0604020202090204"/>
              <a:ea typeface="Arial" panose="020B0604020202090204"/>
              <a:cs typeface="Arial" panose="020B0604020202090204"/>
              <a:sym typeface="+mn-ea"/>
            </a:endParaRPr>
          </a:p>
        </p:txBody>
      </p:sp>
      <p:sp>
        <p:nvSpPr>
          <p:cNvPr id="3" name="Slide Number Placeholder 2">
            <a:extLst>
              <a:ext uri="{FF2B5EF4-FFF2-40B4-BE49-F238E27FC236}">
                <a16:creationId xmlns:a16="http://schemas.microsoft.com/office/drawing/2014/main" id="{ACCB5D05-A49A-63D6-798D-B721077CA1C4}"/>
              </a:ext>
            </a:extLst>
          </p:cNvPr>
          <p:cNvSpPr>
            <a:spLocks noGrp="1"/>
          </p:cNvSpPr>
          <p:nvPr>
            <p:ph type="sldNum" sz="quarter" idx="12"/>
          </p:nvPr>
        </p:nvSpPr>
        <p:spPr/>
        <p:txBody>
          <a:bodyPr/>
          <a:lstStyle/>
          <a:p>
            <a:fld id="{4267CD5E-26CF-4249-8540-BB1D07FD4227}" type="slidenum">
              <a:rPr lang="en-US" smtClean="0"/>
              <a:t>23</a:t>
            </a:fld>
            <a:endParaRPr lang="en-US"/>
          </a:p>
        </p:txBody>
      </p:sp>
      <p:sp>
        <p:nvSpPr>
          <p:cNvPr id="7" name="TextBox 6">
            <a:extLst>
              <a:ext uri="{FF2B5EF4-FFF2-40B4-BE49-F238E27FC236}">
                <a16:creationId xmlns:a16="http://schemas.microsoft.com/office/drawing/2014/main" id="{84FB7FDA-286B-DC48-023B-69436549A6B5}"/>
              </a:ext>
            </a:extLst>
          </p:cNvPr>
          <p:cNvSpPr txBox="1"/>
          <p:nvPr/>
        </p:nvSpPr>
        <p:spPr>
          <a:xfrm>
            <a:off x="646359" y="5791438"/>
            <a:ext cx="7694295" cy="261610"/>
          </a:xfrm>
          <a:prstGeom prst="rect">
            <a:avLst/>
          </a:prstGeom>
          <a:noFill/>
        </p:spPr>
        <p:txBody>
          <a:bodyPr wrap="square">
            <a:spAutoFit/>
          </a:bodyPr>
          <a:lstStyle/>
          <a:p>
            <a:r>
              <a:rPr lang="en-US" sz="1100" dirty="0">
                <a:effectLst/>
                <a:latin typeface="Helvetica" pitchFamily="2" charset="0"/>
              </a:rPr>
              <a:t>Source: pp. 273, Jim Highsmith, Agile Software Development Ecosystems</a:t>
            </a:r>
          </a:p>
        </p:txBody>
      </p:sp>
    </p:spTree>
    <p:extLst>
      <p:ext uri="{BB962C8B-B14F-4D97-AF65-F5344CB8AC3E}">
        <p14:creationId xmlns:p14="http://schemas.microsoft.com/office/powerpoint/2010/main" val="35198587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A7BCF-5F32-9577-E221-3BA00D42A43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DE64133-9184-9FB2-3D3F-24B3711FFEBC}"/>
              </a:ext>
            </a:extLst>
          </p:cNvPr>
          <p:cNvSpPr>
            <a:spLocks noGrp="1"/>
          </p:cNvSpPr>
          <p:nvPr>
            <p:ph type="title"/>
          </p:nvPr>
        </p:nvSpPr>
        <p:spPr/>
        <p:txBody>
          <a:bodyPr>
            <a:normAutofit/>
          </a:bodyPr>
          <a:lstStyle/>
          <a:p>
            <a:r>
              <a:rPr spc="-20" dirty="0">
                <a:solidFill>
                  <a:srgbClr val="000000">
                    <a:alpha val="100000"/>
                  </a:srgbClr>
                </a:solidFill>
                <a:latin typeface="Arial" panose="020B0604020202090204"/>
                <a:ea typeface="Arial" panose="020B0604020202090204"/>
                <a:cs typeface="Arial" panose="020B0604020202090204"/>
                <a:sym typeface="+mn-ea"/>
              </a:rPr>
              <a:t>FDD’s view on Process</a:t>
            </a:r>
            <a:endParaRPr lang="en-US"/>
          </a:p>
        </p:txBody>
      </p:sp>
      <p:sp>
        <p:nvSpPr>
          <p:cNvPr id="2" name="Content Placeholder 1">
            <a:extLst>
              <a:ext uri="{FF2B5EF4-FFF2-40B4-BE49-F238E27FC236}">
                <a16:creationId xmlns:a16="http://schemas.microsoft.com/office/drawing/2014/main" id="{A223BC6F-4B8A-5D9C-9F49-EAB338EB0673}"/>
              </a:ext>
            </a:extLst>
          </p:cNvPr>
          <p:cNvSpPr>
            <a:spLocks noGrp="1"/>
          </p:cNvSpPr>
          <p:nvPr>
            <p:ph idx="1"/>
          </p:nvPr>
        </p:nvSpPr>
        <p:spPr>
          <a:xfrm>
            <a:off x="646430" y="1237615"/>
            <a:ext cx="10709275" cy="4008120"/>
          </a:xfrm>
        </p:spPr>
        <p:txBody>
          <a:bodyPr>
            <a:noAutofit/>
          </a:bodyPr>
          <a:lstStyle/>
          <a:p>
            <a:pPr eaLnBrk="0">
              <a:lnSpc>
                <a:spcPts val="2880"/>
              </a:lnSpc>
              <a:spcBef>
                <a:spcPts val="1120"/>
              </a:spcBef>
            </a:pPr>
            <a:r>
              <a:rPr sz="2400" spc="-40" dirty="0">
                <a:solidFill>
                  <a:srgbClr val="000000">
                    <a:alpha val="100000"/>
                  </a:srgbClr>
                </a:solidFill>
                <a:latin typeface="Arial" panose="020B0604020202090204"/>
                <a:ea typeface="Arial" panose="020B0604020202090204"/>
                <a:cs typeface="Arial" panose="020B0604020202090204"/>
                <a:sym typeface="+mn-ea"/>
              </a:rPr>
              <a:t>“</a:t>
            </a:r>
            <a:r>
              <a:rPr sz="2400" b="1" spc="-40" dirty="0">
                <a:solidFill>
                  <a:srgbClr val="000000">
                    <a:alpha val="100000"/>
                  </a:srgbClr>
                </a:solidFill>
                <a:latin typeface="Arial" panose="020B0604020202090204"/>
                <a:ea typeface="Arial" panose="020B0604020202090204"/>
                <a:cs typeface="Arial" panose="020B0604020202090204"/>
                <a:sym typeface="+mn-ea"/>
              </a:rPr>
              <a:t>Process pride</a:t>
            </a:r>
            <a:r>
              <a:rPr sz="2400" spc="-40" dirty="0">
                <a:solidFill>
                  <a:srgbClr val="000000">
                    <a:alpha val="100000"/>
                  </a:srgbClr>
                </a:solidFill>
                <a:latin typeface="Arial" panose="020B0604020202090204"/>
                <a:ea typeface="Arial" panose="020B0604020202090204"/>
                <a:cs typeface="Arial" panose="020B0604020202090204"/>
                <a:sym typeface="+mn-ea"/>
              </a:rPr>
              <a:t>” can keep the real work from happ</a:t>
            </a:r>
            <a:r>
              <a:rPr sz="2400" spc="-20" dirty="0">
                <a:solidFill>
                  <a:srgbClr val="000000">
                    <a:alpha val="100000"/>
                  </a:srgbClr>
                </a:solidFill>
                <a:latin typeface="Arial" panose="020B0604020202090204"/>
                <a:ea typeface="Arial" panose="020B0604020202090204"/>
                <a:cs typeface="Arial" panose="020B0604020202090204"/>
                <a:sym typeface="+mn-ea"/>
              </a:rPr>
              <a:t>e</a:t>
            </a:r>
            <a:r>
              <a:rPr sz="2400" dirty="0">
                <a:solidFill>
                  <a:srgbClr val="000000">
                    <a:alpha val="100000"/>
                  </a:srgbClr>
                </a:solidFill>
                <a:latin typeface="Arial" panose="020B0604020202090204"/>
                <a:ea typeface="Arial" panose="020B0604020202090204"/>
                <a:cs typeface="Arial" panose="020B0604020202090204"/>
                <a:sym typeface="+mn-ea"/>
              </a:rPr>
              <a:t>ning</a:t>
            </a:r>
            <a:endParaRPr lang="en-US" sz="2400" dirty="0">
              <a:solidFill>
                <a:srgbClr val="000000">
                  <a:alpha val="100000"/>
                </a:srgbClr>
              </a:solidFill>
              <a:latin typeface="Arial" panose="020B0604020202090204"/>
              <a:ea typeface="Arial" panose="020B0604020202090204"/>
              <a:cs typeface="Arial" panose="020B0604020202090204"/>
              <a:sym typeface="+mn-ea"/>
            </a:endParaRPr>
          </a:p>
          <a:p>
            <a:pPr lvl="1" eaLnBrk="0">
              <a:lnSpc>
                <a:spcPts val="2880"/>
              </a:lnSpc>
              <a:spcBef>
                <a:spcPts val="1120"/>
              </a:spcBef>
            </a:pPr>
            <a:r>
              <a:rPr lang="en-US" sz="2000" dirty="0">
                <a:solidFill>
                  <a:srgbClr val="000000">
                    <a:alpha val="100000"/>
                  </a:srgbClr>
                </a:solidFill>
                <a:latin typeface="Arial" panose="020B0604020202090204"/>
                <a:ea typeface="Arial" panose="020B0604020202090204"/>
                <a:cs typeface="Arial" panose="020B0604020202090204"/>
                <a:sym typeface="+mn-ea"/>
              </a:rPr>
              <a:t>Refers to the idea that an excessive focus on following </a:t>
            </a:r>
            <a:r>
              <a:rPr lang="en-US" sz="2000" b="1" dirty="0">
                <a:solidFill>
                  <a:srgbClr val="000000">
                    <a:alpha val="100000"/>
                  </a:srgbClr>
                </a:solidFill>
                <a:latin typeface="Arial" panose="020B0604020202090204"/>
                <a:ea typeface="Arial" panose="020B0604020202090204"/>
                <a:cs typeface="Arial" panose="020B0604020202090204"/>
                <a:sym typeface="+mn-ea"/>
              </a:rPr>
              <a:t>processes, rules, or procedures </a:t>
            </a:r>
            <a:r>
              <a:rPr lang="en-US" sz="2000" dirty="0">
                <a:solidFill>
                  <a:srgbClr val="000000">
                    <a:alpha val="100000"/>
                  </a:srgbClr>
                </a:solidFill>
                <a:latin typeface="Arial" panose="020B0604020202090204"/>
                <a:ea typeface="Arial" panose="020B0604020202090204"/>
                <a:cs typeface="Arial" panose="020B0604020202090204"/>
                <a:sym typeface="+mn-ea"/>
              </a:rPr>
              <a:t>can hinder actual productive work or the </a:t>
            </a:r>
            <a:r>
              <a:rPr lang="en-US" sz="2000" b="1" dirty="0">
                <a:solidFill>
                  <a:srgbClr val="000000">
                    <a:alpha val="100000"/>
                  </a:srgbClr>
                </a:solidFill>
                <a:latin typeface="Arial" panose="020B0604020202090204"/>
                <a:ea typeface="Arial" panose="020B0604020202090204"/>
                <a:cs typeface="Arial" panose="020B0604020202090204"/>
                <a:sym typeface="+mn-ea"/>
              </a:rPr>
              <a:t>achievement of meaningful results</a:t>
            </a:r>
            <a:r>
              <a:rPr lang="en-US" sz="2000" dirty="0">
                <a:solidFill>
                  <a:srgbClr val="000000">
                    <a:alpha val="100000"/>
                  </a:srgbClr>
                </a:solidFill>
                <a:latin typeface="Arial" panose="020B0604020202090204"/>
                <a:ea typeface="Arial" panose="020B0604020202090204"/>
                <a:cs typeface="Arial" panose="020B0604020202090204"/>
                <a:sym typeface="+mn-ea"/>
              </a:rPr>
              <a:t>.</a:t>
            </a:r>
          </a:p>
          <a:p>
            <a:pPr lvl="1" eaLnBrk="0">
              <a:lnSpc>
                <a:spcPts val="2880"/>
              </a:lnSpc>
              <a:spcBef>
                <a:spcPts val="1120"/>
              </a:spcBef>
            </a:pPr>
            <a:r>
              <a:rPr lang="en-US" sz="2000" dirty="0">
                <a:solidFill>
                  <a:srgbClr val="000000">
                    <a:alpha val="100000"/>
                  </a:srgbClr>
                </a:solidFill>
                <a:latin typeface="Arial" panose="020B0604020202090204"/>
                <a:ea typeface="Arial" panose="020B0604020202090204"/>
                <a:cs typeface="Arial" panose="020B0604020202090204"/>
                <a:sym typeface="+mn-ea"/>
              </a:rPr>
              <a:t>"Process pride" is when individuals or teams become overly focused on the processes they are following, valuing the process itself more than the outcomes or the work that needs to be done. </a:t>
            </a:r>
          </a:p>
          <a:p>
            <a:pPr lvl="1" eaLnBrk="0">
              <a:lnSpc>
                <a:spcPts val="2880"/>
              </a:lnSpc>
              <a:spcBef>
                <a:spcPts val="1120"/>
              </a:spcBef>
            </a:pPr>
            <a:r>
              <a:rPr lang="en-US" sz="2000" dirty="0">
                <a:solidFill>
                  <a:srgbClr val="000000">
                    <a:alpha val="100000"/>
                  </a:srgbClr>
                </a:solidFill>
                <a:latin typeface="Arial" panose="020B0604020202090204"/>
                <a:ea typeface="Arial" panose="020B0604020202090204"/>
                <a:cs typeface="Arial" panose="020B0604020202090204"/>
                <a:sym typeface="+mn-ea"/>
              </a:rPr>
              <a:t>This can lead to unnecessary complexity, delays, or distractions that prevent the team from addressing the actual work or solving the real problems at hand.</a:t>
            </a:r>
            <a:endParaRPr sz="2000" dirty="0">
              <a:solidFill>
                <a:srgbClr val="000000">
                  <a:alpha val="100000"/>
                </a:srgbClr>
              </a:solidFill>
              <a:latin typeface="Arial" panose="020B0604020202090204"/>
              <a:ea typeface="Arial" panose="020B0604020202090204"/>
              <a:cs typeface="Arial" panose="020B0604020202090204"/>
              <a:sym typeface="+mn-ea"/>
            </a:endParaRPr>
          </a:p>
        </p:txBody>
      </p:sp>
      <p:sp>
        <p:nvSpPr>
          <p:cNvPr id="3" name="Slide Number Placeholder 2">
            <a:extLst>
              <a:ext uri="{FF2B5EF4-FFF2-40B4-BE49-F238E27FC236}">
                <a16:creationId xmlns:a16="http://schemas.microsoft.com/office/drawing/2014/main" id="{5E291269-FA43-A779-8DA1-7E77F29684DE}"/>
              </a:ext>
            </a:extLst>
          </p:cNvPr>
          <p:cNvSpPr>
            <a:spLocks noGrp="1"/>
          </p:cNvSpPr>
          <p:nvPr>
            <p:ph type="sldNum" sz="quarter" idx="12"/>
          </p:nvPr>
        </p:nvSpPr>
        <p:spPr/>
        <p:txBody>
          <a:bodyPr/>
          <a:lstStyle/>
          <a:p>
            <a:fld id="{4267CD5E-26CF-4249-8540-BB1D07FD4227}" type="slidenum">
              <a:rPr lang="en-US" smtClean="0"/>
              <a:t>24</a:t>
            </a:fld>
            <a:endParaRPr lang="en-US"/>
          </a:p>
        </p:txBody>
      </p:sp>
      <p:sp>
        <p:nvSpPr>
          <p:cNvPr id="7" name="TextBox 6">
            <a:extLst>
              <a:ext uri="{FF2B5EF4-FFF2-40B4-BE49-F238E27FC236}">
                <a16:creationId xmlns:a16="http://schemas.microsoft.com/office/drawing/2014/main" id="{E83A2C32-002F-CB8E-73AA-FB6215952679}"/>
              </a:ext>
            </a:extLst>
          </p:cNvPr>
          <p:cNvSpPr txBox="1"/>
          <p:nvPr/>
        </p:nvSpPr>
        <p:spPr>
          <a:xfrm>
            <a:off x="646359" y="5791438"/>
            <a:ext cx="7694295" cy="261610"/>
          </a:xfrm>
          <a:prstGeom prst="rect">
            <a:avLst/>
          </a:prstGeom>
          <a:noFill/>
        </p:spPr>
        <p:txBody>
          <a:bodyPr wrap="square">
            <a:spAutoFit/>
          </a:bodyPr>
          <a:lstStyle/>
          <a:p>
            <a:r>
              <a:rPr lang="en-US" sz="1100" dirty="0">
                <a:effectLst/>
                <a:latin typeface="Helvetica" pitchFamily="2" charset="0"/>
              </a:rPr>
              <a:t>Source: pp. 273, Jim Highsmith, Agile Software Development Ecosystems</a:t>
            </a:r>
          </a:p>
        </p:txBody>
      </p:sp>
    </p:spTree>
    <p:extLst>
      <p:ext uri="{BB962C8B-B14F-4D97-AF65-F5344CB8AC3E}">
        <p14:creationId xmlns:p14="http://schemas.microsoft.com/office/powerpoint/2010/main" val="5346422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3CFA1-716E-888C-EE8F-8B6338AF4B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B55A7E3-B9EF-0896-969E-64385D74BB04}"/>
              </a:ext>
            </a:extLst>
          </p:cNvPr>
          <p:cNvSpPr>
            <a:spLocks noGrp="1"/>
          </p:cNvSpPr>
          <p:nvPr>
            <p:ph type="title"/>
          </p:nvPr>
        </p:nvSpPr>
        <p:spPr/>
        <p:txBody>
          <a:bodyPr>
            <a:normAutofit/>
          </a:bodyPr>
          <a:lstStyle/>
          <a:p>
            <a:r>
              <a:rPr spc="-20" dirty="0">
                <a:solidFill>
                  <a:srgbClr val="000000">
                    <a:alpha val="100000"/>
                  </a:srgbClr>
                </a:solidFill>
                <a:latin typeface="Arial" panose="020B0604020202090204"/>
                <a:ea typeface="Arial" panose="020B0604020202090204"/>
                <a:cs typeface="Arial" panose="020B0604020202090204"/>
                <a:sym typeface="+mn-ea"/>
              </a:rPr>
              <a:t>FDD’s view on Process</a:t>
            </a:r>
            <a:endParaRPr lang="en-US"/>
          </a:p>
        </p:txBody>
      </p:sp>
      <p:sp>
        <p:nvSpPr>
          <p:cNvPr id="2" name="Content Placeholder 1">
            <a:extLst>
              <a:ext uri="{FF2B5EF4-FFF2-40B4-BE49-F238E27FC236}">
                <a16:creationId xmlns:a16="http://schemas.microsoft.com/office/drawing/2014/main" id="{11FA54DE-E053-3CC1-2F21-8C259054E086}"/>
              </a:ext>
            </a:extLst>
          </p:cNvPr>
          <p:cNvSpPr>
            <a:spLocks noGrp="1"/>
          </p:cNvSpPr>
          <p:nvPr>
            <p:ph idx="1"/>
          </p:nvPr>
        </p:nvSpPr>
        <p:spPr>
          <a:xfrm>
            <a:off x="646430" y="1237615"/>
            <a:ext cx="10709275" cy="4008120"/>
          </a:xfrm>
        </p:spPr>
        <p:txBody>
          <a:bodyPr>
            <a:noAutofit/>
          </a:bodyPr>
          <a:lstStyle/>
          <a:p>
            <a:pPr eaLnBrk="0">
              <a:lnSpc>
                <a:spcPts val="2880"/>
              </a:lnSpc>
              <a:spcBef>
                <a:spcPts val="1120"/>
              </a:spcBef>
            </a:pPr>
            <a:r>
              <a:rPr sz="2400" spc="-60" dirty="0">
                <a:solidFill>
                  <a:srgbClr val="000000">
                    <a:alpha val="100000"/>
                  </a:srgbClr>
                </a:solidFill>
                <a:latin typeface="Arial" panose="020B0604020202090204"/>
                <a:ea typeface="Arial" panose="020B0604020202090204"/>
                <a:cs typeface="Arial" panose="020B0604020202090204"/>
                <a:sym typeface="+mn-ea"/>
              </a:rPr>
              <a:t>Good processes move to the background so team membe</a:t>
            </a:r>
            <a:r>
              <a:rPr sz="2400" spc="-10" dirty="0">
                <a:solidFill>
                  <a:srgbClr val="000000">
                    <a:alpha val="100000"/>
                  </a:srgbClr>
                </a:solidFill>
                <a:latin typeface="Arial" panose="020B0604020202090204"/>
                <a:ea typeface="Arial" panose="020B0604020202090204"/>
                <a:cs typeface="Arial" panose="020B0604020202090204"/>
                <a:sym typeface="+mn-ea"/>
              </a:rPr>
              <a:t>r</a:t>
            </a:r>
            <a:r>
              <a:rPr sz="2400" dirty="0">
                <a:solidFill>
                  <a:srgbClr val="000000">
                    <a:alpha val="100000"/>
                  </a:srgbClr>
                </a:solidFill>
                <a:latin typeface="Arial" panose="020B0604020202090204"/>
                <a:ea typeface="Arial" panose="020B0604020202090204"/>
                <a:cs typeface="Arial" panose="020B0604020202090204"/>
                <a:sym typeface="+mn-ea"/>
              </a:rPr>
              <a:t>s</a:t>
            </a:r>
            <a:r>
              <a:rPr sz="2400" spc="-6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can </a:t>
            </a:r>
            <a:r>
              <a:rPr sz="2400" spc="-40" dirty="0">
                <a:solidFill>
                  <a:srgbClr val="000000">
                    <a:alpha val="100000"/>
                  </a:srgbClr>
                </a:solidFill>
                <a:latin typeface="Arial" panose="020B0604020202090204"/>
                <a:ea typeface="Arial" panose="020B0604020202090204"/>
                <a:cs typeface="Arial" panose="020B0604020202090204"/>
                <a:sym typeface="+mn-ea"/>
              </a:rPr>
              <a:t>focus on resu</a:t>
            </a:r>
            <a:r>
              <a:rPr sz="2400" spc="-30" dirty="0">
                <a:solidFill>
                  <a:srgbClr val="000000">
                    <a:alpha val="100000"/>
                  </a:srgbClr>
                </a:solidFill>
                <a:latin typeface="Arial" panose="020B0604020202090204"/>
                <a:ea typeface="Arial" panose="020B0604020202090204"/>
                <a:cs typeface="Arial" panose="020B0604020202090204"/>
                <a:sym typeface="+mn-ea"/>
              </a:rPr>
              <a:t>l</a:t>
            </a:r>
            <a:r>
              <a:rPr sz="2400" dirty="0">
                <a:solidFill>
                  <a:srgbClr val="000000">
                    <a:alpha val="100000"/>
                  </a:srgbClr>
                </a:solidFill>
                <a:latin typeface="Arial" panose="020B0604020202090204"/>
                <a:ea typeface="Arial" panose="020B0604020202090204"/>
                <a:cs typeface="Arial" panose="020B0604020202090204"/>
                <a:sym typeface="+mn-ea"/>
              </a:rPr>
              <a:t>ts</a:t>
            </a:r>
            <a:endParaRPr lang="en-US" sz="2400" dirty="0">
              <a:solidFill>
                <a:srgbClr val="000000">
                  <a:alpha val="100000"/>
                </a:srgbClr>
              </a:solidFill>
              <a:latin typeface="Arial" panose="020B0604020202090204"/>
              <a:ea typeface="Arial" panose="020B0604020202090204"/>
              <a:cs typeface="Arial" panose="020B0604020202090204"/>
              <a:sym typeface="+mn-ea"/>
            </a:endParaRPr>
          </a:p>
          <a:p>
            <a:pPr lvl="1" eaLnBrk="0">
              <a:lnSpc>
                <a:spcPts val="2880"/>
              </a:lnSpc>
              <a:spcBef>
                <a:spcPts val="1120"/>
              </a:spcBef>
            </a:pPr>
            <a:r>
              <a:rPr lang="en-US" sz="2000" b="1" dirty="0">
                <a:solidFill>
                  <a:schemeClr val="bg2">
                    <a:lumMod val="10000"/>
                  </a:schemeClr>
                </a:solidFill>
                <a:latin typeface="Arial" panose="020B0604020202020204" pitchFamily="34" charset="0"/>
                <a:cs typeface="Arial" panose="020B0604020202020204" pitchFamily="34" charset="0"/>
              </a:rPr>
              <a:t>Efficient processes</a:t>
            </a:r>
            <a:r>
              <a:rPr lang="en-US" sz="2000" dirty="0">
                <a:solidFill>
                  <a:schemeClr val="bg2">
                    <a:lumMod val="10000"/>
                  </a:schemeClr>
                </a:solidFill>
                <a:latin typeface="Arial" panose="020B0604020202020204" pitchFamily="34" charset="0"/>
                <a:cs typeface="Arial" panose="020B0604020202020204" pitchFamily="34" charset="0"/>
              </a:rPr>
              <a:t> that don’t distract from the goal of delivering features.</a:t>
            </a:r>
          </a:p>
          <a:p>
            <a:pPr lvl="1" eaLnBrk="0">
              <a:lnSpc>
                <a:spcPts val="2880"/>
              </a:lnSpc>
              <a:spcBef>
                <a:spcPts val="1120"/>
              </a:spcBef>
            </a:pPr>
            <a:r>
              <a:rPr lang="en-US" sz="2000" dirty="0">
                <a:solidFill>
                  <a:schemeClr val="bg2">
                    <a:lumMod val="10000"/>
                  </a:schemeClr>
                </a:solidFill>
                <a:latin typeface="Arial" panose="020B0604020202020204" pitchFamily="34" charset="0"/>
                <a:cs typeface="Arial" panose="020B0604020202020204" pitchFamily="34" charset="0"/>
              </a:rPr>
              <a:t>Teams can </a:t>
            </a:r>
            <a:r>
              <a:rPr lang="en-US" sz="2000" b="1" dirty="0">
                <a:solidFill>
                  <a:schemeClr val="bg2">
                    <a:lumMod val="10000"/>
                  </a:schemeClr>
                </a:solidFill>
                <a:latin typeface="Arial" panose="020B0604020202020204" pitchFamily="34" charset="0"/>
                <a:cs typeface="Arial" panose="020B0604020202020204" pitchFamily="34" charset="0"/>
              </a:rPr>
              <a:t>focus on outcomes</a:t>
            </a:r>
            <a:r>
              <a:rPr lang="en-US" sz="2000" dirty="0">
                <a:solidFill>
                  <a:schemeClr val="bg2">
                    <a:lumMod val="10000"/>
                  </a:schemeClr>
                </a:solidFill>
                <a:latin typeface="Arial" panose="020B0604020202020204" pitchFamily="34" charset="0"/>
                <a:cs typeface="Arial" panose="020B0604020202020204" pitchFamily="34" charset="0"/>
              </a:rPr>
              <a:t> with minimal process-related interruptions.</a:t>
            </a:r>
          </a:p>
          <a:p>
            <a:pPr lvl="1" eaLnBrk="0">
              <a:lnSpc>
                <a:spcPts val="2880"/>
              </a:lnSpc>
              <a:spcBef>
                <a:spcPts val="1120"/>
              </a:spcBef>
            </a:pPr>
            <a:r>
              <a:rPr lang="en-US" sz="2000" b="1" dirty="0">
                <a:solidFill>
                  <a:schemeClr val="bg2">
                    <a:lumMod val="10000"/>
                  </a:schemeClr>
                </a:solidFill>
                <a:latin typeface="Arial" panose="020B0604020202020204" pitchFamily="34" charset="0"/>
                <a:cs typeface="Arial" panose="020B0604020202020204" pitchFamily="34" charset="0"/>
              </a:rPr>
              <a:t>Reduced overhead</a:t>
            </a:r>
            <a:r>
              <a:rPr lang="en-US" sz="2000" dirty="0">
                <a:solidFill>
                  <a:schemeClr val="bg2">
                    <a:lumMod val="10000"/>
                  </a:schemeClr>
                </a:solidFill>
                <a:latin typeface="Arial" panose="020B0604020202020204" pitchFamily="34" charset="0"/>
                <a:cs typeface="Arial" panose="020B0604020202020204" pitchFamily="34" charset="0"/>
              </a:rPr>
              <a:t> and increased </a:t>
            </a:r>
            <a:r>
              <a:rPr lang="en-US" sz="2000" b="1" dirty="0">
                <a:solidFill>
                  <a:schemeClr val="bg2">
                    <a:lumMod val="10000"/>
                  </a:schemeClr>
                </a:solidFill>
                <a:latin typeface="Arial" panose="020B0604020202020204" pitchFamily="34" charset="0"/>
                <a:cs typeface="Arial" panose="020B0604020202020204" pitchFamily="34" charset="0"/>
              </a:rPr>
              <a:t>efficiency</a:t>
            </a:r>
            <a:r>
              <a:rPr lang="en-US" sz="2000" dirty="0">
                <a:solidFill>
                  <a:schemeClr val="bg2">
                    <a:lumMod val="10000"/>
                  </a:schemeClr>
                </a:solidFill>
                <a:latin typeface="Arial" panose="020B0604020202020204" pitchFamily="34" charset="0"/>
                <a:cs typeface="Arial" panose="020B0604020202020204" pitchFamily="34" charset="0"/>
              </a:rPr>
              <a:t> lead to faster, more effective results.</a:t>
            </a:r>
            <a:endParaRPr sz="2000" dirty="0">
              <a:solidFill>
                <a:schemeClr val="bg2">
                  <a:lumMod val="10000"/>
                </a:schemeClr>
              </a:solidFill>
              <a:latin typeface="Arial" panose="020B0604020202020204" pitchFamily="34" charset="0"/>
              <a:ea typeface="Arial" panose="020B0604020202090204"/>
              <a:cs typeface="Arial" panose="020B0604020202020204" pitchFamily="34" charset="0"/>
              <a:sym typeface="+mn-ea"/>
            </a:endParaRPr>
          </a:p>
        </p:txBody>
      </p:sp>
      <p:sp>
        <p:nvSpPr>
          <p:cNvPr id="3" name="Slide Number Placeholder 2">
            <a:extLst>
              <a:ext uri="{FF2B5EF4-FFF2-40B4-BE49-F238E27FC236}">
                <a16:creationId xmlns:a16="http://schemas.microsoft.com/office/drawing/2014/main" id="{73BBAB0A-3F0E-985A-2D44-339A820045B1}"/>
              </a:ext>
            </a:extLst>
          </p:cNvPr>
          <p:cNvSpPr>
            <a:spLocks noGrp="1"/>
          </p:cNvSpPr>
          <p:nvPr>
            <p:ph type="sldNum" sz="quarter" idx="12"/>
          </p:nvPr>
        </p:nvSpPr>
        <p:spPr/>
        <p:txBody>
          <a:bodyPr/>
          <a:lstStyle/>
          <a:p>
            <a:fld id="{4267CD5E-26CF-4249-8540-BB1D07FD4227}" type="slidenum">
              <a:rPr lang="en-US" smtClean="0"/>
              <a:t>25</a:t>
            </a:fld>
            <a:endParaRPr lang="en-US"/>
          </a:p>
        </p:txBody>
      </p:sp>
      <p:sp>
        <p:nvSpPr>
          <p:cNvPr id="7" name="TextBox 6">
            <a:extLst>
              <a:ext uri="{FF2B5EF4-FFF2-40B4-BE49-F238E27FC236}">
                <a16:creationId xmlns:a16="http://schemas.microsoft.com/office/drawing/2014/main" id="{A47F09DB-3EE7-F632-BD9A-AB418C0699BC}"/>
              </a:ext>
            </a:extLst>
          </p:cNvPr>
          <p:cNvSpPr txBox="1"/>
          <p:nvPr/>
        </p:nvSpPr>
        <p:spPr>
          <a:xfrm>
            <a:off x="646359" y="5791438"/>
            <a:ext cx="7694295" cy="261610"/>
          </a:xfrm>
          <a:prstGeom prst="rect">
            <a:avLst/>
          </a:prstGeom>
          <a:noFill/>
        </p:spPr>
        <p:txBody>
          <a:bodyPr wrap="square">
            <a:spAutoFit/>
          </a:bodyPr>
          <a:lstStyle/>
          <a:p>
            <a:r>
              <a:rPr lang="en-US" sz="1100" dirty="0">
                <a:effectLst/>
                <a:latin typeface="Helvetica" pitchFamily="2" charset="0"/>
              </a:rPr>
              <a:t>Source: pp. 273, Jim Highsmith, Agile Software Development Ecosystems</a:t>
            </a:r>
          </a:p>
        </p:txBody>
      </p:sp>
    </p:spTree>
    <p:extLst>
      <p:ext uri="{BB962C8B-B14F-4D97-AF65-F5344CB8AC3E}">
        <p14:creationId xmlns:p14="http://schemas.microsoft.com/office/powerpoint/2010/main" val="21302908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905FA-21D7-C66E-7598-6B7369D99F1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CC1D28D-0E20-FDCB-0335-F002DF449F72}"/>
              </a:ext>
            </a:extLst>
          </p:cNvPr>
          <p:cNvSpPr>
            <a:spLocks noGrp="1"/>
          </p:cNvSpPr>
          <p:nvPr>
            <p:ph type="title"/>
          </p:nvPr>
        </p:nvSpPr>
        <p:spPr/>
        <p:txBody>
          <a:bodyPr>
            <a:normAutofit/>
          </a:bodyPr>
          <a:lstStyle/>
          <a:p>
            <a:r>
              <a:rPr spc="-20" dirty="0">
                <a:solidFill>
                  <a:srgbClr val="000000">
                    <a:alpha val="100000"/>
                  </a:srgbClr>
                </a:solidFill>
                <a:latin typeface="Arial" panose="020B0604020202090204"/>
                <a:ea typeface="Arial" panose="020B0604020202090204"/>
                <a:cs typeface="Arial" panose="020B0604020202090204"/>
                <a:sym typeface="+mn-ea"/>
              </a:rPr>
              <a:t>FDD’s view on Process</a:t>
            </a:r>
            <a:endParaRPr lang="en-US"/>
          </a:p>
        </p:txBody>
      </p:sp>
      <p:sp>
        <p:nvSpPr>
          <p:cNvPr id="2" name="Content Placeholder 1">
            <a:extLst>
              <a:ext uri="{FF2B5EF4-FFF2-40B4-BE49-F238E27FC236}">
                <a16:creationId xmlns:a16="http://schemas.microsoft.com/office/drawing/2014/main" id="{F3407BB8-890E-F3DD-A8A0-7C250C72D5A0}"/>
              </a:ext>
            </a:extLst>
          </p:cNvPr>
          <p:cNvSpPr>
            <a:spLocks noGrp="1"/>
          </p:cNvSpPr>
          <p:nvPr>
            <p:ph idx="1"/>
          </p:nvPr>
        </p:nvSpPr>
        <p:spPr>
          <a:xfrm>
            <a:off x="646430" y="1237615"/>
            <a:ext cx="10709275" cy="4008120"/>
          </a:xfrm>
        </p:spPr>
        <p:txBody>
          <a:bodyPr>
            <a:noAutofit/>
          </a:bodyPr>
          <a:lstStyle/>
          <a:p>
            <a:pPr eaLnBrk="0">
              <a:lnSpc>
                <a:spcPts val="2880"/>
              </a:lnSpc>
              <a:spcBef>
                <a:spcPts val="1120"/>
              </a:spcBef>
            </a:pPr>
            <a:r>
              <a:rPr sz="2400" spc="-60" dirty="0">
                <a:solidFill>
                  <a:srgbClr val="000000">
                    <a:alpha val="100000"/>
                  </a:srgbClr>
                </a:solidFill>
                <a:latin typeface="Arial" panose="020B0604020202090204"/>
                <a:ea typeface="Arial" panose="020B0604020202090204"/>
                <a:cs typeface="Arial" panose="020B0604020202090204"/>
                <a:sym typeface="+mn-ea"/>
              </a:rPr>
              <a:t>Short, iterative, feature-driven life cycle</a:t>
            </a:r>
            <a:r>
              <a:rPr sz="2400" dirty="0">
                <a:solidFill>
                  <a:srgbClr val="000000">
                    <a:alpha val="100000"/>
                  </a:srgbClr>
                </a:solidFill>
                <a:latin typeface="Arial" panose="020B0604020202090204"/>
                <a:ea typeface="Arial" panose="020B0604020202090204"/>
                <a:cs typeface="Arial" panose="020B0604020202090204"/>
                <a:sym typeface="+mn-ea"/>
              </a:rPr>
              <a:t>s</a:t>
            </a:r>
            <a:r>
              <a:rPr sz="2400" spc="-6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are</a:t>
            </a:r>
            <a:r>
              <a:rPr sz="2400" spc="-6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best</a:t>
            </a:r>
            <a:endParaRPr lang="en-US" sz="2400" dirty="0">
              <a:solidFill>
                <a:srgbClr val="000000">
                  <a:alpha val="100000"/>
                </a:srgbClr>
              </a:solidFill>
              <a:latin typeface="Arial" panose="020B0604020202090204"/>
              <a:ea typeface="Arial" panose="020B0604020202090204"/>
              <a:cs typeface="Arial" panose="020B0604020202090204"/>
              <a:sym typeface="+mn-ea"/>
            </a:endParaRPr>
          </a:p>
          <a:p>
            <a:pPr lvl="1" eaLnBrk="0">
              <a:lnSpc>
                <a:spcPts val="2880"/>
              </a:lnSpc>
              <a:spcBef>
                <a:spcPts val="1120"/>
              </a:spcBef>
            </a:pPr>
            <a:r>
              <a:rPr lang="en-US" sz="2000" b="1" dirty="0">
                <a:solidFill>
                  <a:schemeClr val="bg2">
                    <a:lumMod val="10000"/>
                  </a:schemeClr>
                </a:solidFill>
                <a:latin typeface="Arial" panose="020B0604020202020204" pitchFamily="34" charset="0"/>
                <a:cs typeface="Arial" panose="020B0604020202020204" pitchFamily="34" charset="0"/>
              </a:rPr>
              <a:t>Short cycles</a:t>
            </a:r>
            <a:r>
              <a:rPr lang="en-US" sz="2000" dirty="0">
                <a:solidFill>
                  <a:schemeClr val="bg2">
                    <a:lumMod val="10000"/>
                  </a:schemeClr>
                </a:solidFill>
                <a:latin typeface="Arial" panose="020B0604020202020204" pitchFamily="34" charset="0"/>
                <a:cs typeface="Arial" panose="020B0604020202020204" pitchFamily="34" charset="0"/>
              </a:rPr>
              <a:t>: Development is broken into small, manageable phases or iterations, allowing for quick progress and early feedback.</a:t>
            </a:r>
          </a:p>
          <a:p>
            <a:pPr lvl="1" eaLnBrk="0">
              <a:lnSpc>
                <a:spcPts val="2880"/>
              </a:lnSpc>
              <a:spcBef>
                <a:spcPts val="1120"/>
              </a:spcBef>
            </a:pPr>
            <a:r>
              <a:rPr lang="en-US" sz="2000" b="1" dirty="0">
                <a:solidFill>
                  <a:schemeClr val="bg2">
                    <a:lumMod val="10000"/>
                  </a:schemeClr>
                </a:solidFill>
                <a:latin typeface="Arial" panose="020B0604020202020204" pitchFamily="34" charset="0"/>
                <a:cs typeface="Arial" panose="020B0604020202020204" pitchFamily="34" charset="0"/>
              </a:rPr>
              <a:t>Iterative approach</a:t>
            </a:r>
            <a:r>
              <a:rPr lang="en-US" sz="2000" dirty="0">
                <a:solidFill>
                  <a:schemeClr val="bg2">
                    <a:lumMod val="10000"/>
                  </a:schemeClr>
                </a:solidFill>
                <a:latin typeface="Arial" panose="020B0604020202020204" pitchFamily="34" charset="0"/>
                <a:cs typeface="Arial" panose="020B0604020202020204" pitchFamily="34" charset="0"/>
              </a:rPr>
              <a:t>: Features are developed, tested, and improved in repeated cycles, ensuring continuous improvement and adaptation to changes.</a:t>
            </a:r>
          </a:p>
          <a:p>
            <a:pPr lvl="1" eaLnBrk="0">
              <a:lnSpc>
                <a:spcPts val="2880"/>
              </a:lnSpc>
              <a:spcBef>
                <a:spcPts val="1120"/>
              </a:spcBef>
            </a:pPr>
            <a:r>
              <a:rPr lang="en-US" sz="2000" b="1" dirty="0">
                <a:solidFill>
                  <a:schemeClr val="bg2">
                    <a:lumMod val="10000"/>
                  </a:schemeClr>
                </a:solidFill>
                <a:latin typeface="Arial" panose="020B0604020202020204" pitchFamily="34" charset="0"/>
                <a:cs typeface="Arial" panose="020B0604020202020204" pitchFamily="34" charset="0"/>
              </a:rPr>
              <a:t>Feature-focused</a:t>
            </a:r>
            <a:r>
              <a:rPr lang="en-US" sz="2000" dirty="0">
                <a:solidFill>
                  <a:schemeClr val="bg2">
                    <a:lumMod val="10000"/>
                  </a:schemeClr>
                </a:solidFill>
                <a:latin typeface="Arial" panose="020B0604020202020204" pitchFamily="34" charset="0"/>
                <a:cs typeface="Arial" panose="020B0604020202020204" pitchFamily="34" charset="0"/>
              </a:rPr>
              <a:t>: Each cycle focuses on delivering specific, valuable features, which ensures that the project always moves toward delivering functional software.</a:t>
            </a:r>
          </a:p>
          <a:p>
            <a:pPr lvl="1" eaLnBrk="0">
              <a:lnSpc>
                <a:spcPts val="2880"/>
              </a:lnSpc>
              <a:spcBef>
                <a:spcPts val="1120"/>
              </a:spcBef>
            </a:pPr>
            <a:r>
              <a:rPr lang="en-US" sz="2000" b="1" dirty="0">
                <a:solidFill>
                  <a:schemeClr val="bg2">
                    <a:lumMod val="10000"/>
                  </a:schemeClr>
                </a:solidFill>
                <a:latin typeface="Arial" panose="020B0604020202020204" pitchFamily="34" charset="0"/>
                <a:cs typeface="Arial" panose="020B0604020202020204" pitchFamily="34" charset="0"/>
              </a:rPr>
              <a:t>Faster delivery</a:t>
            </a:r>
            <a:r>
              <a:rPr lang="en-US" sz="2000" dirty="0">
                <a:solidFill>
                  <a:schemeClr val="bg2">
                    <a:lumMod val="10000"/>
                  </a:schemeClr>
                </a:solidFill>
                <a:latin typeface="Arial" panose="020B0604020202020204" pitchFamily="34" charset="0"/>
                <a:cs typeface="Arial" panose="020B0604020202020204" pitchFamily="34" charset="0"/>
              </a:rPr>
              <a:t>: Short, iterative cycles help deliver features faster, making it easier to adjust based on user feedback or new requirements.</a:t>
            </a:r>
          </a:p>
          <a:p>
            <a:pPr eaLnBrk="0">
              <a:lnSpc>
                <a:spcPts val="2880"/>
              </a:lnSpc>
              <a:spcBef>
                <a:spcPts val="1120"/>
              </a:spcBef>
            </a:pPr>
            <a:endParaRPr lang="en-US" sz="2400" dirty="0">
              <a:solidFill>
                <a:srgbClr val="000000">
                  <a:alpha val="100000"/>
                </a:srgbClr>
              </a:solidFill>
              <a:latin typeface="Arial" panose="020B0604020202090204"/>
              <a:ea typeface="Arial" panose="020B0604020202090204"/>
              <a:cs typeface="Arial" panose="020B0604020202090204"/>
              <a:sym typeface="+mn-ea"/>
            </a:endParaRPr>
          </a:p>
        </p:txBody>
      </p:sp>
      <p:sp>
        <p:nvSpPr>
          <p:cNvPr id="3" name="Slide Number Placeholder 2">
            <a:extLst>
              <a:ext uri="{FF2B5EF4-FFF2-40B4-BE49-F238E27FC236}">
                <a16:creationId xmlns:a16="http://schemas.microsoft.com/office/drawing/2014/main" id="{2234815A-0CE4-5EA6-CB08-BC3003E1D37F}"/>
              </a:ext>
            </a:extLst>
          </p:cNvPr>
          <p:cNvSpPr>
            <a:spLocks noGrp="1"/>
          </p:cNvSpPr>
          <p:nvPr>
            <p:ph type="sldNum" sz="quarter" idx="12"/>
          </p:nvPr>
        </p:nvSpPr>
        <p:spPr/>
        <p:txBody>
          <a:bodyPr/>
          <a:lstStyle/>
          <a:p>
            <a:fld id="{4267CD5E-26CF-4249-8540-BB1D07FD4227}" type="slidenum">
              <a:rPr lang="en-US" smtClean="0"/>
              <a:t>26</a:t>
            </a:fld>
            <a:endParaRPr lang="en-US"/>
          </a:p>
        </p:txBody>
      </p:sp>
      <p:sp>
        <p:nvSpPr>
          <p:cNvPr id="7" name="TextBox 6">
            <a:extLst>
              <a:ext uri="{FF2B5EF4-FFF2-40B4-BE49-F238E27FC236}">
                <a16:creationId xmlns:a16="http://schemas.microsoft.com/office/drawing/2014/main" id="{FF1E383C-4DB3-8700-A374-43E74F1BCCEE}"/>
              </a:ext>
            </a:extLst>
          </p:cNvPr>
          <p:cNvSpPr txBox="1"/>
          <p:nvPr/>
        </p:nvSpPr>
        <p:spPr>
          <a:xfrm>
            <a:off x="646359" y="5791438"/>
            <a:ext cx="7694295" cy="261610"/>
          </a:xfrm>
          <a:prstGeom prst="rect">
            <a:avLst/>
          </a:prstGeom>
          <a:noFill/>
        </p:spPr>
        <p:txBody>
          <a:bodyPr wrap="square">
            <a:spAutoFit/>
          </a:bodyPr>
          <a:lstStyle/>
          <a:p>
            <a:r>
              <a:rPr lang="en-US" sz="1100" dirty="0">
                <a:effectLst/>
                <a:latin typeface="Helvetica" pitchFamily="2" charset="0"/>
              </a:rPr>
              <a:t>Source: pp. 273, Jim Highsmith, Agile Software Development Ecosystems</a:t>
            </a:r>
          </a:p>
        </p:txBody>
      </p:sp>
    </p:spTree>
    <p:extLst>
      <p:ext uri="{BB962C8B-B14F-4D97-AF65-F5344CB8AC3E}">
        <p14:creationId xmlns:p14="http://schemas.microsoft.com/office/powerpoint/2010/main" val="269851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dirty="0">
                <a:solidFill>
                  <a:srgbClr val="000000">
                    <a:alpha val="100000"/>
                  </a:srgbClr>
                </a:solidFill>
                <a:latin typeface="Arial" panose="020B0604020202090204"/>
                <a:ea typeface="Arial" panose="020B0604020202090204"/>
                <a:cs typeface="Arial" panose="020B0604020202090204"/>
                <a:sym typeface="+mn-ea"/>
              </a:rPr>
              <a:t>FDD</a:t>
            </a:r>
            <a:r>
              <a:rPr lang="en-US" spc="94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Origins</a:t>
            </a:r>
            <a:br>
              <a:rPr lang="en-US" altLang="en-US" dirty="0"/>
            </a:br>
            <a:endParaRPr lang="en-US" dirty="0"/>
          </a:p>
        </p:txBody>
      </p:sp>
      <p:sp>
        <p:nvSpPr>
          <p:cNvPr id="2" name="Content Placeholder 1"/>
          <p:cNvSpPr>
            <a:spLocks noGrp="1"/>
          </p:cNvSpPr>
          <p:nvPr>
            <p:ph idx="1"/>
          </p:nvPr>
        </p:nvSpPr>
        <p:spPr>
          <a:xfrm>
            <a:off x="646430" y="1189702"/>
            <a:ext cx="10709275" cy="4532671"/>
          </a:xfrm>
        </p:spPr>
        <p:txBody>
          <a:bodyPr>
            <a:noAutofit/>
          </a:bodyPr>
          <a:lstStyle/>
          <a:p>
            <a:pPr algn="l" rtl="0" eaLnBrk="0">
              <a:lnSpc>
                <a:spcPct val="83000"/>
              </a:lnSpc>
            </a:pPr>
            <a:endParaRPr sz="2000" spc="-40" dirty="0">
              <a:solidFill>
                <a:srgbClr val="000000">
                  <a:alpha val="100000"/>
                </a:srgbClr>
              </a:solidFill>
              <a:latin typeface="Arial" panose="020B0604020202090204"/>
              <a:ea typeface="Arial" panose="020B0604020202090204"/>
              <a:cs typeface="Arial" panose="020B0604020202090204"/>
              <a:sym typeface="+mn-ea"/>
            </a:endParaRPr>
          </a:p>
          <a:p>
            <a:pPr algn="l" rtl="0" eaLnBrk="0">
              <a:lnSpc>
                <a:spcPct val="83000"/>
              </a:lnSpc>
            </a:pPr>
            <a:r>
              <a:rPr sz="2000" spc="-40" dirty="0">
                <a:solidFill>
                  <a:srgbClr val="000000">
                    <a:alpha val="100000"/>
                  </a:srgbClr>
                </a:solidFill>
                <a:latin typeface="Arial" panose="020B0604020202090204"/>
                <a:ea typeface="Arial" panose="020B0604020202090204"/>
                <a:cs typeface="Arial" panose="020B0604020202090204"/>
                <a:sym typeface="+mn-ea"/>
              </a:rPr>
              <a:t>Developed in 1997 by Jeff DeLuca on </a:t>
            </a:r>
            <a:r>
              <a:rPr sz="2000" i="1" spc="-40" dirty="0">
                <a:solidFill>
                  <a:srgbClr val="000000">
                    <a:alpha val="100000"/>
                  </a:srgbClr>
                </a:solidFill>
                <a:latin typeface="Arial" panose="020B0604020202090204"/>
                <a:ea typeface="Arial" panose="020B0604020202090204"/>
                <a:cs typeface="Arial" panose="020B0604020202090204"/>
                <a:sym typeface="+mn-ea"/>
              </a:rPr>
              <a:t>Singapore</a:t>
            </a:r>
            <a:r>
              <a:rPr sz="2000" spc="-40" dirty="0">
                <a:solidFill>
                  <a:srgbClr val="000000">
                    <a:alpha val="100000"/>
                  </a:srgbClr>
                </a:solidFill>
                <a:latin typeface="Arial" panose="020B0604020202090204"/>
                <a:ea typeface="Arial" panose="020B0604020202090204"/>
                <a:cs typeface="Arial" panose="020B0604020202090204"/>
                <a:sym typeface="+mn-ea"/>
              </a:rPr>
              <a:t> </a:t>
            </a:r>
            <a:r>
              <a:rPr sz="2000" i="1" spc="-40" dirty="0">
                <a:solidFill>
                  <a:srgbClr val="000000">
                    <a:alpha val="100000"/>
                  </a:srgbClr>
                </a:solidFill>
                <a:latin typeface="Arial" panose="020B0604020202090204"/>
                <a:ea typeface="Arial" panose="020B0604020202090204"/>
                <a:cs typeface="Arial" panose="020B0604020202090204"/>
                <a:sym typeface="+mn-ea"/>
              </a:rPr>
              <a:t>proj</a:t>
            </a:r>
            <a:r>
              <a:rPr sz="2000" i="1" spc="-20" dirty="0">
                <a:solidFill>
                  <a:srgbClr val="000000">
                    <a:alpha val="100000"/>
                  </a:srgbClr>
                </a:solidFill>
                <a:latin typeface="Arial" panose="020B0604020202090204"/>
                <a:ea typeface="Arial" panose="020B0604020202090204"/>
                <a:cs typeface="Arial" panose="020B0604020202090204"/>
                <a:sym typeface="+mn-ea"/>
              </a:rPr>
              <a:t>e</a:t>
            </a:r>
            <a:r>
              <a:rPr sz="2000" i="1" dirty="0">
                <a:solidFill>
                  <a:srgbClr val="000000">
                    <a:alpha val="100000"/>
                  </a:srgbClr>
                </a:solidFill>
                <a:latin typeface="Arial" panose="020B0604020202090204"/>
                <a:ea typeface="Arial" panose="020B0604020202090204"/>
                <a:cs typeface="Arial" panose="020B0604020202090204"/>
                <a:sym typeface="+mn-ea"/>
              </a:rPr>
              <a:t>ct</a:t>
            </a:r>
            <a:r>
              <a:rPr sz="2000" spc="-40" dirty="0">
                <a:solidFill>
                  <a:srgbClr val="000000">
                    <a:alpha val="100000"/>
                  </a:srgbClr>
                </a:solidFill>
                <a:latin typeface="Arial" panose="020B0604020202090204"/>
                <a:ea typeface="Arial" panose="020B0604020202090204"/>
                <a:cs typeface="Arial" panose="020B0604020202090204"/>
                <a:sym typeface="+mn-ea"/>
              </a:rPr>
              <a:t> </a:t>
            </a:r>
            <a:r>
              <a:rPr sz="2000" dirty="0">
                <a:solidFill>
                  <a:srgbClr val="000000">
                    <a:alpha val="100000"/>
                  </a:srgbClr>
                </a:solidFill>
                <a:latin typeface="Arial" panose="020B0604020202090204"/>
                <a:ea typeface="Arial" panose="020B0604020202090204"/>
                <a:cs typeface="Arial" panose="020B0604020202090204"/>
                <a:sym typeface="+mn-ea"/>
              </a:rPr>
              <a:t>with</a:t>
            </a:r>
            <a:r>
              <a:rPr sz="2000" spc="-40" dirty="0">
                <a:solidFill>
                  <a:srgbClr val="000000">
                    <a:alpha val="100000"/>
                  </a:srgbClr>
                </a:solidFill>
                <a:latin typeface="Arial" panose="020B0604020202090204"/>
                <a:ea typeface="Arial" panose="020B0604020202090204"/>
                <a:cs typeface="Arial" panose="020B0604020202090204"/>
                <a:sym typeface="+mn-ea"/>
              </a:rPr>
              <a:t> </a:t>
            </a:r>
            <a:r>
              <a:rPr sz="2000" dirty="0">
                <a:solidFill>
                  <a:srgbClr val="000000">
                    <a:alpha val="100000"/>
                  </a:srgbClr>
                </a:solidFill>
                <a:latin typeface="Arial" panose="020B0604020202090204"/>
                <a:ea typeface="Arial" panose="020B0604020202090204"/>
                <a:cs typeface="Arial" panose="020B0604020202090204"/>
                <a:sym typeface="+mn-ea"/>
              </a:rPr>
              <a:t>help </a:t>
            </a:r>
            <a:r>
              <a:rPr sz="2000" spc="-70" dirty="0">
                <a:solidFill>
                  <a:srgbClr val="000000">
                    <a:alpha val="100000"/>
                  </a:srgbClr>
                </a:solidFill>
                <a:latin typeface="Arial" panose="020B0604020202090204"/>
                <a:ea typeface="Arial" panose="020B0604020202090204"/>
                <a:cs typeface="Arial" panose="020B0604020202090204"/>
                <a:sym typeface="+mn-ea"/>
              </a:rPr>
              <a:t>from Peter Coad and Stephen P</a:t>
            </a:r>
            <a:r>
              <a:rPr sz="2000" spc="-30" dirty="0">
                <a:solidFill>
                  <a:srgbClr val="000000">
                    <a:alpha val="100000"/>
                  </a:srgbClr>
                </a:solidFill>
                <a:latin typeface="Arial" panose="020B0604020202090204"/>
                <a:ea typeface="Arial" panose="020B0604020202090204"/>
                <a:cs typeface="Arial" panose="020B0604020202090204"/>
                <a:sym typeface="+mn-ea"/>
              </a:rPr>
              <a:t>a</a:t>
            </a:r>
            <a:r>
              <a:rPr sz="2000" dirty="0">
                <a:solidFill>
                  <a:srgbClr val="000000">
                    <a:alpha val="100000"/>
                  </a:srgbClr>
                </a:solidFill>
                <a:latin typeface="Arial" panose="020B0604020202090204"/>
                <a:ea typeface="Arial" panose="020B0604020202090204"/>
                <a:cs typeface="Arial" panose="020B0604020202090204"/>
                <a:sym typeface="+mn-ea"/>
              </a:rPr>
              <a:t>lmer</a:t>
            </a:r>
            <a:r>
              <a:rPr lang="en-US" sz="2000" dirty="0">
                <a:solidFill>
                  <a:srgbClr val="000000">
                    <a:alpha val="100000"/>
                  </a:srgbClr>
                </a:solidFill>
                <a:latin typeface="Arial" panose="020B0604020202090204"/>
                <a:ea typeface="Arial" panose="020B0604020202090204"/>
                <a:cs typeface="Arial" panose="020B0604020202090204"/>
                <a:sym typeface="+mn-ea"/>
              </a:rPr>
              <a:t> </a:t>
            </a:r>
            <a:endParaRPr lang="en-US" altLang="en-US" sz="2000" dirty="0"/>
          </a:p>
          <a:p>
            <a:pPr marL="35560" algn="l" rtl="0" eaLnBrk="0">
              <a:lnSpc>
                <a:spcPts val="2920"/>
              </a:lnSpc>
              <a:spcBef>
                <a:spcPts val="1090"/>
              </a:spcBef>
            </a:pPr>
            <a:endParaRPr lang="en-US" sz="2000" spc="-40" dirty="0">
              <a:solidFill>
                <a:srgbClr val="000000">
                  <a:alpha val="100000"/>
                </a:srgbClr>
              </a:solidFill>
              <a:latin typeface="Arial" panose="020B0604020202090204"/>
              <a:ea typeface="Arial" panose="020B0604020202090204"/>
              <a:cs typeface="Arial" panose="020B0604020202090204"/>
              <a:sym typeface="+mn-ea"/>
            </a:endParaRPr>
          </a:p>
          <a:p>
            <a:pPr marL="35560" algn="l" rtl="0" eaLnBrk="0">
              <a:lnSpc>
                <a:spcPts val="2920"/>
              </a:lnSpc>
              <a:spcBef>
                <a:spcPts val="1090"/>
              </a:spcBef>
            </a:pPr>
            <a:r>
              <a:rPr sz="2000" spc="-40" dirty="0">
                <a:solidFill>
                  <a:srgbClr val="000000">
                    <a:alpha val="100000"/>
                  </a:srgbClr>
                </a:solidFill>
                <a:latin typeface="Arial" panose="020B0604020202090204"/>
                <a:ea typeface="Arial" panose="020B0604020202090204"/>
                <a:cs typeface="Arial" panose="020B0604020202090204"/>
                <a:sym typeface="+mn-ea"/>
              </a:rPr>
              <a:t>FDD depends on </a:t>
            </a:r>
            <a:r>
              <a:rPr sz="2000" b="1" i="1" spc="-40" dirty="0">
                <a:solidFill>
                  <a:srgbClr val="000000">
                    <a:alpha val="100000"/>
                  </a:srgbClr>
                </a:solidFill>
                <a:latin typeface="Arial" panose="020B0604020202090204"/>
                <a:ea typeface="Arial" panose="020B0604020202090204"/>
                <a:cs typeface="Arial" panose="020B0604020202090204"/>
                <a:sym typeface="+mn-ea"/>
              </a:rPr>
              <a:t>strong</a:t>
            </a:r>
            <a:r>
              <a:rPr sz="2000" spc="-40" dirty="0">
                <a:solidFill>
                  <a:srgbClr val="000000">
                    <a:alpha val="100000"/>
                  </a:srgbClr>
                </a:solidFill>
                <a:latin typeface="Arial" panose="020B0604020202090204"/>
                <a:ea typeface="Arial" panose="020B0604020202090204"/>
                <a:cs typeface="Arial" panose="020B0604020202090204"/>
                <a:sym typeface="+mn-ea"/>
              </a:rPr>
              <a:t> </a:t>
            </a:r>
            <a:r>
              <a:rPr sz="2000" b="1" i="1" spc="-40" dirty="0">
                <a:solidFill>
                  <a:srgbClr val="000000">
                    <a:alpha val="100000"/>
                  </a:srgbClr>
                </a:solidFill>
                <a:latin typeface="Arial" panose="020B0604020202090204"/>
                <a:ea typeface="Arial" panose="020B0604020202090204"/>
                <a:cs typeface="Arial" panose="020B0604020202090204"/>
                <a:sym typeface="+mn-ea"/>
              </a:rPr>
              <a:t>OO</a:t>
            </a:r>
            <a:r>
              <a:rPr sz="2000" spc="-40" dirty="0">
                <a:solidFill>
                  <a:srgbClr val="000000">
                    <a:alpha val="100000"/>
                  </a:srgbClr>
                </a:solidFill>
                <a:latin typeface="Arial" panose="020B0604020202090204"/>
                <a:ea typeface="Arial" panose="020B0604020202090204"/>
                <a:cs typeface="Arial" panose="020B0604020202090204"/>
                <a:sym typeface="+mn-ea"/>
              </a:rPr>
              <a:t> </a:t>
            </a:r>
            <a:r>
              <a:rPr sz="2000" b="1" i="1" spc="-40" dirty="0">
                <a:solidFill>
                  <a:srgbClr val="000000">
                    <a:alpha val="100000"/>
                  </a:srgbClr>
                </a:solidFill>
                <a:latin typeface="Arial" panose="020B0604020202090204"/>
                <a:ea typeface="Arial" panose="020B0604020202090204"/>
                <a:cs typeface="Arial" panose="020B0604020202090204"/>
                <a:sym typeface="+mn-ea"/>
              </a:rPr>
              <a:t>modeling</a:t>
            </a:r>
            <a:r>
              <a:rPr sz="2000" spc="-40" dirty="0">
                <a:solidFill>
                  <a:srgbClr val="000000">
                    <a:alpha val="100000"/>
                  </a:srgbClr>
                </a:solidFill>
                <a:latin typeface="Arial" panose="020B0604020202090204"/>
                <a:ea typeface="Arial" panose="020B0604020202090204"/>
                <a:cs typeface="Arial" panose="020B0604020202090204"/>
                <a:sym typeface="+mn-ea"/>
              </a:rPr>
              <a:t> at </a:t>
            </a:r>
            <a:r>
              <a:rPr sz="2000" b="1" i="1" spc="-40" dirty="0">
                <a:solidFill>
                  <a:srgbClr val="000000">
                    <a:alpha val="100000"/>
                  </a:srgbClr>
                </a:solidFill>
                <a:latin typeface="Arial" panose="020B0604020202090204"/>
                <a:ea typeface="Arial" panose="020B0604020202090204"/>
                <a:cs typeface="Arial" panose="020B0604020202090204"/>
                <a:sym typeface="+mn-ea"/>
              </a:rPr>
              <a:t>start</a:t>
            </a:r>
            <a:r>
              <a:rPr sz="2000" spc="-40" dirty="0">
                <a:solidFill>
                  <a:srgbClr val="000000">
                    <a:alpha val="100000"/>
                  </a:srgbClr>
                </a:solidFill>
                <a:latin typeface="Arial" panose="020B0604020202090204"/>
                <a:ea typeface="Arial" panose="020B0604020202090204"/>
                <a:cs typeface="Arial" panose="020B0604020202090204"/>
                <a:sym typeface="+mn-ea"/>
              </a:rPr>
              <a:t> </a:t>
            </a:r>
            <a:r>
              <a:rPr sz="2000" b="1" i="1" spc="-40" dirty="0">
                <a:solidFill>
                  <a:srgbClr val="000000">
                    <a:alpha val="100000"/>
                  </a:srgbClr>
                </a:solidFill>
                <a:latin typeface="Arial" panose="020B0604020202090204"/>
                <a:ea typeface="Arial" panose="020B0604020202090204"/>
                <a:cs typeface="Arial" panose="020B0604020202090204"/>
                <a:sym typeface="+mn-ea"/>
              </a:rPr>
              <a:t>of</a:t>
            </a:r>
            <a:r>
              <a:rPr sz="2000" spc="-40" dirty="0">
                <a:solidFill>
                  <a:srgbClr val="000000">
                    <a:alpha val="100000"/>
                  </a:srgbClr>
                </a:solidFill>
                <a:latin typeface="Arial" panose="020B0604020202090204"/>
                <a:ea typeface="Arial" panose="020B0604020202090204"/>
                <a:cs typeface="Arial" panose="020B0604020202090204"/>
                <a:sym typeface="+mn-ea"/>
              </a:rPr>
              <a:t> </a:t>
            </a:r>
            <a:r>
              <a:rPr sz="2000" b="1" i="1" spc="-40" dirty="0">
                <a:solidFill>
                  <a:srgbClr val="000000">
                    <a:alpha val="100000"/>
                  </a:srgbClr>
                </a:solidFill>
                <a:latin typeface="Arial" panose="020B0604020202090204"/>
                <a:ea typeface="Arial" panose="020B0604020202090204"/>
                <a:cs typeface="Arial" panose="020B0604020202090204"/>
                <a:sym typeface="+mn-ea"/>
              </a:rPr>
              <a:t>proje</a:t>
            </a:r>
            <a:r>
              <a:rPr sz="2000" b="1" i="1" spc="-20" dirty="0">
                <a:solidFill>
                  <a:srgbClr val="000000">
                    <a:alpha val="100000"/>
                  </a:srgbClr>
                </a:solidFill>
                <a:latin typeface="Arial" panose="020B0604020202090204"/>
                <a:ea typeface="Arial" panose="020B0604020202090204"/>
                <a:cs typeface="Arial" panose="020B0604020202090204"/>
                <a:sym typeface="+mn-ea"/>
              </a:rPr>
              <a:t>c</a:t>
            </a:r>
            <a:r>
              <a:rPr sz="2000" b="1" i="1" dirty="0">
                <a:solidFill>
                  <a:srgbClr val="000000">
                    <a:alpha val="100000"/>
                  </a:srgbClr>
                </a:solidFill>
                <a:latin typeface="Arial" panose="020B0604020202090204"/>
                <a:ea typeface="Arial" panose="020B0604020202090204"/>
                <a:cs typeface="Arial" panose="020B0604020202090204"/>
                <a:sym typeface="+mn-ea"/>
              </a:rPr>
              <a:t>t</a:t>
            </a:r>
            <a:r>
              <a:rPr lang="en-US" sz="2000" b="1" i="1" dirty="0">
                <a:solidFill>
                  <a:srgbClr val="000000">
                    <a:alpha val="100000"/>
                  </a:srgbClr>
                </a:solidFill>
                <a:latin typeface="Arial" panose="020B0604020202090204"/>
                <a:ea typeface="Arial" panose="020B0604020202090204"/>
                <a:cs typeface="Arial" panose="020B0604020202090204"/>
                <a:sym typeface="+mn-ea"/>
              </a:rPr>
              <a:t> </a:t>
            </a:r>
            <a:endParaRPr sz="2000" b="1" i="1" dirty="0">
              <a:solidFill>
                <a:srgbClr val="000000">
                  <a:alpha val="100000"/>
                </a:srgbClr>
              </a:solidFill>
              <a:latin typeface="Arial" panose="020B0604020202090204"/>
              <a:ea typeface="Arial" panose="020B0604020202090204"/>
              <a:cs typeface="Arial" panose="020B0604020202090204"/>
              <a:sym typeface="+mn-ea"/>
            </a:endParaRPr>
          </a:p>
          <a:p>
            <a:pPr marL="492760" lvl="1" algn="l" rtl="0" eaLnBrk="0">
              <a:lnSpc>
                <a:spcPts val="2920"/>
              </a:lnSpc>
              <a:spcBef>
                <a:spcPts val="1090"/>
              </a:spcBef>
            </a:pPr>
            <a:r>
              <a:rPr sz="2000" spc="-60" dirty="0">
                <a:solidFill>
                  <a:srgbClr val="000000">
                    <a:alpha val="100000"/>
                  </a:srgbClr>
                </a:solidFill>
                <a:latin typeface="Arial" panose="020B0604020202090204"/>
                <a:ea typeface="Arial" panose="020B0604020202090204"/>
                <a:cs typeface="Arial" panose="020B0604020202090204"/>
                <a:sym typeface="+mn-ea"/>
              </a:rPr>
              <a:t>Assumes overall model of the system at the be</a:t>
            </a:r>
            <a:r>
              <a:rPr sz="2000" spc="-10" dirty="0">
                <a:solidFill>
                  <a:srgbClr val="000000">
                    <a:alpha val="100000"/>
                  </a:srgbClr>
                </a:solidFill>
                <a:latin typeface="Arial" panose="020B0604020202090204"/>
                <a:ea typeface="Arial" panose="020B0604020202090204"/>
                <a:cs typeface="Arial" panose="020B0604020202090204"/>
                <a:sym typeface="+mn-ea"/>
              </a:rPr>
              <a:t>g</a:t>
            </a:r>
            <a:r>
              <a:rPr sz="2000" dirty="0">
                <a:solidFill>
                  <a:srgbClr val="000000">
                    <a:alpha val="100000"/>
                  </a:srgbClr>
                </a:solidFill>
                <a:latin typeface="Arial" panose="020B0604020202090204"/>
                <a:ea typeface="Arial" panose="020B0604020202090204"/>
                <a:cs typeface="Arial" panose="020B0604020202090204"/>
                <a:sym typeface="+mn-ea"/>
              </a:rPr>
              <a:t>inning</a:t>
            </a:r>
            <a:r>
              <a:rPr lang="en-US" sz="2000" dirty="0">
                <a:solidFill>
                  <a:srgbClr val="000000">
                    <a:alpha val="100000"/>
                  </a:srgbClr>
                </a:solidFill>
                <a:latin typeface="Arial" panose="020B0604020202090204"/>
                <a:ea typeface="Arial" panose="020B0604020202090204"/>
                <a:cs typeface="Arial" panose="020B0604020202090204"/>
                <a:sym typeface="+mn-ea"/>
              </a:rPr>
              <a:t> </a:t>
            </a:r>
            <a:endParaRPr lang="en-US" altLang="en-US" sz="2000" dirty="0"/>
          </a:p>
          <a:p>
            <a:endParaRPr lang="en-US" sz="2000" spc="-40" dirty="0">
              <a:solidFill>
                <a:srgbClr val="000000">
                  <a:alpha val="100000"/>
                </a:srgbClr>
              </a:solidFill>
              <a:latin typeface="Arial" panose="020B0604020202090204"/>
              <a:cs typeface="Arial" panose="020B0604020202090204"/>
            </a:endParaRPr>
          </a:p>
          <a:p>
            <a:r>
              <a:rPr lang="en-US" sz="2000" b="1" dirty="0">
                <a:solidFill>
                  <a:schemeClr val="bg2">
                    <a:lumMod val="10000"/>
                  </a:schemeClr>
                </a:solidFill>
                <a:latin typeface="Arial" panose="020B0604020202020204" pitchFamily="34" charset="0"/>
                <a:cs typeface="Arial" panose="020B0604020202020204" pitchFamily="34" charset="0"/>
              </a:rPr>
              <a:t>OO modeling</a:t>
            </a:r>
            <a:r>
              <a:rPr lang="en-US" sz="2000" dirty="0">
                <a:solidFill>
                  <a:schemeClr val="bg2">
                    <a:lumMod val="10000"/>
                  </a:schemeClr>
                </a:solidFill>
                <a:latin typeface="Arial" panose="020B0604020202020204" pitchFamily="34" charset="0"/>
                <a:cs typeface="Arial" panose="020B0604020202020204" pitchFamily="34" charset="0"/>
              </a:rPr>
              <a:t> means </a:t>
            </a:r>
            <a:r>
              <a:rPr lang="en-US" sz="2000" b="1" dirty="0">
                <a:solidFill>
                  <a:schemeClr val="bg2">
                    <a:lumMod val="10000"/>
                  </a:schemeClr>
                </a:solidFill>
                <a:latin typeface="Arial" panose="020B0604020202020204" pitchFamily="34" charset="0"/>
                <a:cs typeface="Arial" panose="020B0604020202020204" pitchFamily="34" charset="0"/>
              </a:rPr>
              <a:t>Object-Oriented Modeling</a:t>
            </a:r>
            <a:r>
              <a:rPr lang="en-US" sz="2000" dirty="0">
                <a:solidFill>
                  <a:schemeClr val="bg2">
                    <a:lumMod val="10000"/>
                  </a:schemeClr>
                </a:solidFill>
                <a:latin typeface="Arial" panose="020B0604020202020204" pitchFamily="34" charset="0"/>
                <a:cs typeface="Arial" panose="020B0604020202020204" pitchFamily="34" charset="0"/>
              </a:rPr>
              <a:t>, a way of designing a software system by representing it as a collection of interacting “objects.”</a:t>
            </a:r>
          </a:p>
          <a:p>
            <a:endParaRPr lang="en-US" sz="2000" dirty="0">
              <a:solidFill>
                <a:schemeClr val="bg2">
                  <a:lumMod val="10000"/>
                </a:schemeClr>
              </a:solidFill>
              <a:latin typeface="Arial" panose="020B0604020202020204" pitchFamily="34" charset="0"/>
              <a:cs typeface="Arial" panose="020B0604020202020204" pitchFamily="34" charset="0"/>
            </a:endParaRPr>
          </a:p>
          <a:p>
            <a:r>
              <a:rPr lang="en-US" sz="2000" dirty="0">
                <a:solidFill>
                  <a:schemeClr val="bg2">
                    <a:lumMod val="10000"/>
                  </a:schemeClr>
                </a:solidFill>
                <a:latin typeface="Arial" panose="020B0604020202020204" pitchFamily="34" charset="0"/>
                <a:cs typeface="Arial" panose="020B0604020202020204" pitchFamily="34" charset="0"/>
              </a:rPr>
              <a:t>In the context of </a:t>
            </a:r>
            <a:r>
              <a:rPr lang="en-US" sz="2000" b="1" dirty="0">
                <a:solidFill>
                  <a:schemeClr val="bg2">
                    <a:lumMod val="10000"/>
                  </a:schemeClr>
                </a:solidFill>
                <a:latin typeface="Arial" panose="020B0604020202020204" pitchFamily="34" charset="0"/>
                <a:cs typeface="Arial" panose="020B0604020202020204" pitchFamily="34" charset="0"/>
              </a:rPr>
              <a:t>Feature-Driven Development (FDD)</a:t>
            </a:r>
            <a:r>
              <a:rPr lang="en-US" sz="2000" dirty="0">
                <a:solidFill>
                  <a:schemeClr val="bg2">
                    <a:lumMod val="10000"/>
                  </a:schemeClr>
                </a:solidFill>
                <a:latin typeface="Arial" panose="020B0604020202020204" pitchFamily="34" charset="0"/>
                <a:cs typeface="Arial" panose="020B0604020202020204" pitchFamily="34" charset="0"/>
              </a:rPr>
              <a:t>, OO modeling is done at the beginning of the project to create a clear structure of the system.</a:t>
            </a:r>
          </a:p>
          <a:p>
            <a:pPr marL="12700" algn="l" rtl="0" eaLnBrk="0">
              <a:lnSpc>
                <a:spcPts val="4100"/>
              </a:lnSpc>
            </a:pPr>
            <a:endParaRPr lang="en-US" altLang="en-US" sz="2000" dirty="0"/>
          </a:p>
          <a:p>
            <a:pPr marL="12700" algn="l" rtl="0" eaLnBrk="0">
              <a:lnSpc>
                <a:spcPts val="4100"/>
              </a:lnSpc>
            </a:pPr>
            <a:endParaRPr lang="en-US" altLang="en-US" sz="2000" dirty="0"/>
          </a:p>
          <a:p>
            <a:endParaRPr lang="en-US" altLang="en-US" sz="2000" dirty="0"/>
          </a:p>
        </p:txBody>
      </p:sp>
      <p:sp>
        <p:nvSpPr>
          <p:cNvPr id="3" name="Slide Number Placeholder 2"/>
          <p:cNvSpPr>
            <a:spLocks noGrp="1"/>
          </p:cNvSpPr>
          <p:nvPr>
            <p:ph type="sldNum" sz="quarter" idx="12"/>
          </p:nvPr>
        </p:nvSpPr>
        <p:spPr/>
        <p:txBody>
          <a:bodyPr/>
          <a:lstStyle/>
          <a:p>
            <a:fld id="{4267CD5E-26CF-4249-8540-BB1D07FD4227}" type="slidenum">
              <a:rPr lang="en-US" smtClean="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E1B4C-A2E7-2461-AA63-06E2D6D72B94}"/>
              </a:ext>
            </a:extLst>
          </p:cNvPr>
          <p:cNvSpPr>
            <a:spLocks noGrp="1"/>
          </p:cNvSpPr>
          <p:nvPr>
            <p:ph type="title"/>
          </p:nvPr>
        </p:nvSpPr>
        <p:spPr/>
        <p:txBody>
          <a:bodyPr>
            <a:normAutofit fontScale="90000"/>
          </a:bodyPr>
          <a:lstStyle/>
          <a:p>
            <a:r>
              <a:rPr lang="en-US" dirty="0">
                <a:solidFill>
                  <a:srgbClr val="000000">
                    <a:alpha val="100000"/>
                  </a:srgbClr>
                </a:solidFill>
                <a:latin typeface="Arial" panose="020B0604020202090204"/>
                <a:ea typeface="Arial" panose="020B0604020202090204"/>
                <a:cs typeface="Arial" panose="020B0604020202090204"/>
                <a:sym typeface="+mn-ea"/>
              </a:rPr>
              <a:t>FDD</a:t>
            </a:r>
            <a:r>
              <a:rPr lang="en-US" spc="940" dirty="0">
                <a:solidFill>
                  <a:srgbClr val="000000">
                    <a:alpha val="100000"/>
                  </a:srgbClr>
                </a:solidFill>
                <a:latin typeface="Arial" panose="020B0604020202090204"/>
                <a:ea typeface="Arial" panose="020B0604020202090204"/>
                <a:cs typeface="Arial" panose="020B0604020202090204"/>
                <a:sym typeface="+mn-ea"/>
              </a:rPr>
              <a:t> </a:t>
            </a:r>
            <a:r>
              <a:rPr lang="en-US" dirty="0">
                <a:solidFill>
                  <a:srgbClr val="000000">
                    <a:alpha val="100000"/>
                  </a:srgbClr>
                </a:solidFill>
                <a:latin typeface="Arial" panose="020B0604020202090204"/>
                <a:ea typeface="Arial" panose="020B0604020202090204"/>
                <a:cs typeface="Arial" panose="020B0604020202090204"/>
                <a:sym typeface="+mn-ea"/>
              </a:rPr>
              <a:t>Origins</a:t>
            </a:r>
            <a:br>
              <a:rPr lang="en-US" altLang="en-US" dirty="0"/>
            </a:br>
            <a:endParaRPr lang="en-US" dirty="0"/>
          </a:p>
        </p:txBody>
      </p:sp>
      <p:sp>
        <p:nvSpPr>
          <p:cNvPr id="4" name="Content Placeholder 3">
            <a:extLst>
              <a:ext uri="{FF2B5EF4-FFF2-40B4-BE49-F238E27FC236}">
                <a16:creationId xmlns:a16="http://schemas.microsoft.com/office/drawing/2014/main" id="{623363AE-B460-200E-65F7-9B4D85262FCD}"/>
              </a:ext>
            </a:extLst>
          </p:cNvPr>
          <p:cNvSpPr>
            <a:spLocks noGrp="1"/>
          </p:cNvSpPr>
          <p:nvPr>
            <p:ph idx="1"/>
          </p:nvPr>
        </p:nvSpPr>
        <p:spPr>
          <a:xfrm>
            <a:off x="644771" y="1445342"/>
            <a:ext cx="10709031" cy="4636805"/>
          </a:xfrm>
        </p:spPr>
        <p:txBody>
          <a:bodyPr/>
          <a:lstStyle/>
          <a:p>
            <a:pPr eaLnBrk="0">
              <a:lnSpc>
                <a:spcPts val="4100"/>
              </a:lnSpc>
            </a:pPr>
            <a:r>
              <a:rPr lang="en-US" sz="2000" spc="-30" dirty="0">
                <a:solidFill>
                  <a:srgbClr val="000000">
                    <a:alpha val="100000"/>
                  </a:srgbClr>
                </a:solidFill>
                <a:latin typeface="Arial" panose="020B0604020202090204"/>
                <a:ea typeface="Arial" panose="020B0604020202090204"/>
                <a:cs typeface="Arial" panose="020B0604020202090204"/>
                <a:sym typeface="+mn-ea"/>
              </a:rPr>
              <a:t>Adopted short iterations to address shorter business cycl</a:t>
            </a:r>
            <a:r>
              <a:rPr lang="en-US" sz="2000" spc="-20" dirty="0">
                <a:solidFill>
                  <a:srgbClr val="000000">
                    <a:alpha val="100000"/>
                  </a:srgbClr>
                </a:solidFill>
                <a:latin typeface="Arial" panose="020B0604020202090204"/>
                <a:ea typeface="Arial" panose="020B0604020202090204"/>
                <a:cs typeface="Arial" panose="020B0604020202090204"/>
                <a:sym typeface="+mn-ea"/>
              </a:rPr>
              <a:t>e</a:t>
            </a:r>
            <a:r>
              <a:rPr lang="en-US" sz="2000" dirty="0">
                <a:solidFill>
                  <a:srgbClr val="000000">
                    <a:alpha val="100000"/>
                  </a:srgbClr>
                </a:solidFill>
                <a:latin typeface="Arial" panose="020B0604020202090204"/>
                <a:ea typeface="Arial" panose="020B0604020202090204"/>
                <a:cs typeface="Arial" panose="020B0604020202090204"/>
                <a:sym typeface="+mn-ea"/>
              </a:rPr>
              <a:t>s </a:t>
            </a:r>
          </a:p>
          <a:p>
            <a:pPr eaLnBrk="0">
              <a:lnSpc>
                <a:spcPts val="4100"/>
              </a:lnSpc>
            </a:pPr>
            <a:r>
              <a:rPr lang="en-US" sz="2000" spc="-60" dirty="0">
                <a:solidFill>
                  <a:srgbClr val="000000">
                    <a:alpha val="100000"/>
                  </a:srgbClr>
                </a:solidFill>
                <a:latin typeface="Arial" panose="020B0604020202090204"/>
                <a:ea typeface="Arial" panose="020B0604020202090204"/>
                <a:cs typeface="Arial" panose="020B0604020202090204"/>
                <a:sym typeface="+mn-ea"/>
              </a:rPr>
              <a:t>Lightweight process specification relative to plan based m</a:t>
            </a:r>
            <a:r>
              <a:rPr lang="en-US" sz="2000" spc="-30" dirty="0">
                <a:solidFill>
                  <a:srgbClr val="000000">
                    <a:alpha val="100000"/>
                  </a:srgbClr>
                </a:solidFill>
                <a:latin typeface="Arial" panose="020B0604020202090204"/>
                <a:ea typeface="Arial" panose="020B0604020202090204"/>
                <a:cs typeface="Arial" panose="020B0604020202090204"/>
                <a:sym typeface="+mn-ea"/>
              </a:rPr>
              <a:t>e</a:t>
            </a:r>
            <a:r>
              <a:rPr lang="en-US" sz="2000" dirty="0">
                <a:solidFill>
                  <a:srgbClr val="000000">
                    <a:alpha val="100000"/>
                  </a:srgbClr>
                </a:solidFill>
                <a:latin typeface="Arial" panose="020B0604020202090204"/>
                <a:ea typeface="Arial" panose="020B0604020202090204"/>
                <a:cs typeface="Arial" panose="020B0604020202090204"/>
                <a:sym typeface="+mn-ea"/>
              </a:rPr>
              <a:t>thods </a:t>
            </a:r>
            <a:r>
              <a:rPr lang="en-US" sz="2000" spc="-60" dirty="0">
                <a:solidFill>
                  <a:srgbClr val="000000">
                    <a:alpha val="100000"/>
                  </a:srgbClr>
                </a:solidFill>
                <a:latin typeface="Arial" panose="020B0604020202090204"/>
                <a:ea typeface="Arial" panose="020B0604020202090204"/>
                <a:cs typeface="Arial" panose="020B0604020202090204"/>
                <a:sym typeface="+mn-ea"/>
              </a:rPr>
              <a:t>used in the past, but heavier weight than some Agile met</a:t>
            </a:r>
            <a:r>
              <a:rPr lang="en-US" sz="2000" spc="-30" dirty="0">
                <a:solidFill>
                  <a:srgbClr val="000000">
                    <a:alpha val="100000"/>
                  </a:srgbClr>
                </a:solidFill>
                <a:latin typeface="Arial" panose="020B0604020202090204"/>
                <a:ea typeface="Arial" panose="020B0604020202090204"/>
                <a:cs typeface="Arial" panose="020B0604020202090204"/>
                <a:sym typeface="+mn-ea"/>
              </a:rPr>
              <a:t>h</a:t>
            </a:r>
            <a:r>
              <a:rPr lang="en-US" sz="2000" dirty="0">
                <a:solidFill>
                  <a:srgbClr val="000000">
                    <a:alpha val="100000"/>
                  </a:srgbClr>
                </a:solidFill>
                <a:latin typeface="Arial" panose="020B0604020202090204"/>
                <a:ea typeface="Arial" panose="020B0604020202090204"/>
                <a:cs typeface="Arial" panose="020B0604020202090204"/>
                <a:sym typeface="+mn-ea"/>
              </a:rPr>
              <a:t>ods </a:t>
            </a:r>
            <a:endParaRPr lang="en-US" altLang="en-US" sz="2000" dirty="0"/>
          </a:p>
          <a:p>
            <a:endParaRPr lang="en-US" dirty="0"/>
          </a:p>
        </p:txBody>
      </p:sp>
      <p:sp>
        <p:nvSpPr>
          <p:cNvPr id="5" name="Slide Number Placeholder 4">
            <a:extLst>
              <a:ext uri="{FF2B5EF4-FFF2-40B4-BE49-F238E27FC236}">
                <a16:creationId xmlns:a16="http://schemas.microsoft.com/office/drawing/2014/main" id="{AA4DE73D-B093-7841-5F99-C68D5EEE05CC}"/>
              </a:ext>
            </a:extLst>
          </p:cNvPr>
          <p:cNvSpPr>
            <a:spLocks noGrp="1"/>
          </p:cNvSpPr>
          <p:nvPr>
            <p:ph type="sldNum" sz="quarter" idx="12"/>
          </p:nvPr>
        </p:nvSpPr>
        <p:spPr/>
        <p:txBody>
          <a:bodyPr/>
          <a:lstStyle/>
          <a:p>
            <a:fld id="{4267CD5E-26CF-4249-8540-BB1D07FD4227}" type="slidenum">
              <a:rPr lang="en-US" smtClean="0"/>
              <a:t>28</a:t>
            </a:fld>
            <a:endParaRPr lang="en-US"/>
          </a:p>
        </p:txBody>
      </p:sp>
      <p:pic>
        <p:nvPicPr>
          <p:cNvPr id="53" name="picture 53"/>
          <p:cNvPicPr>
            <a:picLocks noChangeAspect="1"/>
          </p:cNvPicPr>
          <p:nvPr/>
        </p:nvPicPr>
        <p:blipFill>
          <a:blip r:embed="rId2"/>
          <a:srcRect/>
          <a:stretch/>
        </p:blipFill>
        <p:spPr>
          <a:xfrm rot="21600000">
            <a:off x="4294051" y="3763744"/>
            <a:ext cx="3410469" cy="1917065"/>
          </a:xfrm>
          <a:prstGeom prst="rect">
            <a:avLst/>
          </a:prstGeom>
        </p:spPr>
      </p:pic>
    </p:spTree>
    <p:extLst>
      <p:ext uri="{BB962C8B-B14F-4D97-AF65-F5344CB8AC3E}">
        <p14:creationId xmlns:p14="http://schemas.microsoft.com/office/powerpoint/2010/main" val="29754169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dirty="0">
                <a:solidFill>
                  <a:srgbClr val="000000">
                    <a:alpha val="100000"/>
                  </a:srgbClr>
                </a:solidFill>
                <a:latin typeface="Arial" panose="020B0604020202090204"/>
                <a:ea typeface="Arial" panose="020B0604020202090204"/>
                <a:cs typeface="Arial" panose="020B0604020202090204"/>
                <a:sym typeface="+mn-ea"/>
              </a:rPr>
              <a:t>Singapore</a:t>
            </a:r>
            <a:r>
              <a:rPr spc="3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Project</a:t>
            </a:r>
            <a:endParaRPr lang="en-US" dirty="0"/>
          </a:p>
        </p:txBody>
      </p:sp>
      <p:sp>
        <p:nvSpPr>
          <p:cNvPr id="2" name="Content Placeholder 1"/>
          <p:cNvSpPr>
            <a:spLocks noGrp="1"/>
          </p:cNvSpPr>
          <p:nvPr>
            <p:ph idx="1"/>
          </p:nvPr>
        </p:nvSpPr>
        <p:spPr>
          <a:xfrm>
            <a:off x="646359" y="950018"/>
            <a:ext cx="10709275" cy="4624070"/>
          </a:xfrm>
        </p:spPr>
        <p:txBody>
          <a:bodyPr>
            <a:noAutofit/>
          </a:bodyPr>
          <a:lstStyle/>
          <a:p>
            <a:pPr indent="0" algn="l" rtl="0" eaLnBrk="0" fontAlgn="auto">
              <a:lnSpc>
                <a:spcPct val="100000"/>
              </a:lnSpc>
            </a:pPr>
            <a:endParaRPr lang="en-US" altLang="en-US" sz="2400" dirty="0"/>
          </a:p>
          <a:p>
            <a:pPr marL="12700" indent="0" algn="l" rtl="0" eaLnBrk="0" fontAlgn="auto">
              <a:lnSpc>
                <a:spcPct val="100000"/>
              </a:lnSpc>
            </a:pPr>
            <a:r>
              <a:rPr sz="2400" spc="-60" dirty="0">
                <a:solidFill>
                  <a:srgbClr val="000000">
                    <a:alpha val="100000"/>
                  </a:srgbClr>
                </a:solidFill>
                <a:latin typeface="Arial" panose="020B0604020202090204"/>
                <a:ea typeface="Arial" panose="020B0604020202090204"/>
                <a:cs typeface="Arial" panose="020B0604020202090204"/>
                <a:sym typeface="+mn-ea"/>
              </a:rPr>
              <a:t>  Banking domain – lending instrument</a:t>
            </a:r>
            <a:r>
              <a:rPr sz="2400" spc="-10" dirty="0">
                <a:solidFill>
                  <a:srgbClr val="000000">
                    <a:alpha val="100000"/>
                  </a:srgbClr>
                </a:solidFill>
                <a:latin typeface="Arial" panose="020B0604020202090204"/>
                <a:ea typeface="Arial" panose="020B0604020202090204"/>
                <a:cs typeface="Arial" panose="020B0604020202090204"/>
                <a:sym typeface="+mn-ea"/>
              </a:rPr>
              <a:t>s</a:t>
            </a:r>
            <a:r>
              <a:rPr lang="en-US" sz="2400" spc="-10" dirty="0">
                <a:solidFill>
                  <a:srgbClr val="000000">
                    <a:alpha val="100000"/>
                  </a:srgbClr>
                </a:solidFill>
                <a:latin typeface="Arial" panose="020B0604020202090204"/>
                <a:ea typeface="Arial" panose="020B0604020202090204"/>
                <a:cs typeface="Arial" panose="020B0604020202090204"/>
                <a:sym typeface="+mn-ea"/>
              </a:rPr>
              <a:t> </a:t>
            </a:r>
            <a:endParaRPr lang="en-US" altLang="en-US" sz="2400" dirty="0"/>
          </a:p>
          <a:p>
            <a:pPr marL="12700" indent="0" algn="l" rtl="0" eaLnBrk="0" fontAlgn="auto">
              <a:lnSpc>
                <a:spcPct val="100000"/>
              </a:lnSpc>
            </a:pPr>
            <a:r>
              <a:rPr sz="2400" spc="-40" dirty="0">
                <a:solidFill>
                  <a:srgbClr val="000000">
                    <a:alpha val="100000"/>
                  </a:srgbClr>
                </a:solidFill>
                <a:latin typeface="Arial" panose="020B0604020202090204"/>
                <a:ea typeface="Arial" panose="020B0604020202090204"/>
                <a:cs typeface="Arial" panose="020B0604020202090204"/>
                <a:sym typeface="+mn-ea"/>
              </a:rPr>
              <a:t>  Failed 2</a:t>
            </a:r>
            <a:r>
              <a:rPr lang="en-US" sz="2400" spc="-40" dirty="0">
                <a:solidFill>
                  <a:srgbClr val="000000">
                    <a:alpha val="100000"/>
                  </a:srgbClr>
                </a:solidFill>
                <a:latin typeface="Arial" panose="020B0604020202090204"/>
                <a:ea typeface="Arial" panose="020B0604020202090204"/>
                <a:cs typeface="Arial" panose="020B0604020202090204"/>
                <a:sym typeface="+mn-ea"/>
              </a:rPr>
              <a:t>-</a:t>
            </a:r>
            <a:r>
              <a:rPr sz="2400" spc="-40" dirty="0">
                <a:solidFill>
                  <a:srgbClr val="000000">
                    <a:alpha val="100000"/>
                  </a:srgbClr>
                </a:solidFill>
                <a:latin typeface="Arial" panose="020B0604020202090204"/>
                <a:ea typeface="Arial" panose="020B0604020202090204"/>
                <a:cs typeface="Arial" panose="020B0604020202090204"/>
                <a:sym typeface="+mn-ea"/>
              </a:rPr>
              <a:t>year project by a "well-known systems integration fir</a:t>
            </a:r>
            <a:r>
              <a:rPr sz="2400" dirty="0">
                <a:solidFill>
                  <a:srgbClr val="000000">
                    <a:alpha val="100000"/>
                  </a:srgbClr>
                </a:solidFill>
                <a:latin typeface="Arial" panose="020B0604020202090204"/>
                <a:ea typeface="Arial" panose="020B0604020202090204"/>
                <a:cs typeface="Arial" panose="020B0604020202090204"/>
                <a:sym typeface="+mn-ea"/>
              </a:rPr>
              <a:t>m</a:t>
            </a:r>
            <a:r>
              <a:rPr sz="2400" spc="-40" dirty="0">
                <a:solidFill>
                  <a:srgbClr val="000000">
                    <a:alpha val="100000"/>
                  </a:srgbClr>
                </a:solidFill>
                <a:latin typeface="Arial" panose="020B0604020202090204"/>
                <a:ea typeface="Arial" panose="020B0604020202090204"/>
                <a:cs typeface="Arial" panose="020B0604020202090204"/>
                <a:sym typeface="+mn-ea"/>
              </a:rPr>
              <a:t>"</a:t>
            </a:r>
          </a:p>
          <a:p>
            <a:pPr marL="469900" lvl="1" indent="0" algn="l" rtl="0" eaLnBrk="0" fontAlgn="auto">
              <a:lnSpc>
                <a:spcPct val="100000"/>
              </a:lnSpc>
            </a:pPr>
            <a:r>
              <a:rPr sz="2400" spc="-40" dirty="0">
                <a:solidFill>
                  <a:srgbClr val="000000">
                    <a:alpha val="100000"/>
                  </a:srgbClr>
                </a:solidFill>
                <a:latin typeface="Arial" panose="020B0604020202090204"/>
                <a:ea typeface="Arial" panose="020B0604020202090204"/>
                <a:cs typeface="Arial" panose="020B0604020202090204"/>
                <a:sym typeface="+mn-ea"/>
              </a:rPr>
              <a:t>  3500 pages of "useless cases” (vs. use c</a:t>
            </a:r>
            <a:r>
              <a:rPr sz="2400" spc="-20" dirty="0">
                <a:solidFill>
                  <a:srgbClr val="000000">
                    <a:alpha val="100000"/>
                  </a:srgbClr>
                </a:solidFill>
                <a:latin typeface="Arial" panose="020B0604020202090204"/>
                <a:ea typeface="Arial" panose="020B0604020202090204"/>
                <a:cs typeface="Arial" panose="020B0604020202090204"/>
                <a:sym typeface="+mn-ea"/>
              </a:rPr>
              <a:t>a</a:t>
            </a:r>
            <a:r>
              <a:rPr sz="2400" dirty="0">
                <a:solidFill>
                  <a:srgbClr val="000000">
                    <a:alpha val="100000"/>
                  </a:srgbClr>
                </a:solidFill>
                <a:latin typeface="Arial" panose="020B0604020202090204"/>
                <a:ea typeface="Arial" panose="020B0604020202090204"/>
                <a:cs typeface="Arial" panose="020B0604020202090204"/>
                <a:sym typeface="+mn-ea"/>
              </a:rPr>
              <a:t>ses</a:t>
            </a:r>
            <a:r>
              <a:rPr sz="2400" spc="-40" dirty="0">
                <a:solidFill>
                  <a:srgbClr val="000000">
                    <a:alpha val="100000"/>
                  </a:srgbClr>
                </a:solidFill>
                <a:latin typeface="Arial" panose="020B0604020202090204"/>
                <a:ea typeface="Arial" panose="020B0604020202090204"/>
                <a:cs typeface="Arial" panose="020B0604020202090204"/>
                <a:sym typeface="+mn-ea"/>
              </a:rPr>
              <a:t>)</a:t>
            </a:r>
            <a:r>
              <a:rPr lang="en-US" sz="2400" spc="-40" dirty="0">
                <a:solidFill>
                  <a:srgbClr val="000000">
                    <a:alpha val="100000"/>
                  </a:srgbClr>
                </a:solidFill>
                <a:latin typeface="Arial" panose="020B0604020202090204"/>
                <a:ea typeface="Arial" panose="020B0604020202090204"/>
                <a:cs typeface="Arial" panose="020B0604020202090204"/>
                <a:sym typeface="+mn-ea"/>
              </a:rPr>
              <a:t> </a:t>
            </a:r>
            <a:endParaRPr sz="2400" spc="-40" dirty="0">
              <a:solidFill>
                <a:srgbClr val="000000">
                  <a:alpha val="100000"/>
                </a:srgbClr>
              </a:solidFill>
              <a:latin typeface="Arial" panose="020B0604020202090204"/>
              <a:ea typeface="Arial" panose="020B0604020202090204"/>
              <a:cs typeface="Arial" panose="020B0604020202090204"/>
              <a:sym typeface="+mn-ea"/>
            </a:endParaRPr>
          </a:p>
          <a:p>
            <a:pPr marL="469900" lvl="1" indent="0" algn="l" rtl="0" eaLnBrk="0" fontAlgn="auto">
              <a:lnSpc>
                <a:spcPct val="100000"/>
              </a:lnSpc>
            </a:pPr>
            <a:r>
              <a:rPr sz="2400" spc="-40" dirty="0">
                <a:solidFill>
                  <a:srgbClr val="000000">
                    <a:alpha val="100000"/>
                  </a:srgbClr>
                </a:solidFill>
                <a:latin typeface="Arial" panose="020B0604020202090204"/>
                <a:ea typeface="Arial" panose="020B0604020202090204"/>
                <a:cs typeface="Arial" panose="020B0604020202090204"/>
                <a:sym typeface="+mn-ea"/>
              </a:rPr>
              <a:t>  Hundreds of OO cl</a:t>
            </a:r>
            <a:r>
              <a:rPr sz="2400" dirty="0">
                <a:solidFill>
                  <a:srgbClr val="000000">
                    <a:alpha val="100000"/>
                  </a:srgbClr>
                </a:solidFill>
                <a:latin typeface="Arial" panose="020B0604020202090204"/>
                <a:ea typeface="Arial" panose="020B0604020202090204"/>
                <a:cs typeface="Arial" panose="020B0604020202090204"/>
                <a:sym typeface="+mn-ea"/>
              </a:rPr>
              <a:t>asses</a:t>
            </a:r>
            <a:r>
              <a:rPr lang="en-US" sz="2400" dirty="0">
                <a:solidFill>
                  <a:srgbClr val="000000">
                    <a:alpha val="100000"/>
                  </a:srgbClr>
                </a:solidFill>
                <a:latin typeface="Arial" panose="020B0604020202090204"/>
                <a:ea typeface="Arial" panose="020B0604020202090204"/>
                <a:cs typeface="Arial" panose="020B0604020202090204"/>
                <a:sym typeface="+mn-ea"/>
              </a:rPr>
              <a:t> </a:t>
            </a:r>
            <a:endParaRPr sz="2400" dirty="0">
              <a:solidFill>
                <a:srgbClr val="000000">
                  <a:alpha val="100000"/>
                </a:srgbClr>
              </a:solidFill>
              <a:latin typeface="Arial" panose="020B0604020202090204"/>
              <a:ea typeface="Arial" panose="020B0604020202090204"/>
              <a:cs typeface="Arial" panose="020B0604020202090204"/>
              <a:sym typeface="+mn-ea"/>
            </a:endParaRPr>
          </a:p>
          <a:p>
            <a:pPr marL="469900" lvl="1" indent="0" algn="l" rtl="0" eaLnBrk="0" fontAlgn="auto">
              <a:lnSpc>
                <a:spcPct val="100000"/>
              </a:lnSpc>
            </a:pPr>
            <a:r>
              <a:rPr sz="2400" dirty="0">
                <a:solidFill>
                  <a:srgbClr val="000000">
                    <a:alpha val="100000"/>
                  </a:srgbClr>
                </a:solidFill>
                <a:latin typeface="Arial" panose="020B0604020202090204"/>
                <a:ea typeface="Arial" panose="020B0604020202090204"/>
                <a:cs typeface="Arial" panose="020B0604020202090204"/>
                <a:sym typeface="+mn-ea"/>
              </a:rPr>
              <a:t>  </a:t>
            </a:r>
            <a:r>
              <a:rPr sz="2400" spc="-20" dirty="0">
                <a:solidFill>
                  <a:srgbClr val="000000">
                    <a:alpha val="100000"/>
                  </a:srgbClr>
                </a:solidFill>
                <a:latin typeface="Arial" panose="020B0604020202090204"/>
                <a:ea typeface="Arial" panose="020B0604020202090204"/>
                <a:cs typeface="Arial" panose="020B0604020202090204"/>
                <a:sym typeface="+mn-ea"/>
              </a:rPr>
              <a:t>Thousand of att</a:t>
            </a:r>
            <a:r>
              <a:rPr sz="2400" spc="-10" dirty="0">
                <a:solidFill>
                  <a:srgbClr val="000000">
                    <a:alpha val="100000"/>
                  </a:srgbClr>
                </a:solidFill>
                <a:latin typeface="Arial" panose="020B0604020202090204"/>
                <a:ea typeface="Arial" panose="020B0604020202090204"/>
                <a:cs typeface="Arial" panose="020B0604020202090204"/>
                <a:sym typeface="+mn-ea"/>
              </a:rPr>
              <a:t>r</a:t>
            </a:r>
            <a:r>
              <a:rPr sz="2400" dirty="0">
                <a:solidFill>
                  <a:srgbClr val="000000">
                    <a:alpha val="100000"/>
                  </a:srgbClr>
                </a:solidFill>
                <a:latin typeface="Arial" panose="020B0604020202090204"/>
                <a:ea typeface="Arial" panose="020B0604020202090204"/>
                <a:cs typeface="Arial" panose="020B0604020202090204"/>
                <a:sym typeface="+mn-ea"/>
              </a:rPr>
              <a:t>ibutes</a:t>
            </a:r>
            <a:r>
              <a:rPr lang="en-US" sz="2400" dirty="0">
                <a:solidFill>
                  <a:srgbClr val="000000">
                    <a:alpha val="100000"/>
                  </a:srgbClr>
                </a:solidFill>
                <a:latin typeface="Arial" panose="020B0604020202090204"/>
                <a:ea typeface="Arial" panose="020B0604020202090204"/>
                <a:cs typeface="Arial" panose="020B0604020202090204"/>
                <a:sym typeface="+mn-ea"/>
              </a:rPr>
              <a:t> </a:t>
            </a:r>
            <a:endParaRPr sz="2400" dirty="0">
              <a:solidFill>
                <a:srgbClr val="000000">
                  <a:alpha val="100000"/>
                </a:srgbClr>
              </a:solidFill>
              <a:latin typeface="Arial" panose="020B0604020202090204"/>
              <a:ea typeface="Arial" panose="020B0604020202090204"/>
              <a:cs typeface="Arial" panose="020B0604020202090204"/>
              <a:sym typeface="+mn-ea"/>
            </a:endParaRPr>
          </a:p>
          <a:p>
            <a:pPr marL="469900" lvl="1" indent="0" algn="l" rtl="0" eaLnBrk="0" fontAlgn="auto">
              <a:lnSpc>
                <a:spcPct val="100000"/>
              </a:lnSpc>
            </a:pPr>
            <a:r>
              <a:rPr sz="2400" dirty="0">
                <a:solidFill>
                  <a:srgbClr val="000000">
                    <a:alpha val="100000"/>
                  </a:srgbClr>
                </a:solidFill>
                <a:latin typeface="Arial" panose="020B0604020202090204"/>
                <a:ea typeface="Arial" panose="020B0604020202090204"/>
                <a:cs typeface="Arial" panose="020B0604020202090204"/>
                <a:sym typeface="+mn-ea"/>
              </a:rPr>
              <a:t>  No</a:t>
            </a:r>
            <a:r>
              <a:rPr sz="2400" spc="3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code</a:t>
            </a:r>
            <a:r>
              <a:rPr lang="en-US" sz="2400" dirty="0">
                <a:solidFill>
                  <a:srgbClr val="000000">
                    <a:alpha val="100000"/>
                  </a:srgbClr>
                </a:solidFill>
                <a:latin typeface="Arial" panose="020B0604020202090204"/>
                <a:ea typeface="Arial" panose="020B0604020202090204"/>
                <a:cs typeface="Arial" panose="020B0604020202090204"/>
                <a:sym typeface="+mn-ea"/>
              </a:rPr>
              <a:t> </a:t>
            </a:r>
            <a:endParaRPr lang="en-US" altLang="en-US" sz="2400" dirty="0"/>
          </a:p>
          <a:p>
            <a:pPr marL="12700" indent="0" algn="l" rtl="0" eaLnBrk="0" fontAlgn="auto">
              <a:lnSpc>
                <a:spcPct val="100000"/>
              </a:lnSpc>
            </a:pPr>
            <a:r>
              <a:rPr sz="2400" spc="-70" dirty="0">
                <a:solidFill>
                  <a:srgbClr val="000000">
                    <a:alpha val="100000"/>
                  </a:srgbClr>
                </a:solidFill>
                <a:latin typeface="Arial" panose="020B0604020202090204"/>
                <a:ea typeface="Arial" panose="020B0604020202090204"/>
                <a:cs typeface="Arial" panose="020B0604020202090204"/>
                <a:sym typeface="+mn-ea"/>
              </a:rPr>
              <a:t>  Using FDD, they successfully developed 2000 features in 15 month</a:t>
            </a:r>
            <a:r>
              <a:rPr sz="2400" spc="-40" dirty="0">
                <a:solidFill>
                  <a:srgbClr val="000000">
                    <a:alpha val="100000"/>
                  </a:srgbClr>
                </a:solidFill>
                <a:latin typeface="Arial" panose="020B0604020202090204"/>
                <a:ea typeface="Arial" panose="020B0604020202090204"/>
                <a:cs typeface="Arial" panose="020B0604020202090204"/>
                <a:sym typeface="+mn-ea"/>
              </a:rPr>
              <a:t>s</a:t>
            </a:r>
            <a:r>
              <a:rPr sz="2400" dirty="0">
                <a:solidFill>
                  <a:srgbClr val="000000">
                    <a:alpha val="100000"/>
                  </a:srgbClr>
                </a:solidFill>
                <a:latin typeface="Arial" panose="020B0604020202090204"/>
                <a:ea typeface="Arial" panose="020B0604020202090204"/>
                <a:cs typeface="Arial" panose="020B0604020202090204"/>
                <a:sym typeface="+mn-ea"/>
              </a:rPr>
              <a:t> </a:t>
            </a:r>
            <a:r>
              <a:rPr sz="2400" spc="-20" dirty="0">
                <a:solidFill>
                  <a:srgbClr val="000000">
                    <a:alpha val="100000"/>
                  </a:srgbClr>
                </a:solidFill>
                <a:latin typeface="Arial" panose="020B0604020202090204"/>
                <a:ea typeface="Arial" panose="020B0604020202090204"/>
                <a:cs typeface="Arial" panose="020B0604020202090204"/>
                <a:sym typeface="+mn-ea"/>
              </a:rPr>
              <a:t>with 50 staf</a:t>
            </a:r>
            <a:r>
              <a:rPr sz="2400" dirty="0">
                <a:solidFill>
                  <a:srgbClr val="000000">
                    <a:alpha val="100000"/>
                  </a:srgbClr>
                </a:solidFill>
                <a:latin typeface="Arial" panose="020B0604020202090204"/>
                <a:ea typeface="Arial" panose="020B0604020202090204"/>
                <a:cs typeface="Arial" panose="020B0604020202090204"/>
                <a:sym typeface="+mn-ea"/>
              </a:rPr>
              <a:t>f</a:t>
            </a:r>
          </a:p>
          <a:p>
            <a:pPr marL="469900" lvl="1" indent="0" algn="l" rtl="0" eaLnBrk="0" fontAlgn="auto">
              <a:lnSpc>
                <a:spcPct val="100000"/>
              </a:lnSpc>
            </a:pPr>
            <a:r>
              <a:rPr sz="2400" spc="-20" dirty="0">
                <a:solidFill>
                  <a:srgbClr val="000000">
                    <a:alpha val="100000"/>
                  </a:srgbClr>
                </a:solidFill>
                <a:latin typeface="Arial" panose="020B0604020202090204"/>
                <a:ea typeface="Arial" panose="020B0604020202090204"/>
                <a:cs typeface="Arial" panose="020B0604020202090204"/>
                <a:sym typeface="+mn-ea"/>
              </a:rPr>
              <a:t>  Developed initial model i</a:t>
            </a:r>
            <a:r>
              <a:rPr sz="2400" spc="-10" dirty="0">
                <a:solidFill>
                  <a:srgbClr val="000000">
                    <a:alpha val="100000"/>
                  </a:srgbClr>
                </a:solidFill>
                <a:latin typeface="Arial" panose="020B0604020202090204"/>
                <a:ea typeface="Arial" panose="020B0604020202090204"/>
                <a:cs typeface="Arial" panose="020B0604020202090204"/>
                <a:sym typeface="+mn-ea"/>
              </a:rPr>
              <a:t>n</a:t>
            </a:r>
            <a:r>
              <a:rPr sz="2400" spc="-20" dirty="0">
                <a:solidFill>
                  <a:srgbClr val="000000">
                    <a:alpha val="100000"/>
                  </a:srgbClr>
                </a:solidFill>
                <a:latin typeface="Arial" panose="020B0604020202090204"/>
                <a:ea typeface="Arial" panose="020B0604020202090204"/>
                <a:cs typeface="Arial" panose="020B0604020202090204"/>
                <a:sym typeface="+mn-ea"/>
              </a:rPr>
              <a:t> 1 </a:t>
            </a:r>
            <a:r>
              <a:rPr sz="2400" dirty="0">
                <a:solidFill>
                  <a:srgbClr val="000000">
                    <a:alpha val="100000"/>
                  </a:srgbClr>
                </a:solidFill>
                <a:latin typeface="Arial" panose="020B0604020202090204"/>
                <a:ea typeface="Arial" panose="020B0604020202090204"/>
                <a:cs typeface="Arial" panose="020B0604020202090204"/>
                <a:sym typeface="+mn-ea"/>
              </a:rPr>
              <a:t>month</a:t>
            </a:r>
            <a:r>
              <a:rPr lang="en-US" sz="2400" dirty="0">
                <a:solidFill>
                  <a:srgbClr val="000000">
                    <a:alpha val="100000"/>
                  </a:srgbClr>
                </a:solidFill>
                <a:latin typeface="Arial" panose="020B0604020202090204"/>
                <a:ea typeface="Arial" panose="020B0604020202090204"/>
                <a:cs typeface="Arial" panose="020B0604020202090204"/>
                <a:sym typeface="+mn-ea"/>
              </a:rPr>
              <a:t> </a:t>
            </a:r>
            <a:endParaRPr sz="2400" dirty="0">
              <a:solidFill>
                <a:srgbClr val="000000">
                  <a:alpha val="100000"/>
                </a:srgbClr>
              </a:solidFill>
              <a:latin typeface="Arial" panose="020B0604020202090204"/>
              <a:ea typeface="Arial" panose="020B0604020202090204"/>
              <a:cs typeface="Arial" panose="020B0604020202090204"/>
              <a:sym typeface="+mn-ea"/>
            </a:endParaRPr>
          </a:p>
          <a:p>
            <a:pPr marL="469900" lvl="1" indent="0" algn="l" rtl="0" eaLnBrk="0" fontAlgn="auto">
              <a:lnSpc>
                <a:spcPct val="100000"/>
              </a:lnSpc>
            </a:pPr>
            <a:r>
              <a:rPr sz="2400" dirty="0">
                <a:solidFill>
                  <a:srgbClr val="000000">
                    <a:alpha val="100000"/>
                  </a:srgbClr>
                </a:solidFill>
                <a:latin typeface="Arial" panose="020B0604020202090204"/>
                <a:ea typeface="Arial" panose="020B0604020202090204"/>
                <a:cs typeface="Arial" panose="020B0604020202090204"/>
                <a:sym typeface="+mn-ea"/>
              </a:rPr>
              <a:t>  </a:t>
            </a:r>
            <a:r>
              <a:rPr sz="2400" spc="-60" dirty="0">
                <a:solidFill>
                  <a:srgbClr val="000000">
                    <a:alpha val="100000"/>
                  </a:srgbClr>
                </a:solidFill>
                <a:latin typeface="Arial" panose="020B0604020202090204"/>
                <a:ea typeface="Arial" panose="020B0604020202090204"/>
                <a:cs typeface="Arial" panose="020B0604020202090204"/>
                <a:sym typeface="+mn-ea"/>
              </a:rPr>
              <a:t>Planned features in 2 </a:t>
            </a:r>
            <a:r>
              <a:rPr sz="2400" spc="-40" dirty="0">
                <a:solidFill>
                  <a:srgbClr val="000000">
                    <a:alpha val="100000"/>
                  </a:srgbClr>
                </a:solidFill>
                <a:latin typeface="Arial" panose="020B0604020202090204"/>
                <a:ea typeface="Arial" panose="020B0604020202090204"/>
                <a:cs typeface="Arial" panose="020B0604020202090204"/>
                <a:sym typeface="+mn-ea"/>
              </a:rPr>
              <a:t>w</a:t>
            </a:r>
            <a:r>
              <a:rPr sz="2400" dirty="0">
                <a:solidFill>
                  <a:srgbClr val="000000">
                    <a:alpha val="100000"/>
                  </a:srgbClr>
                </a:solidFill>
                <a:latin typeface="Arial" panose="020B0604020202090204"/>
                <a:ea typeface="Arial" panose="020B0604020202090204"/>
                <a:cs typeface="Arial" panose="020B0604020202090204"/>
                <a:sym typeface="+mn-ea"/>
              </a:rPr>
              <a:t>eeks</a:t>
            </a:r>
            <a:r>
              <a:rPr lang="en-US" sz="2400" dirty="0">
                <a:solidFill>
                  <a:srgbClr val="000000">
                    <a:alpha val="100000"/>
                  </a:srgbClr>
                </a:solidFill>
                <a:latin typeface="Arial" panose="020B0604020202090204"/>
                <a:ea typeface="Arial" panose="020B0604020202090204"/>
                <a:cs typeface="Arial" panose="020B0604020202090204"/>
                <a:sym typeface="+mn-ea"/>
              </a:rPr>
              <a:t> </a:t>
            </a:r>
            <a:endParaRPr lang="en-US" altLang="en-US" sz="2400" dirty="0"/>
          </a:p>
        </p:txBody>
      </p:sp>
      <p:sp>
        <p:nvSpPr>
          <p:cNvPr id="3" name="Slide Number Placeholder 2"/>
          <p:cNvSpPr>
            <a:spLocks noGrp="1"/>
          </p:cNvSpPr>
          <p:nvPr>
            <p:ph type="sldNum" sz="quarter" idx="12"/>
          </p:nvPr>
        </p:nvSpPr>
        <p:spPr/>
        <p:txBody>
          <a:bodyPr/>
          <a:lstStyle/>
          <a:p>
            <a:fld id="{4267CD5E-26CF-4249-8540-BB1D07FD4227}" type="slidenum">
              <a:rPr lang="en-US" smtClean="0"/>
              <a:t>29</a:t>
            </a:fld>
            <a:endParaRPr lang="en-US"/>
          </a:p>
        </p:txBody>
      </p:sp>
      <p:pic>
        <p:nvPicPr>
          <p:cNvPr id="63" name="picture 63"/>
          <p:cNvPicPr>
            <a:picLocks noChangeAspect="1"/>
          </p:cNvPicPr>
          <p:nvPr/>
        </p:nvPicPr>
        <p:blipFill>
          <a:blip r:embed="rId2"/>
          <a:stretch>
            <a:fillRect/>
          </a:stretch>
        </p:blipFill>
        <p:spPr>
          <a:xfrm rot="21600000">
            <a:off x="8107171" y="2458747"/>
            <a:ext cx="2537484" cy="175634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4D0A1-647A-3B62-C77B-6A995309CDBA}"/>
              </a:ext>
            </a:extLst>
          </p:cNvPr>
          <p:cNvSpPr>
            <a:spLocks noGrp="1"/>
          </p:cNvSpPr>
          <p:nvPr>
            <p:ph type="title"/>
          </p:nvPr>
        </p:nvSpPr>
        <p:spPr/>
        <p:txBody>
          <a:bodyPr/>
          <a:lstStyle/>
          <a:p>
            <a:r>
              <a:rPr lang="en-US" dirty="0">
                <a:solidFill>
                  <a:srgbClr val="000000">
                    <a:alpha val="100000"/>
                  </a:srgbClr>
                </a:solidFill>
                <a:latin typeface="Arial" panose="020B0604020202090204"/>
                <a:ea typeface="Arial" panose="020B0604020202090204"/>
                <a:cs typeface="Arial" panose="020B0604020202090204"/>
                <a:sym typeface="+mn-ea"/>
              </a:rPr>
              <a:t>Singapore</a:t>
            </a:r>
            <a:r>
              <a:rPr lang="en-US" spc="30" dirty="0">
                <a:solidFill>
                  <a:srgbClr val="000000">
                    <a:alpha val="100000"/>
                  </a:srgbClr>
                </a:solidFill>
                <a:latin typeface="Arial" panose="020B0604020202090204"/>
                <a:ea typeface="Arial" panose="020B0604020202090204"/>
                <a:cs typeface="Arial" panose="020B0604020202090204"/>
                <a:sym typeface="+mn-ea"/>
              </a:rPr>
              <a:t> </a:t>
            </a:r>
            <a:r>
              <a:rPr lang="en-US" dirty="0">
                <a:solidFill>
                  <a:srgbClr val="000000">
                    <a:alpha val="100000"/>
                  </a:srgbClr>
                </a:solidFill>
                <a:latin typeface="Arial" panose="020B0604020202090204"/>
                <a:ea typeface="Arial" panose="020B0604020202090204"/>
                <a:cs typeface="Arial" panose="020B0604020202090204"/>
                <a:sym typeface="+mn-ea"/>
              </a:rPr>
              <a:t>Project</a:t>
            </a:r>
            <a:endParaRPr lang="en-US" dirty="0"/>
          </a:p>
        </p:txBody>
      </p:sp>
      <p:sp>
        <p:nvSpPr>
          <p:cNvPr id="4" name="Content Placeholder 3">
            <a:extLst>
              <a:ext uri="{FF2B5EF4-FFF2-40B4-BE49-F238E27FC236}">
                <a16:creationId xmlns:a16="http://schemas.microsoft.com/office/drawing/2014/main" id="{8A2BE16D-0B8E-990D-8A08-063027E3B112}"/>
              </a:ext>
            </a:extLst>
          </p:cNvPr>
          <p:cNvSpPr>
            <a:spLocks noGrp="1"/>
          </p:cNvSpPr>
          <p:nvPr>
            <p:ph idx="1"/>
          </p:nvPr>
        </p:nvSpPr>
        <p:spPr>
          <a:xfrm>
            <a:off x="644771" y="1231272"/>
            <a:ext cx="10709031" cy="4850876"/>
          </a:xfrm>
        </p:spPr>
        <p:txBody>
          <a:bodyPr>
            <a:normAutofit/>
          </a:bodyPr>
          <a:lstStyle/>
          <a:p>
            <a:pPr>
              <a:buNone/>
            </a:pPr>
            <a:endParaRPr lang="en-US" sz="2000" dirty="0"/>
          </a:p>
          <a:p>
            <a:pPr>
              <a:buFont typeface="Arial" panose="020B0604020202020204" pitchFamily="34" charset="0"/>
              <a:buChar char="•"/>
            </a:pPr>
            <a:r>
              <a:rPr lang="en-US" sz="2000" b="1" dirty="0">
                <a:solidFill>
                  <a:schemeClr val="bg2">
                    <a:lumMod val="10000"/>
                  </a:schemeClr>
                </a:solidFill>
                <a:latin typeface="Arial" panose="020B0604020202020204" pitchFamily="34" charset="0"/>
                <a:cs typeface="Arial" panose="020B0604020202020204" pitchFamily="34" charset="0"/>
              </a:rPr>
              <a:t>Real-world project</a:t>
            </a:r>
            <a:r>
              <a:rPr lang="en-US" sz="2000" dirty="0">
                <a:solidFill>
                  <a:schemeClr val="bg2">
                    <a:lumMod val="10000"/>
                  </a:schemeClr>
                </a:solidFill>
                <a:latin typeface="Arial" panose="020B0604020202020204" pitchFamily="34" charset="0"/>
                <a:cs typeface="Arial" panose="020B0604020202020204" pitchFamily="34" charset="0"/>
              </a:rPr>
              <a:t> in Singapore during the late 1990s.</a:t>
            </a:r>
          </a:p>
          <a:p>
            <a:pPr>
              <a:buFont typeface="Arial" panose="020B0604020202020204" pitchFamily="34" charset="0"/>
              <a:buChar char="•"/>
            </a:pPr>
            <a:r>
              <a:rPr lang="en-US" sz="2000" dirty="0">
                <a:solidFill>
                  <a:schemeClr val="bg2">
                    <a:lumMod val="10000"/>
                  </a:schemeClr>
                </a:solidFill>
                <a:latin typeface="Arial" panose="020B0604020202020204" pitchFamily="34" charset="0"/>
                <a:cs typeface="Arial" panose="020B0604020202020204" pitchFamily="34" charset="0"/>
              </a:rPr>
              <a:t>Led by </a:t>
            </a:r>
            <a:r>
              <a:rPr lang="en-US" sz="2000" b="1" dirty="0">
                <a:solidFill>
                  <a:schemeClr val="bg2">
                    <a:lumMod val="10000"/>
                  </a:schemeClr>
                </a:solidFill>
                <a:latin typeface="Arial" panose="020B0604020202020204" pitchFamily="34" charset="0"/>
                <a:cs typeface="Arial" panose="020B0604020202020204" pitchFamily="34" charset="0"/>
              </a:rPr>
              <a:t>Jeff DeLuca</a:t>
            </a:r>
            <a:r>
              <a:rPr lang="en-US" sz="2000" dirty="0">
                <a:solidFill>
                  <a:schemeClr val="bg2">
                    <a:lumMod val="10000"/>
                  </a:schemeClr>
                </a:solidFill>
                <a:latin typeface="Arial" panose="020B0604020202020204" pitchFamily="34" charset="0"/>
                <a:cs typeface="Arial" panose="020B0604020202020204" pitchFamily="34" charset="0"/>
              </a:rPr>
              <a:t>, with help from </a:t>
            </a:r>
            <a:r>
              <a:rPr lang="en-US" sz="2000" b="1" dirty="0">
                <a:solidFill>
                  <a:schemeClr val="bg2">
                    <a:lumMod val="10000"/>
                  </a:schemeClr>
                </a:solidFill>
                <a:latin typeface="Arial" panose="020B0604020202020204" pitchFamily="34" charset="0"/>
                <a:cs typeface="Arial" panose="020B0604020202020204" pitchFamily="34" charset="0"/>
              </a:rPr>
              <a:t>Peter Coad</a:t>
            </a:r>
            <a:r>
              <a:rPr lang="en-US" sz="2000" dirty="0">
                <a:solidFill>
                  <a:schemeClr val="bg2">
                    <a:lumMod val="10000"/>
                  </a:schemeClr>
                </a:solidFill>
                <a:latin typeface="Arial" panose="020B0604020202020204" pitchFamily="34" charset="0"/>
                <a:cs typeface="Arial" panose="020B0604020202020204" pitchFamily="34" charset="0"/>
              </a:rPr>
              <a:t> and </a:t>
            </a:r>
            <a:r>
              <a:rPr lang="en-US" sz="2000" b="1" dirty="0">
                <a:solidFill>
                  <a:schemeClr val="bg2">
                    <a:lumMod val="10000"/>
                  </a:schemeClr>
                </a:solidFill>
                <a:latin typeface="Arial" panose="020B0604020202020204" pitchFamily="34" charset="0"/>
                <a:cs typeface="Arial" panose="020B0604020202020204" pitchFamily="34" charset="0"/>
              </a:rPr>
              <a:t>Stephen Palmer</a:t>
            </a:r>
            <a:r>
              <a:rPr lang="en-US" sz="2000" dirty="0">
                <a:solidFill>
                  <a:schemeClr val="bg2">
                    <a:lumMod val="10000"/>
                  </a:schemeClr>
                </a:solidFill>
                <a:latin typeface="Arial" panose="020B0604020202020204" pitchFamily="34" charset="0"/>
                <a:cs typeface="Arial" panose="020B0604020202020204" pitchFamily="34" charset="0"/>
              </a:rPr>
              <a:t>.</a:t>
            </a:r>
          </a:p>
          <a:p>
            <a:pPr>
              <a:buFont typeface="Arial" panose="020B0604020202020204" pitchFamily="34" charset="0"/>
              <a:buChar char="•"/>
            </a:pPr>
            <a:r>
              <a:rPr lang="en-US" sz="2000" dirty="0">
                <a:solidFill>
                  <a:schemeClr val="bg2">
                    <a:lumMod val="10000"/>
                  </a:schemeClr>
                </a:solidFill>
                <a:latin typeface="Arial" panose="020B0604020202020204" pitchFamily="34" charset="0"/>
                <a:cs typeface="Arial" panose="020B0604020202020204" pitchFamily="34" charset="0"/>
              </a:rPr>
              <a:t>Focused on developing a large, complex software system.</a:t>
            </a:r>
          </a:p>
          <a:p>
            <a:pPr>
              <a:buFont typeface="Arial" panose="020B0604020202020204" pitchFamily="34" charset="0"/>
              <a:buChar char="•"/>
            </a:pPr>
            <a:r>
              <a:rPr lang="en-US" sz="2000" dirty="0">
                <a:solidFill>
                  <a:schemeClr val="bg2">
                    <a:lumMod val="10000"/>
                  </a:schemeClr>
                </a:solidFill>
                <a:latin typeface="Arial" panose="020B0604020202020204" pitchFamily="34" charset="0"/>
                <a:cs typeface="Arial" panose="020B0604020202020204" pitchFamily="34" charset="0"/>
              </a:rPr>
              <a:t>The challenges of managing complexity and scaling the development process led to the creation of </a:t>
            </a:r>
            <a:r>
              <a:rPr lang="en-US" sz="2000" b="1" dirty="0">
                <a:solidFill>
                  <a:schemeClr val="bg2">
                    <a:lumMod val="10000"/>
                  </a:schemeClr>
                </a:solidFill>
                <a:latin typeface="Arial" panose="020B0604020202020204" pitchFamily="34" charset="0"/>
                <a:cs typeface="Arial" panose="020B0604020202020204" pitchFamily="34" charset="0"/>
              </a:rPr>
              <a:t>Feature-Driven Development (FDD)</a:t>
            </a:r>
            <a:r>
              <a:rPr lang="en-US" sz="2000" dirty="0">
                <a:solidFill>
                  <a:schemeClr val="bg2">
                    <a:lumMod val="10000"/>
                  </a:schemeClr>
                </a:solidFill>
                <a:latin typeface="Arial" panose="020B0604020202020204" pitchFamily="34" charset="0"/>
                <a:cs typeface="Arial" panose="020B0604020202020204" pitchFamily="34" charset="0"/>
              </a:rPr>
              <a:t>.</a:t>
            </a:r>
          </a:p>
          <a:p>
            <a:pPr>
              <a:buFont typeface="Arial" panose="020B0604020202020204" pitchFamily="34" charset="0"/>
              <a:buChar char="•"/>
            </a:pPr>
            <a:r>
              <a:rPr lang="en-US" sz="2000" dirty="0">
                <a:solidFill>
                  <a:schemeClr val="bg2">
                    <a:lumMod val="10000"/>
                  </a:schemeClr>
                </a:solidFill>
                <a:latin typeface="Arial" panose="020B0604020202020204" pitchFamily="34" charset="0"/>
                <a:cs typeface="Arial" panose="020B0604020202020204" pitchFamily="34" charset="0"/>
              </a:rPr>
              <a:t>FDD was designed to deliver software through iterative cycles focused on small, well-defined features.</a:t>
            </a:r>
          </a:p>
          <a:p>
            <a:pPr>
              <a:buFont typeface="Arial" panose="020B0604020202020204" pitchFamily="34" charset="0"/>
              <a:buChar char="•"/>
            </a:pPr>
            <a:r>
              <a:rPr lang="en-US" sz="2000" dirty="0">
                <a:solidFill>
                  <a:schemeClr val="bg2">
                    <a:lumMod val="10000"/>
                  </a:schemeClr>
                </a:solidFill>
                <a:latin typeface="Arial" panose="020B0604020202020204" pitchFamily="34" charset="0"/>
                <a:cs typeface="Arial" panose="020B0604020202020204" pitchFamily="34" charset="0"/>
              </a:rPr>
              <a:t>The </a:t>
            </a:r>
            <a:r>
              <a:rPr lang="en-US" sz="2000" b="1" dirty="0">
                <a:solidFill>
                  <a:schemeClr val="bg2">
                    <a:lumMod val="10000"/>
                  </a:schemeClr>
                </a:solidFill>
                <a:latin typeface="Arial" panose="020B0604020202020204" pitchFamily="34" charset="0"/>
                <a:cs typeface="Arial" panose="020B0604020202020204" pitchFamily="34" charset="0"/>
              </a:rPr>
              <a:t>Singapore project</a:t>
            </a:r>
            <a:r>
              <a:rPr lang="en-US" sz="2000" dirty="0">
                <a:solidFill>
                  <a:schemeClr val="bg2">
                    <a:lumMod val="10000"/>
                  </a:schemeClr>
                </a:solidFill>
                <a:latin typeface="Arial" panose="020B0604020202020204" pitchFamily="34" charset="0"/>
                <a:cs typeface="Arial" panose="020B0604020202020204" pitchFamily="34" charset="0"/>
              </a:rPr>
              <a:t> served as the foundation for the development of the FDD methodology.</a:t>
            </a:r>
          </a:p>
          <a:p>
            <a:endParaRPr lang="en-US" sz="2000" dirty="0"/>
          </a:p>
        </p:txBody>
      </p:sp>
      <p:sp>
        <p:nvSpPr>
          <p:cNvPr id="5" name="Slide Number Placeholder 4">
            <a:extLst>
              <a:ext uri="{FF2B5EF4-FFF2-40B4-BE49-F238E27FC236}">
                <a16:creationId xmlns:a16="http://schemas.microsoft.com/office/drawing/2014/main" id="{C239294D-71D0-22F3-732C-8C5137BE0D05}"/>
              </a:ext>
            </a:extLst>
          </p:cNvPr>
          <p:cNvSpPr>
            <a:spLocks noGrp="1"/>
          </p:cNvSpPr>
          <p:nvPr>
            <p:ph type="sldNum" sz="quarter" idx="12"/>
          </p:nvPr>
        </p:nvSpPr>
        <p:spPr/>
        <p:txBody>
          <a:bodyPr/>
          <a:lstStyle/>
          <a:p>
            <a:fld id="{4267CD5E-26CF-4249-8540-BB1D07FD4227}" type="slidenum">
              <a:rPr lang="en-US" smtClean="0"/>
              <a:t>30</a:t>
            </a:fld>
            <a:endParaRPr lang="en-US"/>
          </a:p>
        </p:txBody>
      </p:sp>
    </p:spTree>
    <p:extLst>
      <p:ext uri="{BB962C8B-B14F-4D97-AF65-F5344CB8AC3E}">
        <p14:creationId xmlns:p14="http://schemas.microsoft.com/office/powerpoint/2010/main" val="30789015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dirty="0">
                <a:solidFill>
                  <a:srgbClr val="000000">
                    <a:alpha val="100000"/>
                  </a:srgbClr>
                </a:solidFill>
                <a:latin typeface="Arial" panose="020B0604020202090204"/>
                <a:ea typeface="Arial" panose="020B0604020202090204"/>
                <a:cs typeface="Arial" panose="020B0604020202090204"/>
                <a:sym typeface="+mn-ea"/>
              </a:rPr>
              <a:t>FDD</a:t>
            </a:r>
            <a:r>
              <a:rPr spc="89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Features</a:t>
            </a:r>
            <a:endParaRPr lang="en-US"/>
          </a:p>
        </p:txBody>
      </p:sp>
      <p:sp>
        <p:nvSpPr>
          <p:cNvPr id="2" name="Content Placeholder 1"/>
          <p:cNvSpPr>
            <a:spLocks noGrp="1"/>
          </p:cNvSpPr>
          <p:nvPr>
            <p:ph idx="1"/>
          </p:nvPr>
        </p:nvSpPr>
        <p:spPr>
          <a:xfrm>
            <a:off x="646115" y="1294661"/>
            <a:ext cx="10709275" cy="4787265"/>
          </a:xfrm>
        </p:spPr>
        <p:txBody>
          <a:bodyPr>
            <a:noAutofit/>
          </a:bodyPr>
          <a:lstStyle/>
          <a:p>
            <a:pPr marL="0" algn="l" rtl="0" eaLnBrk="0">
              <a:lnSpc>
                <a:spcPts val="3360"/>
              </a:lnSpc>
              <a:spcBef>
                <a:spcPts val="600"/>
              </a:spcBef>
            </a:pPr>
            <a:r>
              <a:rPr sz="2000" spc="-6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Cross-functional tea</a:t>
            </a:r>
            <a:r>
              <a:rPr sz="2000" spc="-4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m</a:t>
            </a:r>
            <a:endParaRPr lang="en-US" altLang="en-US" sz="2000" dirty="0">
              <a:latin typeface="Arial" panose="020B0604020202020204" pitchFamily="34" charset="0"/>
              <a:cs typeface="Arial" panose="020B0604020202020204" pitchFamily="34" charset="0"/>
            </a:endParaRPr>
          </a:p>
          <a:p>
            <a:pPr marL="0" algn="l" rtl="0" eaLnBrk="0">
              <a:lnSpc>
                <a:spcPts val="3345"/>
              </a:lnSpc>
              <a:spcBef>
                <a:spcPts val="600"/>
              </a:spcBef>
            </a:pPr>
            <a:r>
              <a:rPr sz="2000" spc="-6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Focus on collaboratio</a:t>
            </a:r>
            <a:r>
              <a:rPr sz="2000" spc="-4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n</a:t>
            </a:r>
          </a:p>
          <a:p>
            <a:pPr marL="502920" lvl="3" eaLnBrk="0">
              <a:lnSpc>
                <a:spcPts val="3345"/>
              </a:lnSpc>
              <a:spcBef>
                <a:spcPts val="600"/>
              </a:spcBef>
            </a:pPr>
            <a:r>
              <a:rPr sz="20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Developers working closely with customers</a:t>
            </a:r>
            <a:endParaRPr lang="en-US" altLang="en-US" sz="2000" dirty="0">
              <a:latin typeface="Arial" panose="020B0604020202020204" pitchFamily="34" charset="0"/>
              <a:cs typeface="Arial" panose="020B0604020202020204" pitchFamily="34" charset="0"/>
            </a:endParaRPr>
          </a:p>
          <a:p>
            <a:pPr marL="0" algn="l" rtl="0" eaLnBrk="0">
              <a:lnSpc>
                <a:spcPts val="3840"/>
              </a:lnSpc>
              <a:spcBef>
                <a:spcPts val="600"/>
              </a:spcBef>
            </a:pPr>
            <a:r>
              <a:rPr sz="20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Time boxed activity</a:t>
            </a:r>
          </a:p>
          <a:p>
            <a:pPr marL="0" algn="l" rtl="0" eaLnBrk="0">
              <a:lnSpc>
                <a:spcPts val="3360"/>
              </a:lnSpc>
              <a:spcBef>
                <a:spcPts val="600"/>
              </a:spcBef>
            </a:pPr>
            <a:r>
              <a:rPr sz="2000" spc="-1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Start projec</a:t>
            </a:r>
            <a:r>
              <a:rPr sz="20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t</a:t>
            </a:r>
            <a:r>
              <a:rPr sz="2000" spc="-1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 </a:t>
            </a:r>
            <a:r>
              <a:rPr sz="20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with</a:t>
            </a:r>
            <a:r>
              <a:rPr sz="2000" spc="-1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a:t>
            </a:r>
          </a:p>
          <a:p>
            <a:pPr marL="502920" lvl="3" eaLnBrk="0">
              <a:lnSpc>
                <a:spcPts val="3360"/>
              </a:lnSpc>
              <a:spcBef>
                <a:spcPts val="600"/>
              </a:spcBef>
            </a:pPr>
            <a:r>
              <a:rPr sz="2000" spc="-6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Shared understanding of the proje</a:t>
            </a:r>
            <a:r>
              <a:rPr sz="2000" spc="-2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c</a:t>
            </a:r>
            <a:r>
              <a:rPr sz="20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t     </a:t>
            </a:r>
          </a:p>
          <a:p>
            <a:pPr marL="502920" lvl="3" eaLnBrk="0">
              <a:lnSpc>
                <a:spcPts val="3360"/>
              </a:lnSpc>
              <a:spcBef>
                <a:spcPts val="600"/>
              </a:spcBef>
            </a:pPr>
            <a:r>
              <a:rPr sz="2000" spc="-9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Shared vocabula</a:t>
            </a:r>
            <a:r>
              <a:rPr lang="en-US" sz="2000" spc="-9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ry between developer</a:t>
            </a:r>
            <a:r>
              <a:rPr lang="en-US" sz="2000" spc="-7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s</a:t>
            </a:r>
            <a:r>
              <a:rPr lang="en-US" sz="2000" spc="-9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 </a:t>
            </a:r>
            <a:r>
              <a:rPr lang="en-US" sz="20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and customers</a:t>
            </a:r>
            <a:endParaRPr lang="en-US" sz="2000" spc="-90" dirty="0">
              <a:solidFill>
                <a:srgbClr val="000000">
                  <a:alpha val="100000"/>
                </a:srgbClr>
              </a:solidFill>
              <a:latin typeface="Arial" panose="020B0604020202020204" pitchFamily="34" charset="0"/>
              <a:ea typeface="Arial" panose="020B0604020202090204"/>
              <a:cs typeface="Arial" panose="020B0604020202020204" pitchFamily="34" charset="0"/>
              <a:sym typeface="+mn-ea"/>
            </a:endParaRPr>
          </a:p>
          <a:p>
            <a:pPr marL="502920" lvl="3" eaLnBrk="0">
              <a:lnSpc>
                <a:spcPts val="3360"/>
              </a:lnSpc>
              <a:spcBef>
                <a:spcPts val="600"/>
              </a:spcBef>
            </a:pPr>
            <a:r>
              <a:rPr lang="en-US" sz="2000" spc="-40" dirty="0">
                <a:solidFill>
                  <a:srgbClr val="000000">
                    <a:alpha val="100000"/>
                  </a:srgbClr>
                </a:solidFill>
                <a:latin typeface="Arial" panose="020B0604020202020204" pitchFamily="34" charset="0"/>
                <a:cs typeface="Arial" panose="020B0604020202020204" pitchFamily="34" charset="0"/>
                <a:sym typeface="+mn-ea"/>
              </a:rPr>
              <a:t>Conceptual framework</a:t>
            </a:r>
          </a:p>
          <a:p>
            <a:pPr marL="502920" lvl="3" eaLnBrk="0">
              <a:lnSpc>
                <a:spcPts val="3360"/>
              </a:lnSpc>
              <a:spcBef>
                <a:spcPts val="600"/>
              </a:spcBef>
            </a:pPr>
            <a:r>
              <a:rPr lang="en-US" sz="2000" spc="-40" dirty="0">
                <a:solidFill>
                  <a:srgbClr val="000000">
                    <a:alpha val="100000"/>
                  </a:srgbClr>
                </a:solidFill>
                <a:latin typeface="Arial" panose="020B0604020202020204" pitchFamily="34" charset="0"/>
                <a:cs typeface="Arial" panose="020B0604020202020204" pitchFamily="34" charset="0"/>
                <a:sym typeface="+mn-ea"/>
              </a:rPr>
              <a:t>Overall Model of the system</a:t>
            </a:r>
            <a:endParaRPr lang="en-US" altLang="en-US" sz="2000" spc="-40" dirty="0">
              <a:solidFill>
                <a:srgbClr val="000000">
                  <a:alpha val="100000"/>
                </a:srgbClr>
              </a:solidFill>
              <a:latin typeface="Arial" panose="020B0604020202020204" pitchFamily="34" charset="0"/>
              <a:cs typeface="Arial" panose="020B0604020202020204" pitchFamily="34" charset="0"/>
            </a:endParaRPr>
          </a:p>
          <a:p>
            <a:pPr marL="0" indent="0">
              <a:buNone/>
            </a:pPr>
            <a:endParaRPr lang="en-US" sz="2000" dirty="0">
              <a:latin typeface="Arial" panose="020B0604020202020204" pitchFamily="34"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4267CD5E-26CF-4249-8540-BB1D07FD4227}" type="slidenum">
              <a:rPr lang="en-US" smtClean="0"/>
              <a:t>31</a:t>
            </a:fld>
            <a:endParaRPr lang="en-US"/>
          </a:p>
        </p:txBody>
      </p:sp>
      <p:pic>
        <p:nvPicPr>
          <p:cNvPr id="6" name="Picture 5" descr="Screen Shot 2022-09-29 at 1.25.54 AM"/>
          <p:cNvPicPr>
            <a:picLocks noChangeAspect="1"/>
          </p:cNvPicPr>
          <p:nvPr/>
        </p:nvPicPr>
        <p:blipFill rotWithShape="1">
          <a:blip r:embed="rId2"/>
          <a:srcRect l="1993"/>
          <a:stretch/>
        </p:blipFill>
        <p:spPr>
          <a:xfrm>
            <a:off x="7938655" y="775970"/>
            <a:ext cx="2934188" cy="2138752"/>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dirty="0">
                <a:solidFill>
                  <a:srgbClr val="000000">
                    <a:alpha val="100000"/>
                  </a:srgbClr>
                </a:solidFill>
                <a:latin typeface="Arial" panose="020B0604020202090204"/>
                <a:ea typeface="Arial" panose="020B0604020202090204"/>
                <a:cs typeface="Arial" panose="020B0604020202090204"/>
                <a:sym typeface="+mn-ea"/>
              </a:rPr>
              <a:t>Roles</a:t>
            </a:r>
            <a:r>
              <a:rPr spc="5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in</a:t>
            </a:r>
            <a:r>
              <a:rPr spc="4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FDD</a:t>
            </a:r>
            <a:endParaRPr lang="en-US"/>
          </a:p>
        </p:txBody>
      </p:sp>
      <p:sp>
        <p:nvSpPr>
          <p:cNvPr id="3" name="Slide Number Placeholder 2"/>
          <p:cNvSpPr>
            <a:spLocks noGrp="1"/>
          </p:cNvSpPr>
          <p:nvPr>
            <p:ph type="sldNum" sz="quarter" idx="12"/>
          </p:nvPr>
        </p:nvSpPr>
        <p:spPr/>
        <p:txBody>
          <a:bodyPr/>
          <a:lstStyle/>
          <a:p>
            <a:fld id="{4267CD5E-26CF-4249-8540-BB1D07FD4227}" type="slidenum">
              <a:rPr lang="en-US" smtClean="0"/>
              <a:t>32</a:t>
            </a:fld>
            <a:endParaRPr lang="en-US"/>
          </a:p>
        </p:txBody>
      </p:sp>
      <p:sp>
        <p:nvSpPr>
          <p:cNvPr id="6" name="Content Placeholder 5"/>
          <p:cNvSpPr>
            <a:spLocks noGrp="1"/>
          </p:cNvSpPr>
          <p:nvPr>
            <p:ph idx="1"/>
          </p:nvPr>
        </p:nvSpPr>
        <p:spPr>
          <a:xfrm>
            <a:off x="189476" y="1293812"/>
            <a:ext cx="10709031" cy="3879273"/>
          </a:xfrm>
        </p:spPr>
        <p:txBody>
          <a:bodyPr>
            <a:noAutofit/>
          </a:bodyPr>
          <a:lstStyle/>
          <a:p>
            <a:pPr marL="351155" indent="0" algn="l" rtl="0" eaLnBrk="0" fontAlgn="auto">
              <a:lnSpc>
                <a:spcPct val="150000"/>
              </a:lnSpc>
              <a:spcBef>
                <a:spcPts val="0"/>
              </a:spcBef>
            </a:pPr>
            <a:r>
              <a:rPr lang="en-US" sz="2400" b="1" spc="-10" dirty="0">
                <a:solidFill>
                  <a:srgbClr val="000000">
                    <a:alpha val="100000"/>
                  </a:srgbClr>
                </a:solidFill>
                <a:latin typeface="Arial" panose="020B0604020202090204"/>
                <a:ea typeface="Arial" panose="020B0604020202090204"/>
                <a:cs typeface="Arial" panose="020B0604020202090204"/>
                <a:sym typeface="+mn-ea"/>
              </a:rPr>
              <a:t>  </a:t>
            </a:r>
            <a:r>
              <a:rPr sz="2400" b="1" spc="-10" dirty="0">
                <a:solidFill>
                  <a:srgbClr val="000000">
                    <a:alpha val="100000"/>
                  </a:srgbClr>
                </a:solidFill>
                <a:latin typeface="Arial" panose="020B0604020202090204"/>
                <a:ea typeface="Arial" panose="020B0604020202090204"/>
                <a:cs typeface="Arial" panose="020B0604020202090204"/>
                <a:sym typeface="+mn-ea"/>
              </a:rPr>
              <a:t>D</a:t>
            </a:r>
            <a:r>
              <a:rPr sz="2400" b="1" dirty="0">
                <a:solidFill>
                  <a:srgbClr val="000000">
                    <a:alpha val="100000"/>
                  </a:srgbClr>
                </a:solidFill>
                <a:latin typeface="Arial" panose="020B0604020202090204"/>
                <a:ea typeface="Arial" panose="020B0604020202090204"/>
                <a:cs typeface="Arial" panose="020B0604020202090204"/>
                <a:sym typeface="+mn-ea"/>
              </a:rPr>
              <a:t>omain</a:t>
            </a:r>
            <a:r>
              <a:rPr sz="2400" spc="-10" dirty="0">
                <a:solidFill>
                  <a:srgbClr val="000000">
                    <a:alpha val="100000"/>
                  </a:srgbClr>
                </a:solidFill>
                <a:latin typeface="Arial" panose="020B0604020202090204"/>
                <a:ea typeface="Arial" panose="020B0604020202090204"/>
                <a:cs typeface="Arial" panose="020B0604020202090204"/>
                <a:sym typeface="+mn-ea"/>
              </a:rPr>
              <a:t> </a:t>
            </a:r>
            <a:r>
              <a:rPr sz="2400" b="1" dirty="0">
                <a:solidFill>
                  <a:srgbClr val="000000">
                    <a:alpha val="100000"/>
                  </a:srgbClr>
                </a:solidFill>
                <a:latin typeface="Arial" panose="020B0604020202090204"/>
                <a:ea typeface="Arial" panose="020B0604020202090204"/>
                <a:cs typeface="Arial" panose="020B0604020202090204"/>
                <a:sym typeface="+mn-ea"/>
              </a:rPr>
              <a:t>Experts</a:t>
            </a:r>
            <a:r>
              <a:rPr sz="2400" spc="-10" dirty="0">
                <a:solidFill>
                  <a:srgbClr val="000000">
                    <a:alpha val="100000"/>
                  </a:srgbClr>
                </a:solidFill>
                <a:latin typeface="Arial" panose="020B0604020202090204"/>
                <a:ea typeface="Arial" panose="020B0604020202090204"/>
                <a:cs typeface="Arial" panose="020B0604020202090204"/>
                <a:sym typeface="+mn-ea"/>
              </a:rPr>
              <a:t> – </a:t>
            </a:r>
            <a:r>
              <a:rPr sz="2400" dirty="0">
                <a:solidFill>
                  <a:srgbClr val="000000">
                    <a:alpha val="100000"/>
                  </a:srgbClr>
                </a:solidFill>
                <a:latin typeface="Arial" panose="020B0604020202090204"/>
                <a:ea typeface="Arial" panose="020B0604020202090204"/>
                <a:cs typeface="Arial" panose="020B0604020202090204"/>
                <a:sym typeface="+mn-ea"/>
              </a:rPr>
              <a:t>voice</a:t>
            </a:r>
            <a:r>
              <a:rPr sz="2400" spc="-1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of</a:t>
            </a:r>
            <a:r>
              <a:rPr sz="2400" spc="-1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customer</a:t>
            </a:r>
          </a:p>
          <a:p>
            <a:pPr marL="351155" indent="0" algn="l" rtl="0" eaLnBrk="0" fontAlgn="auto">
              <a:lnSpc>
                <a:spcPct val="150000"/>
              </a:lnSpc>
              <a:spcBef>
                <a:spcPts val="0"/>
              </a:spcBef>
            </a:pPr>
            <a:r>
              <a:rPr sz="2400" b="1" spc="-40" dirty="0">
                <a:solidFill>
                  <a:srgbClr val="000000">
                    <a:alpha val="100000"/>
                  </a:srgbClr>
                </a:solidFill>
                <a:latin typeface="Arial" panose="020B0604020202090204"/>
                <a:ea typeface="Arial" panose="020B0604020202090204"/>
                <a:cs typeface="Arial" panose="020B0604020202090204"/>
                <a:sym typeface="+mn-ea"/>
              </a:rPr>
              <a:t>  Project</a:t>
            </a:r>
            <a:r>
              <a:rPr sz="2400" spc="-40" dirty="0">
                <a:solidFill>
                  <a:srgbClr val="000000">
                    <a:alpha val="100000"/>
                  </a:srgbClr>
                </a:solidFill>
                <a:latin typeface="Arial" panose="020B0604020202090204"/>
                <a:ea typeface="Arial" panose="020B0604020202090204"/>
                <a:cs typeface="Arial" panose="020B0604020202090204"/>
                <a:sym typeface="+mn-ea"/>
              </a:rPr>
              <a:t> </a:t>
            </a:r>
            <a:r>
              <a:rPr sz="2400" b="1" spc="-40" dirty="0">
                <a:solidFill>
                  <a:srgbClr val="000000">
                    <a:alpha val="100000"/>
                  </a:srgbClr>
                </a:solidFill>
                <a:latin typeface="Arial" panose="020B0604020202090204"/>
                <a:ea typeface="Arial" panose="020B0604020202090204"/>
                <a:cs typeface="Arial" panose="020B0604020202090204"/>
                <a:sym typeface="+mn-ea"/>
              </a:rPr>
              <a:t>Manager</a:t>
            </a:r>
            <a:r>
              <a:rPr sz="2400" spc="-40" dirty="0">
                <a:solidFill>
                  <a:srgbClr val="000000">
                    <a:alpha val="100000"/>
                  </a:srgbClr>
                </a:solidFill>
                <a:latin typeface="Arial" panose="020B0604020202090204"/>
                <a:ea typeface="Arial" panose="020B0604020202090204"/>
                <a:cs typeface="Arial" panose="020B0604020202090204"/>
                <a:sym typeface="+mn-ea"/>
              </a:rPr>
              <a:t> (DeLuca) – administrati</a:t>
            </a:r>
            <a:r>
              <a:rPr sz="2400" spc="-10" dirty="0">
                <a:solidFill>
                  <a:srgbClr val="000000">
                    <a:alpha val="100000"/>
                  </a:srgbClr>
                </a:solidFill>
                <a:latin typeface="Arial" panose="020B0604020202090204"/>
                <a:ea typeface="Arial" panose="020B0604020202090204"/>
                <a:cs typeface="Arial" panose="020B0604020202090204"/>
                <a:sym typeface="+mn-ea"/>
              </a:rPr>
              <a:t>v</a:t>
            </a:r>
            <a:r>
              <a:rPr sz="2400" dirty="0">
                <a:solidFill>
                  <a:srgbClr val="000000">
                    <a:alpha val="100000"/>
                  </a:srgbClr>
                </a:solidFill>
                <a:latin typeface="Arial" panose="020B0604020202090204"/>
                <a:ea typeface="Arial" panose="020B0604020202090204"/>
                <a:cs typeface="Arial" panose="020B0604020202090204"/>
                <a:sym typeface="+mn-ea"/>
              </a:rPr>
              <a:t>e</a:t>
            </a:r>
            <a:r>
              <a:rPr sz="2400" spc="-4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lead</a:t>
            </a:r>
          </a:p>
          <a:p>
            <a:pPr marL="351155" indent="0" algn="l" rtl="0" eaLnBrk="0" fontAlgn="auto">
              <a:lnSpc>
                <a:spcPct val="150000"/>
              </a:lnSpc>
              <a:spcBef>
                <a:spcPts val="0"/>
              </a:spcBef>
            </a:pPr>
            <a:r>
              <a:rPr sz="2400" dirty="0">
                <a:solidFill>
                  <a:srgbClr val="000000">
                    <a:alpha val="100000"/>
                  </a:srgbClr>
                </a:solidFill>
                <a:latin typeface="Arial" panose="020B0604020202090204"/>
                <a:ea typeface="Arial" panose="020B0604020202090204"/>
                <a:cs typeface="Arial" panose="020B0604020202090204"/>
                <a:sym typeface="+mn-ea"/>
              </a:rPr>
              <a:t>  </a:t>
            </a:r>
            <a:r>
              <a:rPr sz="2400" b="1" spc="-40" dirty="0">
                <a:solidFill>
                  <a:srgbClr val="000000">
                    <a:alpha val="100000"/>
                  </a:srgbClr>
                </a:solidFill>
                <a:latin typeface="Arial" panose="020B0604020202090204"/>
                <a:ea typeface="Arial" panose="020B0604020202090204"/>
                <a:cs typeface="Arial" panose="020B0604020202090204"/>
                <a:sym typeface="+mn-ea"/>
              </a:rPr>
              <a:t>Chief</a:t>
            </a:r>
            <a:r>
              <a:rPr sz="2400" spc="-40" dirty="0">
                <a:solidFill>
                  <a:srgbClr val="000000">
                    <a:alpha val="100000"/>
                  </a:srgbClr>
                </a:solidFill>
                <a:latin typeface="Arial" panose="020B0604020202090204"/>
                <a:ea typeface="Arial" panose="020B0604020202090204"/>
                <a:cs typeface="Arial" panose="020B0604020202090204"/>
                <a:sym typeface="+mn-ea"/>
              </a:rPr>
              <a:t> </a:t>
            </a:r>
            <a:r>
              <a:rPr sz="2400" b="1" spc="-40" dirty="0">
                <a:solidFill>
                  <a:srgbClr val="000000">
                    <a:alpha val="100000"/>
                  </a:srgbClr>
                </a:solidFill>
                <a:latin typeface="Arial" panose="020B0604020202090204"/>
                <a:ea typeface="Arial" panose="020B0604020202090204"/>
                <a:cs typeface="Arial" panose="020B0604020202090204"/>
                <a:sym typeface="+mn-ea"/>
              </a:rPr>
              <a:t>Architect</a:t>
            </a:r>
            <a:r>
              <a:rPr sz="2400" spc="-40" dirty="0">
                <a:solidFill>
                  <a:srgbClr val="000000">
                    <a:alpha val="100000"/>
                  </a:srgbClr>
                </a:solidFill>
                <a:latin typeface="Arial" panose="020B0604020202090204"/>
                <a:ea typeface="Arial" panose="020B0604020202090204"/>
                <a:cs typeface="Arial" panose="020B0604020202090204"/>
                <a:sym typeface="+mn-ea"/>
              </a:rPr>
              <a:t> (Coad) – responsible for ov</a:t>
            </a:r>
            <a:r>
              <a:rPr sz="2400" spc="-30" dirty="0">
                <a:solidFill>
                  <a:srgbClr val="000000">
                    <a:alpha val="100000"/>
                  </a:srgbClr>
                </a:solidFill>
                <a:latin typeface="Arial" panose="020B0604020202090204"/>
                <a:ea typeface="Arial" panose="020B0604020202090204"/>
                <a:cs typeface="Arial" panose="020B0604020202090204"/>
                <a:sym typeface="+mn-ea"/>
              </a:rPr>
              <a:t>e</a:t>
            </a:r>
            <a:r>
              <a:rPr sz="2400" dirty="0">
                <a:solidFill>
                  <a:srgbClr val="000000">
                    <a:alpha val="100000"/>
                  </a:srgbClr>
                </a:solidFill>
                <a:latin typeface="Arial" panose="020B0604020202090204"/>
                <a:ea typeface="Arial" panose="020B0604020202090204"/>
                <a:cs typeface="Arial" panose="020B0604020202090204"/>
                <a:sym typeface="+mn-ea"/>
              </a:rPr>
              <a:t>rall</a:t>
            </a:r>
            <a:r>
              <a:rPr sz="2400" spc="-4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design </a:t>
            </a:r>
          </a:p>
          <a:p>
            <a:pPr marL="351155" indent="0" algn="l" rtl="0" eaLnBrk="0" fontAlgn="auto">
              <a:lnSpc>
                <a:spcPct val="150000"/>
              </a:lnSpc>
              <a:spcBef>
                <a:spcPts val="0"/>
              </a:spcBef>
            </a:pPr>
            <a:r>
              <a:rPr sz="2400" dirty="0">
                <a:solidFill>
                  <a:srgbClr val="000000">
                    <a:alpha val="100000"/>
                  </a:srgbClr>
                </a:solidFill>
                <a:latin typeface="Arial" panose="020B0604020202090204"/>
                <a:ea typeface="Arial" panose="020B0604020202090204"/>
                <a:cs typeface="Arial" panose="020B0604020202090204"/>
                <a:sym typeface="+mn-ea"/>
              </a:rPr>
              <a:t>  </a:t>
            </a:r>
            <a:r>
              <a:rPr sz="2400" b="1" spc="-40" dirty="0">
                <a:solidFill>
                  <a:srgbClr val="000000">
                    <a:alpha val="100000"/>
                  </a:srgbClr>
                </a:solidFill>
                <a:latin typeface="Arial" panose="020B0604020202090204"/>
                <a:ea typeface="Arial" panose="020B0604020202090204"/>
                <a:cs typeface="Arial" panose="020B0604020202090204"/>
                <a:sym typeface="+mn-ea"/>
              </a:rPr>
              <a:t>Development</a:t>
            </a:r>
            <a:r>
              <a:rPr sz="2400" spc="-40" dirty="0">
                <a:solidFill>
                  <a:srgbClr val="000000">
                    <a:alpha val="100000"/>
                  </a:srgbClr>
                </a:solidFill>
                <a:latin typeface="Arial" panose="020B0604020202090204"/>
                <a:ea typeface="Arial" panose="020B0604020202090204"/>
                <a:cs typeface="Arial" panose="020B0604020202090204"/>
                <a:sym typeface="+mn-ea"/>
              </a:rPr>
              <a:t> </a:t>
            </a:r>
            <a:r>
              <a:rPr sz="2400" b="1" spc="-40" dirty="0">
                <a:solidFill>
                  <a:srgbClr val="000000">
                    <a:alpha val="100000"/>
                  </a:srgbClr>
                </a:solidFill>
                <a:latin typeface="Arial" panose="020B0604020202090204"/>
                <a:ea typeface="Arial" panose="020B0604020202090204"/>
                <a:cs typeface="Arial" panose="020B0604020202090204"/>
                <a:sym typeface="+mn-ea"/>
              </a:rPr>
              <a:t>Manager</a:t>
            </a:r>
            <a:r>
              <a:rPr sz="2400" spc="-40" dirty="0">
                <a:solidFill>
                  <a:srgbClr val="000000">
                    <a:alpha val="100000"/>
                  </a:srgbClr>
                </a:solidFill>
                <a:latin typeface="Arial" panose="020B0604020202090204"/>
                <a:ea typeface="Arial" panose="020B0604020202090204"/>
                <a:cs typeface="Arial" panose="020B0604020202090204"/>
                <a:sym typeface="+mn-ea"/>
              </a:rPr>
              <a:t> (Palmer) – team mana</a:t>
            </a:r>
            <a:r>
              <a:rPr sz="2400" spc="-30" dirty="0">
                <a:solidFill>
                  <a:srgbClr val="000000">
                    <a:alpha val="100000"/>
                  </a:srgbClr>
                </a:solidFill>
                <a:latin typeface="Arial" panose="020B0604020202090204"/>
                <a:ea typeface="Arial" panose="020B0604020202090204"/>
                <a:cs typeface="Arial" panose="020B0604020202090204"/>
                <a:sym typeface="+mn-ea"/>
              </a:rPr>
              <a:t>g</a:t>
            </a:r>
            <a:r>
              <a:rPr sz="2400" dirty="0">
                <a:solidFill>
                  <a:srgbClr val="000000">
                    <a:alpha val="100000"/>
                  </a:srgbClr>
                </a:solidFill>
                <a:latin typeface="Arial" panose="020B0604020202090204"/>
                <a:ea typeface="Arial" panose="020B0604020202090204"/>
                <a:cs typeface="Arial" panose="020B0604020202090204"/>
                <a:sym typeface="+mn-ea"/>
              </a:rPr>
              <a:t>ement </a:t>
            </a:r>
          </a:p>
          <a:p>
            <a:pPr marL="351155" indent="0" algn="l" rtl="0" eaLnBrk="0" fontAlgn="auto">
              <a:lnSpc>
                <a:spcPct val="150000"/>
              </a:lnSpc>
              <a:spcBef>
                <a:spcPts val="0"/>
              </a:spcBef>
            </a:pPr>
            <a:r>
              <a:rPr sz="2400" dirty="0">
                <a:solidFill>
                  <a:srgbClr val="000000">
                    <a:alpha val="100000"/>
                  </a:srgbClr>
                </a:solidFill>
                <a:latin typeface="Arial" panose="020B0604020202090204"/>
                <a:ea typeface="Arial" panose="020B0604020202090204"/>
                <a:cs typeface="Arial" panose="020B0604020202090204"/>
                <a:sym typeface="+mn-ea"/>
              </a:rPr>
              <a:t>  </a:t>
            </a:r>
            <a:r>
              <a:rPr sz="2400" b="1" spc="-40" dirty="0">
                <a:solidFill>
                  <a:srgbClr val="000000">
                    <a:alpha val="100000"/>
                  </a:srgbClr>
                </a:solidFill>
                <a:latin typeface="Arial" panose="020B0604020202090204"/>
                <a:ea typeface="Arial" panose="020B0604020202090204"/>
                <a:cs typeface="Arial" panose="020B0604020202090204"/>
                <a:sym typeface="+mn-ea"/>
              </a:rPr>
              <a:t>Chief</a:t>
            </a:r>
            <a:r>
              <a:rPr sz="2400" spc="-40" dirty="0">
                <a:solidFill>
                  <a:srgbClr val="000000">
                    <a:alpha val="100000"/>
                  </a:srgbClr>
                </a:solidFill>
                <a:latin typeface="Arial" panose="020B0604020202090204"/>
                <a:ea typeface="Arial" panose="020B0604020202090204"/>
                <a:cs typeface="Arial" panose="020B0604020202090204"/>
                <a:sym typeface="+mn-ea"/>
              </a:rPr>
              <a:t> </a:t>
            </a:r>
            <a:r>
              <a:rPr sz="2400" b="1" spc="-40" dirty="0">
                <a:solidFill>
                  <a:srgbClr val="000000">
                    <a:alpha val="100000"/>
                  </a:srgbClr>
                </a:solidFill>
                <a:latin typeface="Arial" panose="020B0604020202090204"/>
                <a:ea typeface="Arial" panose="020B0604020202090204"/>
                <a:cs typeface="Arial" panose="020B0604020202090204"/>
                <a:sym typeface="+mn-ea"/>
              </a:rPr>
              <a:t>Programmers</a:t>
            </a:r>
            <a:r>
              <a:rPr sz="2400" spc="-40" dirty="0">
                <a:solidFill>
                  <a:srgbClr val="000000">
                    <a:alpha val="100000"/>
                  </a:srgbClr>
                </a:solidFill>
                <a:latin typeface="Arial" panose="020B0604020202090204"/>
                <a:ea typeface="Arial" panose="020B0604020202090204"/>
                <a:cs typeface="Arial" panose="020B0604020202090204"/>
                <a:sym typeface="+mn-ea"/>
              </a:rPr>
              <a:t> – lead teams in design of featur</a:t>
            </a:r>
            <a:r>
              <a:rPr sz="2400" spc="-20" dirty="0">
                <a:solidFill>
                  <a:srgbClr val="000000">
                    <a:alpha val="100000"/>
                  </a:srgbClr>
                </a:solidFill>
                <a:latin typeface="Arial" panose="020B0604020202090204"/>
                <a:ea typeface="Arial" panose="020B0604020202090204"/>
                <a:cs typeface="Arial" panose="020B0604020202090204"/>
                <a:sym typeface="+mn-ea"/>
              </a:rPr>
              <a:t>e</a:t>
            </a:r>
            <a:r>
              <a:rPr sz="2400" dirty="0">
                <a:solidFill>
                  <a:srgbClr val="000000">
                    <a:alpha val="100000"/>
                  </a:srgbClr>
                </a:solidFill>
                <a:latin typeface="Arial" panose="020B0604020202090204"/>
                <a:ea typeface="Arial" panose="020B0604020202090204"/>
                <a:cs typeface="Arial" panose="020B0604020202090204"/>
                <a:sym typeface="+mn-ea"/>
              </a:rPr>
              <a:t>s</a:t>
            </a:r>
          </a:p>
          <a:p>
            <a:pPr marL="351155" indent="0" algn="l" rtl="0" eaLnBrk="0" fontAlgn="auto">
              <a:lnSpc>
                <a:spcPct val="150000"/>
              </a:lnSpc>
              <a:spcBef>
                <a:spcPts val="0"/>
              </a:spcBef>
            </a:pPr>
            <a:r>
              <a:rPr sz="2400" dirty="0">
                <a:solidFill>
                  <a:srgbClr val="000000">
                    <a:alpha val="100000"/>
                  </a:srgbClr>
                </a:solidFill>
                <a:latin typeface="Arial" panose="020B0604020202090204"/>
                <a:ea typeface="Arial" panose="020B0604020202090204"/>
                <a:cs typeface="Arial" panose="020B0604020202090204"/>
                <a:sym typeface="+mn-ea"/>
              </a:rPr>
              <a:t>  </a:t>
            </a:r>
            <a:r>
              <a:rPr sz="2400" b="1" spc="-40" dirty="0">
                <a:solidFill>
                  <a:srgbClr val="000000">
                    <a:alpha val="100000"/>
                  </a:srgbClr>
                </a:solidFill>
                <a:latin typeface="Arial" panose="020B0604020202090204"/>
                <a:ea typeface="Arial" panose="020B0604020202090204"/>
                <a:cs typeface="Arial" panose="020B0604020202090204"/>
                <a:sym typeface="+mn-ea"/>
              </a:rPr>
              <a:t>Feature</a:t>
            </a:r>
            <a:r>
              <a:rPr sz="2400" spc="-40" dirty="0">
                <a:solidFill>
                  <a:srgbClr val="000000">
                    <a:alpha val="100000"/>
                  </a:srgbClr>
                </a:solidFill>
                <a:latin typeface="Arial" panose="020B0604020202090204"/>
                <a:ea typeface="Arial" panose="020B0604020202090204"/>
                <a:cs typeface="Arial" panose="020B0604020202090204"/>
                <a:sym typeface="+mn-ea"/>
              </a:rPr>
              <a:t> </a:t>
            </a:r>
            <a:r>
              <a:rPr sz="2400" b="1" spc="-40" dirty="0">
                <a:solidFill>
                  <a:srgbClr val="000000">
                    <a:alpha val="100000"/>
                  </a:srgbClr>
                </a:solidFill>
                <a:latin typeface="Arial" panose="020B0604020202090204"/>
                <a:ea typeface="Arial" panose="020B0604020202090204"/>
                <a:cs typeface="Arial" panose="020B0604020202090204"/>
                <a:sym typeface="+mn-ea"/>
              </a:rPr>
              <a:t>Teams</a:t>
            </a:r>
            <a:r>
              <a:rPr sz="2400" spc="-40" dirty="0">
                <a:solidFill>
                  <a:srgbClr val="000000">
                    <a:alpha val="100000"/>
                  </a:srgbClr>
                </a:solidFill>
                <a:latin typeface="Arial" panose="020B0604020202090204"/>
                <a:ea typeface="Arial" panose="020B0604020202090204"/>
                <a:cs typeface="Arial" panose="020B0604020202090204"/>
                <a:sym typeface="+mn-ea"/>
              </a:rPr>
              <a:t> – temporary groups of develope</a:t>
            </a:r>
            <a:r>
              <a:rPr sz="2400" spc="-10" dirty="0">
                <a:solidFill>
                  <a:srgbClr val="000000">
                    <a:alpha val="100000"/>
                  </a:srgbClr>
                </a:solidFill>
                <a:latin typeface="Arial" panose="020B0604020202090204"/>
                <a:ea typeface="Arial" panose="020B0604020202090204"/>
                <a:cs typeface="Arial" panose="020B0604020202090204"/>
                <a:sym typeface="+mn-ea"/>
              </a:rPr>
              <a:t>r</a:t>
            </a:r>
            <a:r>
              <a:rPr sz="2400" dirty="0">
                <a:solidFill>
                  <a:srgbClr val="000000">
                    <a:alpha val="100000"/>
                  </a:srgbClr>
                </a:solidFill>
                <a:latin typeface="Arial" panose="020B0604020202090204"/>
                <a:ea typeface="Arial" panose="020B0604020202090204"/>
                <a:cs typeface="Arial" panose="020B0604020202090204"/>
                <a:sym typeface="+mn-ea"/>
              </a:rPr>
              <a:t>s </a:t>
            </a:r>
            <a:r>
              <a:rPr sz="2400" spc="-80" dirty="0">
                <a:solidFill>
                  <a:srgbClr val="000000">
                    <a:alpha val="100000"/>
                  </a:srgbClr>
                </a:solidFill>
                <a:latin typeface="Arial" panose="020B0604020202090204"/>
                <a:ea typeface="Arial" panose="020B0604020202090204"/>
                <a:cs typeface="Arial" panose="020B0604020202090204"/>
                <a:sym typeface="+mn-ea"/>
              </a:rPr>
              <a:t>implementing featu</a:t>
            </a:r>
            <a:r>
              <a:rPr sz="2400" spc="-40" dirty="0">
                <a:solidFill>
                  <a:srgbClr val="000000">
                    <a:alpha val="100000"/>
                  </a:srgbClr>
                </a:solidFill>
                <a:latin typeface="Arial" panose="020B0604020202090204"/>
                <a:ea typeface="Arial" panose="020B0604020202090204"/>
                <a:cs typeface="Arial" panose="020B0604020202090204"/>
                <a:sym typeface="+mn-ea"/>
              </a:rPr>
              <a:t>r</a:t>
            </a:r>
            <a:r>
              <a:rPr sz="2400" dirty="0">
                <a:solidFill>
                  <a:srgbClr val="000000">
                    <a:alpha val="100000"/>
                  </a:srgbClr>
                </a:solidFill>
                <a:latin typeface="Arial" panose="020B0604020202090204"/>
                <a:ea typeface="Arial" panose="020B0604020202090204"/>
                <a:cs typeface="Arial" panose="020B0604020202090204"/>
                <a:sym typeface="+mn-ea"/>
              </a:rPr>
              <a:t>es</a:t>
            </a:r>
            <a:endParaRPr lang="en-US" sz="2400" dirty="0">
              <a:solidFill>
                <a:srgbClr val="000000">
                  <a:alpha val="100000"/>
                </a:srgbClr>
              </a:solidFill>
              <a:latin typeface="Arial" panose="020B0604020202090204"/>
              <a:ea typeface="Arial" panose="020B0604020202090204"/>
              <a:cs typeface="Arial" panose="020B0604020202090204"/>
              <a:sym typeface="+mn-ea"/>
            </a:endParaRPr>
          </a:p>
          <a:p>
            <a:pPr marL="351155" indent="0" algn="l" rtl="0" eaLnBrk="0" fontAlgn="auto">
              <a:lnSpc>
                <a:spcPct val="150000"/>
              </a:lnSpc>
              <a:spcBef>
                <a:spcPts val="0"/>
              </a:spcBef>
            </a:pPr>
            <a:r>
              <a:rPr lang="en-US" sz="2400" b="1" spc="-60" dirty="0">
                <a:solidFill>
                  <a:srgbClr val="000000">
                    <a:alpha val="100000"/>
                  </a:srgbClr>
                </a:solidFill>
                <a:latin typeface="Arial" panose="020B0604020202090204"/>
                <a:ea typeface="Arial" panose="020B0604020202090204"/>
                <a:cs typeface="Arial" panose="020B0604020202090204"/>
                <a:sym typeface="+mn-ea"/>
              </a:rPr>
              <a:t>  </a:t>
            </a:r>
            <a:r>
              <a:rPr sz="2400" b="1" spc="-60" dirty="0">
                <a:solidFill>
                  <a:srgbClr val="000000">
                    <a:alpha val="100000"/>
                  </a:srgbClr>
                </a:solidFill>
                <a:latin typeface="Arial" panose="020B0604020202090204"/>
                <a:ea typeface="Arial" panose="020B0604020202090204"/>
                <a:cs typeface="Arial" panose="020B0604020202090204"/>
                <a:sym typeface="+mn-ea"/>
              </a:rPr>
              <a:t>Class</a:t>
            </a:r>
            <a:r>
              <a:rPr sz="2400" spc="-60" dirty="0">
                <a:solidFill>
                  <a:srgbClr val="000000">
                    <a:alpha val="100000"/>
                  </a:srgbClr>
                </a:solidFill>
                <a:latin typeface="Arial" panose="020B0604020202090204"/>
                <a:ea typeface="Arial" panose="020B0604020202090204"/>
                <a:cs typeface="Arial" panose="020B0604020202090204"/>
                <a:sym typeface="+mn-ea"/>
              </a:rPr>
              <a:t> </a:t>
            </a:r>
            <a:r>
              <a:rPr sz="2400" b="1" spc="-60" dirty="0">
                <a:solidFill>
                  <a:srgbClr val="000000">
                    <a:alpha val="100000"/>
                  </a:srgbClr>
                </a:solidFill>
                <a:latin typeface="Arial" panose="020B0604020202090204"/>
                <a:ea typeface="Arial" panose="020B0604020202090204"/>
                <a:cs typeface="Arial" panose="020B0604020202090204"/>
                <a:sym typeface="+mn-ea"/>
              </a:rPr>
              <a:t>Owners</a:t>
            </a:r>
            <a:r>
              <a:rPr sz="2400" spc="-60" dirty="0">
                <a:solidFill>
                  <a:srgbClr val="000000">
                    <a:alpha val="100000"/>
                  </a:srgbClr>
                </a:solidFill>
                <a:latin typeface="Arial" panose="020B0604020202090204"/>
                <a:ea typeface="Arial" panose="020B0604020202090204"/>
                <a:cs typeface="Arial" panose="020B0604020202090204"/>
                <a:sym typeface="+mn-ea"/>
              </a:rPr>
              <a:t> – </a:t>
            </a:r>
            <a:r>
              <a:rPr sz="2400" b="1" spc="-60" dirty="0">
                <a:solidFill>
                  <a:srgbClr val="C00000"/>
                </a:solidFill>
                <a:latin typeface="Arial" panose="020B0604020202090204"/>
                <a:ea typeface="Arial" panose="020B0604020202090204"/>
                <a:cs typeface="Arial" panose="020B0604020202090204"/>
                <a:sym typeface="+mn-ea"/>
              </a:rPr>
              <a:t>developers who own individual classes</a:t>
            </a:r>
            <a:r>
              <a:rPr sz="2400" b="1" dirty="0">
                <a:solidFill>
                  <a:srgbClr val="C00000"/>
                </a:solidFill>
                <a:latin typeface="Arial" panose="020B0604020202090204"/>
                <a:ea typeface="Arial" panose="020B0604020202090204"/>
                <a:cs typeface="Arial" panose="020B0604020202090204"/>
                <a:sym typeface="+mn-ea"/>
              </a:rPr>
              <a:t> </a:t>
            </a:r>
            <a:endParaRPr lang="en-US" sz="2400" b="1" dirty="0">
              <a:solidFill>
                <a:srgbClr val="C00000"/>
              </a:solidFill>
              <a:latin typeface="Arial" panose="020B0604020202090204"/>
              <a:ea typeface="Arial" panose="020B0604020202090204"/>
              <a:cs typeface="Arial" panose="020B0604020202090204"/>
              <a:sym typeface="+mn-ea"/>
            </a:endParaRPr>
          </a:p>
          <a:p>
            <a:pPr marL="625475" lvl="1" indent="0" eaLnBrk="0">
              <a:lnSpc>
                <a:spcPct val="150000"/>
              </a:lnSpc>
              <a:spcBef>
                <a:spcPts val="0"/>
              </a:spcBef>
            </a:pPr>
            <a:r>
              <a:rPr lang="en-US" sz="2400" spc="-40" dirty="0">
                <a:solidFill>
                  <a:srgbClr val="C00000"/>
                </a:solidFill>
                <a:latin typeface="Arial" panose="020B0604020202090204"/>
                <a:ea typeface="Arial" panose="020B0604020202090204"/>
                <a:cs typeface="Arial" panose="020B0604020202090204"/>
                <a:sym typeface="+mn-ea"/>
              </a:rPr>
              <a:t>  </a:t>
            </a:r>
            <a:r>
              <a:rPr sz="2400" spc="-40" dirty="0">
                <a:solidFill>
                  <a:srgbClr val="C00000"/>
                </a:solidFill>
                <a:latin typeface="Arial" panose="020B0604020202090204"/>
                <a:ea typeface="Arial" panose="020B0604020202090204"/>
                <a:cs typeface="Arial" panose="020B0604020202090204"/>
                <a:sym typeface="+mn-ea"/>
              </a:rPr>
              <a:t>Different from XP’s collective code own</a:t>
            </a:r>
            <a:r>
              <a:rPr sz="2400" dirty="0">
                <a:solidFill>
                  <a:srgbClr val="C00000"/>
                </a:solidFill>
                <a:latin typeface="Arial" panose="020B0604020202090204"/>
                <a:ea typeface="Arial" panose="020B0604020202090204"/>
                <a:cs typeface="Arial" panose="020B0604020202090204"/>
                <a:sym typeface="+mn-ea"/>
              </a:rPr>
              <a:t>ership</a:t>
            </a:r>
            <a:endParaRPr lang="en-US" sz="2400" dirty="0">
              <a:solidFill>
                <a:srgbClr val="C00000"/>
              </a:solidFill>
              <a:latin typeface="Arial" panose="020B0604020202090204"/>
              <a:ea typeface="Arial" panose="020B0604020202090204"/>
              <a:cs typeface="Arial" panose="020B0604020202090204"/>
              <a:sym typeface="+mn-ea"/>
            </a:endParaRPr>
          </a:p>
        </p:txBody>
      </p:sp>
      <p:pic>
        <p:nvPicPr>
          <p:cNvPr id="71" name="picture 71"/>
          <p:cNvPicPr>
            <a:picLocks noChangeAspect="1"/>
          </p:cNvPicPr>
          <p:nvPr/>
        </p:nvPicPr>
        <p:blipFill>
          <a:blip r:embed="rId2"/>
          <a:stretch>
            <a:fillRect/>
          </a:stretch>
        </p:blipFill>
        <p:spPr>
          <a:xfrm rot="21600000">
            <a:off x="8012430" y="365125"/>
            <a:ext cx="3343275" cy="185737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sz="4400" dirty="0">
                <a:solidFill>
                  <a:srgbClr val="000000">
                    <a:alpha val="100000"/>
                  </a:srgbClr>
                </a:solidFill>
                <a:latin typeface="Arial Bold" panose="020B0604020202090204" charset="0"/>
                <a:ea typeface="Times New Roman" panose="02020603050405020304"/>
                <a:cs typeface="Arial Bold" panose="020B0604020202090204" charset="0"/>
                <a:sym typeface="+mn-ea"/>
              </a:rPr>
              <a:t>Teams also require</a:t>
            </a:r>
            <a:r>
              <a:rPr sz="4400" spc="1490" dirty="0">
                <a:solidFill>
                  <a:srgbClr val="000000">
                    <a:alpha val="100000"/>
                  </a:srgbClr>
                </a:solidFill>
                <a:latin typeface="Arial Bold" panose="020B0604020202090204" charset="0"/>
                <a:ea typeface="Times New Roman" panose="02020603050405020304"/>
                <a:cs typeface="Arial Bold" panose="020B0604020202090204" charset="0"/>
                <a:sym typeface="+mn-ea"/>
              </a:rPr>
              <a:t> </a:t>
            </a:r>
            <a:r>
              <a:rPr sz="4400" spc="1460" dirty="0">
                <a:solidFill>
                  <a:srgbClr val="000000">
                    <a:alpha val="100000"/>
                  </a:srgbClr>
                </a:solidFill>
                <a:latin typeface="Arial Bold" panose="020B0604020202090204" charset="0"/>
                <a:ea typeface="Times New Roman" panose="02020603050405020304"/>
                <a:cs typeface="Arial Bold" panose="020B0604020202090204" charset="0"/>
                <a:sym typeface="+mn-ea"/>
              </a:rPr>
              <a:t>…</a:t>
            </a:r>
            <a:br>
              <a:rPr lang="en-US" altLang="en-US" sz="4400" dirty="0">
                <a:latin typeface="Arial Bold" panose="020B0604020202090204" charset="0"/>
                <a:cs typeface="Arial Bold" panose="020B0604020202090204" charset="0"/>
              </a:rPr>
            </a:br>
            <a:endParaRPr lang="en-US" sz="4400">
              <a:latin typeface="Arial Bold" panose="020B0604020202090204" charset="0"/>
              <a:cs typeface="Arial Bold" panose="020B0604020202090204" charset="0"/>
            </a:endParaRPr>
          </a:p>
        </p:txBody>
      </p:sp>
      <p:sp>
        <p:nvSpPr>
          <p:cNvPr id="3" name="Slide Number Placeholder 2"/>
          <p:cNvSpPr>
            <a:spLocks noGrp="1"/>
          </p:cNvSpPr>
          <p:nvPr>
            <p:ph type="sldNum" sz="quarter" idx="12"/>
          </p:nvPr>
        </p:nvSpPr>
        <p:spPr/>
        <p:txBody>
          <a:bodyPr/>
          <a:lstStyle/>
          <a:p>
            <a:fld id="{4267CD5E-26CF-4249-8540-BB1D07FD4227}" type="slidenum">
              <a:rPr lang="en-US" smtClean="0"/>
              <a:t>33</a:t>
            </a:fld>
            <a:endParaRPr lang="en-US"/>
          </a:p>
        </p:txBody>
      </p:sp>
      <p:pic>
        <p:nvPicPr>
          <p:cNvPr id="72" name="picture 72"/>
          <p:cNvPicPr>
            <a:picLocks noChangeAspect="1"/>
          </p:cNvPicPr>
          <p:nvPr/>
        </p:nvPicPr>
        <p:blipFill>
          <a:blip r:embed="rId2"/>
          <a:stretch>
            <a:fillRect/>
          </a:stretch>
        </p:blipFill>
        <p:spPr>
          <a:xfrm rot="21600000">
            <a:off x="4064500" y="1750274"/>
            <a:ext cx="1976967" cy="3860800"/>
          </a:xfrm>
          <a:prstGeom prst="rect">
            <a:avLst/>
          </a:prstGeom>
        </p:spPr>
      </p:pic>
      <p:pic>
        <p:nvPicPr>
          <p:cNvPr id="73" name="picture 73"/>
          <p:cNvPicPr>
            <a:picLocks noChangeAspect="1"/>
          </p:cNvPicPr>
          <p:nvPr/>
        </p:nvPicPr>
        <p:blipFill>
          <a:blip r:embed="rId3"/>
          <a:stretch>
            <a:fillRect/>
          </a:stretch>
        </p:blipFill>
        <p:spPr>
          <a:xfrm rot="21600000">
            <a:off x="4053104" y="3634107"/>
            <a:ext cx="3812505" cy="1976967"/>
          </a:xfrm>
          <a:prstGeom prst="rect">
            <a:avLst/>
          </a:prstGeom>
        </p:spPr>
      </p:pic>
      <p:pic>
        <p:nvPicPr>
          <p:cNvPr id="74" name="picture 74"/>
          <p:cNvPicPr>
            <a:picLocks noChangeAspect="1"/>
          </p:cNvPicPr>
          <p:nvPr/>
        </p:nvPicPr>
        <p:blipFill>
          <a:blip r:embed="rId4"/>
          <a:stretch>
            <a:fillRect/>
          </a:stretch>
        </p:blipFill>
        <p:spPr>
          <a:xfrm rot="21600000">
            <a:off x="5131723" y="1750274"/>
            <a:ext cx="2840566" cy="3790558"/>
          </a:xfrm>
          <a:prstGeom prst="rect">
            <a:avLst/>
          </a:prstGeom>
        </p:spPr>
      </p:pic>
      <p:grpSp>
        <p:nvGrpSpPr>
          <p:cNvPr id="36" name="group 36"/>
          <p:cNvGrpSpPr/>
          <p:nvPr/>
        </p:nvGrpSpPr>
        <p:grpSpPr>
          <a:xfrm rot="21600000">
            <a:off x="5389955" y="4881247"/>
            <a:ext cx="1308100" cy="1308100"/>
            <a:chOff x="0" y="0"/>
            <a:chExt cx="1308100" cy="1308100"/>
          </a:xfrm>
        </p:grpSpPr>
        <p:pic>
          <p:nvPicPr>
            <p:cNvPr id="79" name="picture 79"/>
            <p:cNvPicPr>
              <a:picLocks noChangeAspect="1"/>
            </p:cNvPicPr>
            <p:nvPr/>
          </p:nvPicPr>
          <p:blipFill>
            <a:blip r:embed="rId5"/>
            <a:stretch>
              <a:fillRect/>
            </a:stretch>
          </p:blipFill>
          <p:spPr>
            <a:xfrm rot="21600000">
              <a:off x="0" y="0"/>
              <a:ext cx="1308100" cy="1308100"/>
            </a:xfrm>
            <a:prstGeom prst="rect">
              <a:avLst/>
            </a:prstGeom>
          </p:spPr>
        </p:pic>
        <p:pic>
          <p:nvPicPr>
            <p:cNvPr id="80" name="picture 80"/>
            <p:cNvPicPr>
              <a:picLocks noChangeAspect="1"/>
            </p:cNvPicPr>
            <p:nvPr/>
          </p:nvPicPr>
          <p:blipFill>
            <a:blip r:embed="rId6"/>
            <a:stretch>
              <a:fillRect/>
            </a:stretch>
          </p:blipFill>
          <p:spPr>
            <a:xfrm rot="21600000">
              <a:off x="47490" y="24809"/>
              <a:ext cx="1212715" cy="1212715"/>
            </a:xfrm>
            <a:prstGeom prst="rect">
              <a:avLst/>
            </a:prstGeom>
          </p:spPr>
        </p:pic>
        <p:sp>
          <p:nvSpPr>
            <p:cNvPr id="81" name="textbox 81"/>
            <p:cNvSpPr/>
            <p:nvPr/>
          </p:nvSpPr>
          <p:spPr>
            <a:xfrm>
              <a:off x="273050" y="511810"/>
              <a:ext cx="805180" cy="285115"/>
            </a:xfrm>
            <a:prstGeom prst="rect">
              <a:avLst/>
            </a:prstGeom>
          </p:spPr>
          <p:txBody>
            <a:bodyPr vert="horz" wrap="square" lIns="0" tIns="0" rIns="0" bIns="0"/>
            <a:lstStyle/>
            <a:p>
              <a:pPr algn="l" rtl="0" eaLnBrk="0">
                <a:lnSpc>
                  <a:spcPct val="122000"/>
                </a:lnSpc>
              </a:pPr>
              <a:endParaRPr lang="en-US" altLang="en-US" sz="400" dirty="0"/>
            </a:p>
            <a:p>
              <a:pPr marL="12700" algn="l" rtl="0" eaLnBrk="0">
                <a:lnSpc>
                  <a:spcPct val="82000"/>
                </a:lnSpc>
              </a:pPr>
              <a:r>
                <a:rPr sz="1300" spc="30" dirty="0">
                  <a:solidFill>
                    <a:srgbClr val="FFFFFF">
                      <a:alpha val="100000"/>
                    </a:srgbClr>
                  </a:solidFill>
                  <a:latin typeface="Calibri"/>
                  <a:ea typeface="Calibri"/>
                  <a:cs typeface="Calibri"/>
                </a:rPr>
                <a:t>Disciplin</a:t>
              </a:r>
              <a:r>
                <a:rPr sz="1300" spc="0" dirty="0">
                  <a:solidFill>
                    <a:srgbClr val="FFFFFF">
                      <a:alpha val="100000"/>
                    </a:srgbClr>
                  </a:solidFill>
                  <a:latin typeface="Calibri"/>
                  <a:ea typeface="Calibri"/>
                  <a:cs typeface="Calibri"/>
                </a:rPr>
                <a:t>e</a:t>
              </a:r>
              <a:endParaRPr lang="en-US" altLang="en-US" sz="1300" dirty="0"/>
            </a:p>
          </p:txBody>
        </p:sp>
      </p:grpSp>
      <p:grpSp>
        <p:nvGrpSpPr>
          <p:cNvPr id="38" name="group 38"/>
          <p:cNvGrpSpPr/>
          <p:nvPr/>
        </p:nvGrpSpPr>
        <p:grpSpPr>
          <a:xfrm rot="21600000">
            <a:off x="5389955" y="1187241"/>
            <a:ext cx="1308100" cy="1303866"/>
            <a:chOff x="0" y="0"/>
            <a:chExt cx="1308100" cy="1303866"/>
          </a:xfrm>
        </p:grpSpPr>
        <p:pic>
          <p:nvPicPr>
            <p:cNvPr id="82" name="picture 82"/>
            <p:cNvPicPr>
              <a:picLocks noChangeAspect="1"/>
            </p:cNvPicPr>
            <p:nvPr/>
          </p:nvPicPr>
          <p:blipFill>
            <a:blip r:embed="rId7"/>
            <a:stretch>
              <a:fillRect/>
            </a:stretch>
          </p:blipFill>
          <p:spPr>
            <a:xfrm rot="21600000">
              <a:off x="0" y="0"/>
              <a:ext cx="1308100" cy="1303866"/>
            </a:xfrm>
            <a:prstGeom prst="rect">
              <a:avLst/>
            </a:prstGeom>
          </p:spPr>
        </p:pic>
        <p:pic>
          <p:nvPicPr>
            <p:cNvPr id="83" name="picture 83"/>
            <p:cNvPicPr>
              <a:picLocks noChangeAspect="1"/>
            </p:cNvPicPr>
            <p:nvPr/>
          </p:nvPicPr>
          <p:blipFill>
            <a:blip r:embed="rId8"/>
            <a:stretch>
              <a:fillRect/>
            </a:stretch>
          </p:blipFill>
          <p:spPr>
            <a:xfrm rot="21600000">
              <a:off x="47490" y="22850"/>
              <a:ext cx="1212715" cy="1212715"/>
            </a:xfrm>
            <a:prstGeom prst="rect">
              <a:avLst/>
            </a:prstGeom>
          </p:spPr>
        </p:pic>
        <p:sp>
          <p:nvSpPr>
            <p:cNvPr id="84" name="textbox 84"/>
            <p:cNvSpPr/>
            <p:nvPr/>
          </p:nvSpPr>
          <p:spPr>
            <a:xfrm>
              <a:off x="414655" y="472440"/>
              <a:ext cx="597535" cy="285115"/>
            </a:xfrm>
            <a:prstGeom prst="rect">
              <a:avLst/>
            </a:prstGeom>
          </p:spPr>
          <p:txBody>
            <a:bodyPr vert="horz" wrap="square" lIns="0" tIns="0" rIns="0" bIns="0"/>
            <a:lstStyle/>
            <a:p>
              <a:pPr algn="l" rtl="0" eaLnBrk="0">
                <a:lnSpc>
                  <a:spcPct val="122000"/>
                </a:lnSpc>
              </a:pPr>
              <a:endParaRPr lang="en-US" altLang="en-US" sz="400" dirty="0"/>
            </a:p>
            <a:p>
              <a:pPr marL="12700" algn="l" rtl="0" eaLnBrk="0">
                <a:lnSpc>
                  <a:spcPct val="82000"/>
                </a:lnSpc>
              </a:pPr>
              <a:r>
                <a:rPr sz="1300" spc="40" dirty="0">
                  <a:solidFill>
                    <a:srgbClr val="FFFFFF">
                      <a:alpha val="100000"/>
                    </a:srgbClr>
                  </a:solidFill>
                  <a:latin typeface="Calibri"/>
                  <a:ea typeface="Calibri"/>
                  <a:cs typeface="Calibri"/>
                </a:rPr>
                <a:t>Abili</a:t>
              </a:r>
              <a:r>
                <a:rPr sz="1300" spc="30" dirty="0">
                  <a:solidFill>
                    <a:srgbClr val="FFFFFF">
                      <a:alpha val="100000"/>
                    </a:srgbClr>
                  </a:solidFill>
                  <a:latin typeface="Calibri"/>
                  <a:ea typeface="Calibri"/>
                  <a:cs typeface="Calibri"/>
                </a:rPr>
                <a:t>t</a:t>
              </a:r>
              <a:r>
                <a:rPr sz="1300" spc="0" dirty="0">
                  <a:solidFill>
                    <a:srgbClr val="FFFFFF">
                      <a:alpha val="100000"/>
                    </a:srgbClr>
                  </a:solidFill>
                  <a:latin typeface="Calibri"/>
                  <a:ea typeface="Calibri"/>
                  <a:cs typeface="Calibri"/>
                </a:rPr>
                <a:t>y</a:t>
              </a:r>
              <a:endParaRPr lang="en-US" altLang="en-US" sz="1300" dirty="0"/>
            </a:p>
          </p:txBody>
        </p:sp>
      </p:grpSp>
      <p:grpSp>
        <p:nvGrpSpPr>
          <p:cNvPr id="40" name="group 40"/>
          <p:cNvGrpSpPr/>
          <p:nvPr/>
        </p:nvGrpSpPr>
        <p:grpSpPr>
          <a:xfrm rot="21600000">
            <a:off x="3426536" y="3028741"/>
            <a:ext cx="1308100" cy="1303866"/>
            <a:chOff x="0" y="0"/>
            <a:chExt cx="1308100" cy="1303866"/>
          </a:xfrm>
        </p:grpSpPr>
        <p:pic>
          <p:nvPicPr>
            <p:cNvPr id="85" name="picture 85"/>
            <p:cNvPicPr>
              <a:picLocks noChangeAspect="1"/>
            </p:cNvPicPr>
            <p:nvPr/>
          </p:nvPicPr>
          <p:blipFill>
            <a:blip r:embed="rId7"/>
            <a:stretch>
              <a:fillRect/>
            </a:stretch>
          </p:blipFill>
          <p:spPr>
            <a:xfrm rot="21600000">
              <a:off x="0" y="0"/>
              <a:ext cx="1308100" cy="1303866"/>
            </a:xfrm>
            <a:prstGeom prst="rect">
              <a:avLst/>
            </a:prstGeom>
          </p:spPr>
        </p:pic>
        <p:pic>
          <p:nvPicPr>
            <p:cNvPr id="86" name="picture 86"/>
            <p:cNvPicPr>
              <a:picLocks noChangeAspect="1"/>
            </p:cNvPicPr>
            <p:nvPr/>
          </p:nvPicPr>
          <p:blipFill>
            <a:blip r:embed="rId9"/>
            <a:stretch>
              <a:fillRect/>
            </a:stretch>
          </p:blipFill>
          <p:spPr>
            <a:xfrm rot="21600000">
              <a:off x="48626" y="21714"/>
              <a:ext cx="1212715" cy="1212715"/>
            </a:xfrm>
            <a:prstGeom prst="rect">
              <a:avLst/>
            </a:prstGeom>
          </p:spPr>
        </p:pic>
        <p:sp>
          <p:nvSpPr>
            <p:cNvPr id="87" name="textbox 87"/>
            <p:cNvSpPr/>
            <p:nvPr/>
          </p:nvSpPr>
          <p:spPr>
            <a:xfrm>
              <a:off x="149860" y="483235"/>
              <a:ext cx="911225" cy="273050"/>
            </a:xfrm>
            <a:prstGeom prst="rect">
              <a:avLst/>
            </a:prstGeom>
          </p:spPr>
          <p:txBody>
            <a:bodyPr vert="horz" wrap="square" lIns="0" tIns="0" rIns="0" bIns="0"/>
            <a:lstStyle/>
            <a:p>
              <a:pPr algn="l" rtl="0" eaLnBrk="0">
                <a:lnSpc>
                  <a:spcPct val="122000"/>
                </a:lnSpc>
              </a:pPr>
              <a:endParaRPr lang="en-US" altLang="en-US" sz="400" dirty="0"/>
            </a:p>
            <a:p>
              <a:pPr marL="12700" algn="l" rtl="0" eaLnBrk="0">
                <a:lnSpc>
                  <a:spcPct val="82000"/>
                </a:lnSpc>
              </a:pPr>
              <a:r>
                <a:rPr sz="1300" spc="40" dirty="0">
                  <a:solidFill>
                    <a:srgbClr val="FFFFFF">
                      <a:alpha val="100000"/>
                    </a:srgbClr>
                  </a:solidFill>
                  <a:latin typeface="Calibri"/>
                  <a:ea typeface="Calibri"/>
                  <a:cs typeface="Calibri"/>
                </a:rPr>
                <a:t>Leaders</a:t>
              </a:r>
              <a:r>
                <a:rPr sz="1300" spc="20" dirty="0">
                  <a:solidFill>
                    <a:srgbClr val="FFFFFF">
                      <a:alpha val="100000"/>
                    </a:srgbClr>
                  </a:solidFill>
                  <a:latin typeface="Calibri"/>
                  <a:ea typeface="Calibri"/>
                  <a:cs typeface="Calibri"/>
                </a:rPr>
                <a:t>h</a:t>
              </a:r>
              <a:r>
                <a:rPr sz="1300" spc="0" dirty="0">
                  <a:solidFill>
                    <a:srgbClr val="FFFFFF">
                      <a:alpha val="100000"/>
                    </a:srgbClr>
                  </a:solidFill>
                  <a:latin typeface="Calibri"/>
                  <a:ea typeface="Calibri"/>
                  <a:cs typeface="Calibri"/>
                </a:rPr>
                <a:t>ip</a:t>
              </a:r>
              <a:endParaRPr lang="en-US" altLang="en-US" sz="1300" dirty="0"/>
            </a:p>
          </p:txBody>
        </p:sp>
      </p:grpSp>
      <p:grpSp>
        <p:nvGrpSpPr>
          <p:cNvPr id="42" name="group 42"/>
          <p:cNvGrpSpPr/>
          <p:nvPr/>
        </p:nvGrpSpPr>
        <p:grpSpPr>
          <a:xfrm rot="21600000">
            <a:off x="7285430" y="3028741"/>
            <a:ext cx="1303867" cy="1303866"/>
            <a:chOff x="0" y="0"/>
            <a:chExt cx="1303867" cy="1303866"/>
          </a:xfrm>
        </p:grpSpPr>
        <p:pic>
          <p:nvPicPr>
            <p:cNvPr id="88" name="picture 88"/>
            <p:cNvPicPr>
              <a:picLocks noChangeAspect="1"/>
            </p:cNvPicPr>
            <p:nvPr/>
          </p:nvPicPr>
          <p:blipFill>
            <a:blip r:embed="rId10"/>
            <a:stretch>
              <a:fillRect/>
            </a:stretch>
          </p:blipFill>
          <p:spPr>
            <a:xfrm rot="21600000">
              <a:off x="0" y="0"/>
              <a:ext cx="1303867" cy="1303866"/>
            </a:xfrm>
            <a:prstGeom prst="rect">
              <a:avLst/>
            </a:prstGeom>
          </p:spPr>
        </p:pic>
        <p:pic>
          <p:nvPicPr>
            <p:cNvPr id="89" name="picture 89"/>
            <p:cNvPicPr>
              <a:picLocks noChangeAspect="1"/>
            </p:cNvPicPr>
            <p:nvPr/>
          </p:nvPicPr>
          <p:blipFill>
            <a:blip r:embed="rId11"/>
            <a:stretch>
              <a:fillRect/>
            </a:stretch>
          </p:blipFill>
          <p:spPr>
            <a:xfrm rot="21600000">
              <a:off x="46353" y="21714"/>
              <a:ext cx="1212716" cy="1212715"/>
            </a:xfrm>
            <a:prstGeom prst="rect">
              <a:avLst/>
            </a:prstGeom>
          </p:spPr>
        </p:pic>
        <p:sp>
          <p:nvSpPr>
            <p:cNvPr id="90" name="textbox 90"/>
            <p:cNvSpPr/>
            <p:nvPr/>
          </p:nvSpPr>
          <p:spPr>
            <a:xfrm>
              <a:off x="257810" y="483235"/>
              <a:ext cx="892810" cy="273050"/>
            </a:xfrm>
            <a:prstGeom prst="rect">
              <a:avLst/>
            </a:prstGeom>
          </p:spPr>
          <p:txBody>
            <a:bodyPr vert="horz" wrap="square" lIns="0" tIns="0" rIns="0" bIns="0"/>
            <a:lstStyle/>
            <a:p>
              <a:pPr algn="l" rtl="0" eaLnBrk="0">
                <a:lnSpc>
                  <a:spcPct val="105000"/>
                </a:lnSpc>
              </a:pPr>
              <a:endParaRPr lang="en-US" altLang="en-US" sz="500" dirty="0"/>
            </a:p>
            <a:p>
              <a:pPr marL="12700" algn="l" rtl="0" eaLnBrk="0">
                <a:lnSpc>
                  <a:spcPct val="79000"/>
                </a:lnSpc>
                <a:spcBef>
                  <a:spcPts val="5"/>
                </a:spcBef>
              </a:pPr>
              <a:r>
                <a:rPr sz="1300" spc="40" dirty="0">
                  <a:solidFill>
                    <a:srgbClr val="FFFFFF">
                      <a:alpha val="100000"/>
                    </a:srgbClr>
                  </a:solidFill>
                  <a:latin typeface="Calibri"/>
                  <a:ea typeface="Calibri"/>
                  <a:cs typeface="Calibri"/>
                </a:rPr>
                <a:t>Experien</a:t>
              </a:r>
              <a:r>
                <a:rPr sz="1300" spc="0" dirty="0">
                  <a:solidFill>
                    <a:srgbClr val="FFFFFF">
                      <a:alpha val="100000"/>
                    </a:srgbClr>
                  </a:solidFill>
                  <a:latin typeface="Calibri"/>
                  <a:ea typeface="Calibri"/>
                  <a:cs typeface="Calibri"/>
                </a:rPr>
                <a:t>ce</a:t>
              </a:r>
              <a:endParaRPr lang="en-US" altLang="en-US" sz="1300" dirty="0"/>
            </a:p>
          </p:txBody>
        </p:sp>
      </p:grpSp>
      <p:sp>
        <p:nvSpPr>
          <p:cNvPr id="91" name="textbox 91"/>
          <p:cNvSpPr/>
          <p:nvPr/>
        </p:nvSpPr>
        <p:spPr>
          <a:xfrm>
            <a:off x="5416449" y="3357651"/>
            <a:ext cx="1160144" cy="598805"/>
          </a:xfrm>
          <a:prstGeom prst="rect">
            <a:avLst/>
          </a:prstGeom>
        </p:spPr>
        <p:txBody>
          <a:bodyPr vert="horz" wrap="square" lIns="0" tIns="0" rIns="0" bIns="0"/>
          <a:lstStyle/>
          <a:p>
            <a:pPr algn="l" rtl="0" eaLnBrk="0">
              <a:lnSpc>
                <a:spcPct val="83000"/>
              </a:lnSpc>
            </a:pPr>
            <a:endParaRPr lang="en-US" altLang="en-US" sz="100" dirty="0"/>
          </a:p>
          <a:p>
            <a:pPr marL="227965" algn="l" rtl="0" eaLnBrk="0">
              <a:lnSpc>
                <a:spcPts val="1470"/>
              </a:lnSpc>
            </a:pPr>
            <a:r>
              <a:rPr sz="2200" spc="70" dirty="0">
                <a:solidFill>
                  <a:srgbClr val="FFFFFF">
                    <a:alpha val="100000"/>
                  </a:srgbClr>
                </a:solidFill>
                <a:latin typeface="Calibri"/>
                <a:ea typeface="Calibri"/>
                <a:cs typeface="Calibri"/>
              </a:rPr>
              <a:t>5</a:t>
            </a:r>
            <a:r>
              <a:rPr sz="2200" spc="50" dirty="0">
                <a:solidFill>
                  <a:srgbClr val="FFFFFF">
                    <a:alpha val="100000"/>
                  </a:srgbClr>
                </a:solidFill>
                <a:latin typeface="Calibri"/>
                <a:ea typeface="Calibri"/>
                <a:cs typeface="Calibri"/>
              </a:rPr>
              <a:t> </a:t>
            </a:r>
            <a:r>
              <a:rPr sz="2200" spc="0" dirty="0">
                <a:solidFill>
                  <a:srgbClr val="FFFFFF">
                    <a:alpha val="100000"/>
                  </a:srgbClr>
                </a:solidFill>
                <a:latin typeface="Calibri"/>
                <a:ea typeface="Calibri"/>
                <a:cs typeface="Calibri"/>
              </a:rPr>
              <a:t>FDD</a:t>
            </a:r>
            <a:endParaRPr lang="en-US" altLang="en-US" sz="2200" dirty="0"/>
          </a:p>
          <a:p>
            <a:pPr marL="12700" algn="l" rtl="0" eaLnBrk="0">
              <a:lnSpc>
                <a:spcPts val="3040"/>
              </a:lnSpc>
            </a:pPr>
            <a:r>
              <a:rPr sz="2200" spc="20" dirty="0">
                <a:solidFill>
                  <a:srgbClr val="FFFFFF">
                    <a:alpha val="100000"/>
                  </a:srgbClr>
                </a:solidFill>
                <a:latin typeface="Calibri"/>
                <a:ea typeface="Calibri"/>
                <a:cs typeface="Calibri"/>
              </a:rPr>
              <a:t>Processe</a:t>
            </a:r>
            <a:r>
              <a:rPr sz="2200" spc="0" dirty="0">
                <a:solidFill>
                  <a:srgbClr val="FFFFFF">
                    <a:alpha val="100000"/>
                  </a:srgbClr>
                </a:solidFill>
                <a:latin typeface="Calibri"/>
                <a:ea typeface="Calibri"/>
                <a:cs typeface="Calibri"/>
              </a:rPr>
              <a:t>s</a:t>
            </a:r>
            <a:endParaRPr lang="en-US" altLang="en-US" sz="2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sz="4400" dirty="0">
                <a:solidFill>
                  <a:srgbClr val="000000">
                    <a:alpha val="100000"/>
                  </a:srgbClr>
                </a:solidFill>
                <a:latin typeface="Arial Bold" panose="020B0604020202090204" charset="0"/>
                <a:ea typeface="Times New Roman" panose="02020603050405020304"/>
                <a:cs typeface="Arial Bold" panose="020B0604020202090204" charset="0"/>
                <a:sym typeface="+mn-ea"/>
              </a:rPr>
              <a:t>The </a:t>
            </a:r>
            <a:r>
              <a:rPr lang="en-US" sz="4400" dirty="0">
                <a:solidFill>
                  <a:srgbClr val="000000">
                    <a:alpha val="100000"/>
                  </a:srgbClr>
                </a:solidFill>
                <a:latin typeface="Arial Bold" panose="020B0604020202090204" charset="0"/>
                <a:ea typeface="Times New Roman" panose="02020603050405020304"/>
                <a:cs typeface="Arial Bold" panose="020B0604020202090204" charset="0"/>
                <a:sym typeface="+mn-ea"/>
              </a:rPr>
              <a:t>5 </a:t>
            </a:r>
            <a:r>
              <a:rPr sz="4400" dirty="0">
                <a:solidFill>
                  <a:srgbClr val="000000">
                    <a:alpha val="100000"/>
                  </a:srgbClr>
                </a:solidFill>
                <a:latin typeface="Arial Bold" panose="020B0604020202090204" charset="0"/>
                <a:ea typeface="Times New Roman" panose="02020603050405020304"/>
                <a:cs typeface="Arial Bold" panose="020B0604020202090204" charset="0"/>
                <a:sym typeface="+mn-ea"/>
              </a:rPr>
              <a:t>FDD Processes</a:t>
            </a:r>
            <a:br>
              <a:rPr lang="en-US" altLang="en-US" sz="4400" dirty="0">
                <a:latin typeface="Arial Bold" panose="020B0604020202090204" charset="0"/>
                <a:cs typeface="Arial Bold" panose="020B0604020202090204" charset="0"/>
              </a:rPr>
            </a:br>
            <a:endParaRPr lang="en-US" sz="4400" dirty="0">
              <a:latin typeface="Arial Bold" panose="020B0604020202090204" charset="0"/>
              <a:cs typeface="Arial Bold" panose="020B0604020202090204" charset="0"/>
            </a:endParaRPr>
          </a:p>
        </p:txBody>
      </p:sp>
      <p:sp>
        <p:nvSpPr>
          <p:cNvPr id="3" name="Slide Number Placeholder 2"/>
          <p:cNvSpPr>
            <a:spLocks noGrp="1"/>
          </p:cNvSpPr>
          <p:nvPr>
            <p:ph type="sldNum" sz="quarter" idx="12"/>
          </p:nvPr>
        </p:nvSpPr>
        <p:spPr/>
        <p:txBody>
          <a:bodyPr/>
          <a:lstStyle/>
          <a:p>
            <a:fld id="{4267CD5E-26CF-4249-8540-BB1D07FD4227}" type="slidenum">
              <a:rPr lang="en-US" smtClean="0"/>
              <a:t>34</a:t>
            </a:fld>
            <a:endParaRPr lang="en-US"/>
          </a:p>
        </p:txBody>
      </p:sp>
      <p:pic>
        <p:nvPicPr>
          <p:cNvPr id="94" name="picture 94"/>
          <p:cNvPicPr>
            <a:picLocks noGrp="1" noChangeAspect="1"/>
          </p:cNvPicPr>
          <p:nvPr>
            <p:ph idx="1"/>
          </p:nvPr>
        </p:nvPicPr>
        <p:blipFill>
          <a:blip r:embed="rId2"/>
          <a:srcRect/>
          <a:stretch/>
        </p:blipFill>
        <p:spPr>
          <a:xfrm rot="21600000">
            <a:off x="1361208" y="1933519"/>
            <a:ext cx="9254721" cy="4093266"/>
          </a:xfrm>
          <a:prstGeom prst="rect">
            <a:avLst/>
          </a:prstGeom>
        </p:spPr>
      </p:pic>
      <p:sp>
        <p:nvSpPr>
          <p:cNvPr id="6" name="Text Box 5"/>
          <p:cNvSpPr txBox="1"/>
          <p:nvPr/>
        </p:nvSpPr>
        <p:spPr>
          <a:xfrm>
            <a:off x="1020560" y="1099748"/>
            <a:ext cx="9409430" cy="815608"/>
          </a:xfrm>
          <a:prstGeom prst="rect">
            <a:avLst/>
          </a:prstGeom>
          <a:noFill/>
        </p:spPr>
        <p:txBody>
          <a:bodyPr wrap="square" rtlCol="0">
            <a:spAutoFit/>
          </a:bodyPr>
          <a:lstStyle/>
          <a:p>
            <a:pPr algn="l" rtl="0" eaLnBrk="0" fontAlgn="auto">
              <a:lnSpc>
                <a:spcPct val="100000"/>
              </a:lnSpc>
            </a:pPr>
            <a:r>
              <a:rPr sz="2000" b="1" spc="-60" dirty="0">
                <a:solidFill>
                  <a:srgbClr val="C00000"/>
                </a:solidFill>
                <a:latin typeface="Arial" panose="020B0604020202090204"/>
                <a:ea typeface="Arial" panose="020B0604020202090204"/>
                <a:cs typeface="Arial" panose="020B0604020202090204"/>
                <a:sym typeface="+mn-ea"/>
              </a:rPr>
              <a:t>J</a:t>
            </a:r>
            <a:r>
              <a:rPr lang="en-US" sz="2000" b="1" spc="-60" dirty="0">
                <a:solidFill>
                  <a:srgbClr val="C00000"/>
                </a:solidFill>
                <a:latin typeface="Arial" panose="020B0604020202090204"/>
                <a:ea typeface="Arial" panose="020B0604020202090204"/>
                <a:cs typeface="Arial" panose="020B0604020202090204"/>
                <a:sym typeface="+mn-ea"/>
              </a:rPr>
              <a:t>EDI </a:t>
            </a:r>
            <a:r>
              <a:rPr sz="2000" b="1" spc="-60" dirty="0">
                <a:solidFill>
                  <a:srgbClr val="C00000"/>
                </a:solidFill>
                <a:latin typeface="Arial" panose="020B0604020202090204"/>
                <a:ea typeface="Arial" panose="020B0604020202090204"/>
                <a:cs typeface="Arial" panose="020B0604020202090204"/>
                <a:sym typeface="+mn-ea"/>
              </a:rPr>
              <a:t>(Just Enough Design Initially) </a:t>
            </a:r>
            <a:r>
              <a:rPr sz="2000" spc="-60" dirty="0">
                <a:solidFill>
                  <a:srgbClr val="000000">
                    <a:alpha val="100000"/>
                  </a:srgbClr>
                </a:solidFill>
                <a:latin typeface="Arial" panose="020B0604020202090204"/>
                <a:ea typeface="Arial" panose="020B0604020202090204"/>
                <a:cs typeface="Arial" panose="020B0604020202090204"/>
                <a:sym typeface="+mn-ea"/>
              </a:rPr>
              <a:t>app</a:t>
            </a:r>
            <a:r>
              <a:rPr sz="2000" spc="-10" dirty="0">
                <a:solidFill>
                  <a:srgbClr val="000000">
                    <a:alpha val="100000"/>
                  </a:srgbClr>
                </a:solidFill>
                <a:latin typeface="Arial" panose="020B0604020202090204"/>
                <a:ea typeface="Arial" panose="020B0604020202090204"/>
                <a:cs typeface="Arial" panose="020B0604020202090204"/>
                <a:sym typeface="+mn-ea"/>
              </a:rPr>
              <a:t>r</a:t>
            </a:r>
            <a:r>
              <a:rPr sz="2000" dirty="0">
                <a:solidFill>
                  <a:srgbClr val="000000">
                    <a:alpha val="100000"/>
                  </a:srgbClr>
                </a:solidFill>
                <a:latin typeface="Arial" panose="020B0604020202090204"/>
                <a:ea typeface="Arial" panose="020B0604020202090204"/>
                <a:cs typeface="Arial" panose="020B0604020202090204"/>
                <a:sym typeface="+mn-ea"/>
              </a:rPr>
              <a:t>oach</a:t>
            </a:r>
            <a:endParaRPr lang="en-US" sz="2000" dirty="0">
              <a:solidFill>
                <a:srgbClr val="000000">
                  <a:alpha val="100000"/>
                </a:srgbClr>
              </a:solidFill>
              <a:latin typeface="Arial" panose="020B0604020202090204"/>
              <a:ea typeface="Arial" panose="020B0604020202090204"/>
              <a:cs typeface="Arial" panose="020B0604020202090204"/>
              <a:sym typeface="+mn-ea"/>
            </a:endParaRPr>
          </a:p>
          <a:p>
            <a:pPr algn="l" rtl="0" eaLnBrk="0" fontAlgn="auto">
              <a:lnSpc>
                <a:spcPct val="100000"/>
              </a:lnSpc>
            </a:pPr>
            <a:r>
              <a:rPr sz="700" dirty="0">
                <a:solidFill>
                  <a:srgbClr val="000000">
                    <a:alpha val="100000"/>
                  </a:srgbClr>
                </a:solidFill>
                <a:latin typeface="Arial" panose="020B0604020202090204"/>
                <a:ea typeface="Arial" panose="020B0604020202090204"/>
                <a:cs typeface="Arial" panose="020B0604020202090204"/>
                <a:sym typeface="+mn-ea"/>
              </a:rPr>
              <a:t> </a:t>
            </a:r>
          </a:p>
          <a:p>
            <a:pPr marL="12700" algn="l" rtl="0" eaLnBrk="0" fontAlgn="auto">
              <a:lnSpc>
                <a:spcPct val="100000"/>
              </a:lnSpc>
            </a:pPr>
            <a:r>
              <a:rPr lang="en-US" sz="2000" b="1" i="1" spc="-60" dirty="0">
                <a:solidFill>
                  <a:srgbClr val="000000">
                    <a:alpha val="100000"/>
                  </a:srgbClr>
                </a:solidFill>
                <a:latin typeface="Arial" panose="020B0604020202090204"/>
                <a:ea typeface="Arial" panose="020B0604020202090204"/>
                <a:cs typeface="Arial" panose="020B0604020202090204"/>
                <a:sym typeface="+mn-ea"/>
              </a:rPr>
              <a:t>	</a:t>
            </a:r>
            <a:r>
              <a:rPr sz="2000" b="1" i="1" spc="-60" dirty="0">
                <a:solidFill>
                  <a:srgbClr val="000000">
                    <a:alpha val="100000"/>
                  </a:srgbClr>
                </a:solidFill>
                <a:latin typeface="Arial" panose="020B0604020202090204"/>
                <a:ea typeface="Arial" panose="020B0604020202090204"/>
                <a:cs typeface="Arial" panose="020B0604020202090204"/>
                <a:sym typeface="+mn-ea"/>
              </a:rPr>
              <a:t>Not</a:t>
            </a:r>
            <a:r>
              <a:rPr sz="2000" spc="-60" dirty="0">
                <a:solidFill>
                  <a:srgbClr val="000000">
                    <a:alpha val="100000"/>
                  </a:srgbClr>
                </a:solidFill>
                <a:latin typeface="Arial" panose="020B0604020202090204"/>
                <a:ea typeface="Arial" panose="020B0604020202090204"/>
                <a:cs typeface="Arial" panose="020B0604020202090204"/>
                <a:sym typeface="+mn-ea"/>
              </a:rPr>
              <a:t> BDUF (Big Design Up Front) as in Plan driven approa</a:t>
            </a:r>
            <a:r>
              <a:rPr sz="2000" spc="-30" dirty="0">
                <a:solidFill>
                  <a:srgbClr val="000000">
                    <a:alpha val="100000"/>
                  </a:srgbClr>
                </a:solidFill>
                <a:latin typeface="Arial" panose="020B0604020202090204"/>
                <a:ea typeface="Arial" panose="020B0604020202090204"/>
                <a:cs typeface="Arial" panose="020B0604020202090204"/>
                <a:sym typeface="+mn-ea"/>
              </a:rPr>
              <a:t>c</a:t>
            </a:r>
            <a:r>
              <a:rPr sz="2000" dirty="0">
                <a:solidFill>
                  <a:srgbClr val="000000">
                    <a:alpha val="100000"/>
                  </a:srgbClr>
                </a:solidFill>
                <a:latin typeface="Arial" panose="020B0604020202090204"/>
                <a:ea typeface="Arial" panose="020B0604020202090204"/>
                <a:cs typeface="Arial" panose="020B0604020202090204"/>
                <a:sym typeface="+mn-ea"/>
              </a:rPr>
              <a:t>hes</a:t>
            </a:r>
            <a:endParaRPr lang="en-US" sz="2000" dirty="0"/>
          </a:p>
        </p:txBody>
      </p:sp>
      <p:sp>
        <p:nvSpPr>
          <p:cNvPr id="7" name="Text Box 6"/>
          <p:cNvSpPr txBox="1"/>
          <p:nvPr/>
        </p:nvSpPr>
        <p:spPr>
          <a:xfrm>
            <a:off x="4521777" y="6021008"/>
            <a:ext cx="3148445" cy="261610"/>
          </a:xfrm>
          <a:prstGeom prst="rect">
            <a:avLst/>
          </a:prstGeom>
          <a:noFill/>
        </p:spPr>
        <p:txBody>
          <a:bodyPr wrap="square" rtlCol="0">
            <a:spAutoFit/>
          </a:bodyPr>
          <a:lstStyle/>
          <a:p>
            <a:r>
              <a:rPr lang="en-US" sz="1100" dirty="0">
                <a:solidFill>
                  <a:srgbClr val="000000">
                    <a:alpha val="100000"/>
                  </a:srgbClr>
                </a:solidFill>
                <a:latin typeface="Arial" panose="020B0604020202090204"/>
                <a:ea typeface="Arial" panose="020B0604020202090204"/>
                <a:cs typeface="Arial" panose="020B0604020202090204"/>
                <a:sym typeface="+mn-ea"/>
              </a:rPr>
              <a:t>http://</a:t>
            </a:r>
            <a:r>
              <a:rPr lang="en-US" sz="1100" dirty="0" err="1">
                <a:solidFill>
                  <a:srgbClr val="000000">
                    <a:alpha val="100000"/>
                  </a:srgbClr>
                </a:solidFill>
                <a:latin typeface="Arial" panose="020B0604020202090204"/>
                <a:ea typeface="Arial" panose="020B0604020202090204"/>
                <a:cs typeface="Arial" panose="020B0604020202090204"/>
                <a:sym typeface="+mn-ea"/>
              </a:rPr>
              <a:t>agilemodeling.com</a:t>
            </a:r>
            <a:r>
              <a:rPr lang="en-US" sz="1100" dirty="0">
                <a:solidFill>
                  <a:srgbClr val="000000">
                    <a:alpha val="100000"/>
                  </a:srgbClr>
                </a:solidFill>
                <a:latin typeface="Arial" panose="020B0604020202090204"/>
                <a:ea typeface="Arial" panose="020B0604020202090204"/>
                <a:cs typeface="Arial" panose="020B0604020202090204"/>
                <a:sym typeface="+mn-ea"/>
              </a:rPr>
              <a:t>/essays/</a:t>
            </a:r>
            <a:r>
              <a:rPr lang="en-US" sz="1100" dirty="0" err="1">
                <a:solidFill>
                  <a:srgbClr val="000000">
                    <a:alpha val="100000"/>
                  </a:srgbClr>
                </a:solidFill>
                <a:latin typeface="Arial" panose="020B0604020202090204"/>
                <a:ea typeface="Arial" panose="020B0604020202090204"/>
                <a:cs typeface="Arial" panose="020B0604020202090204"/>
                <a:sym typeface="+mn-ea"/>
              </a:rPr>
              <a:t>fdd.htm</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dirty="0">
                <a:solidFill>
                  <a:srgbClr val="000000">
                    <a:alpha val="100000"/>
                  </a:srgbClr>
                </a:solidFill>
                <a:latin typeface="Arial" panose="020B0604020202090204"/>
                <a:ea typeface="Arial" panose="020B0604020202090204"/>
                <a:cs typeface="Arial" panose="020B0604020202090204"/>
                <a:sym typeface="+mn-ea"/>
              </a:rPr>
              <a:t>General</a:t>
            </a:r>
            <a:r>
              <a:rPr spc="23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effort</a:t>
            </a:r>
            <a:r>
              <a:rPr spc="22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guidelines</a:t>
            </a:r>
            <a:endParaRPr lang="en-US"/>
          </a:p>
        </p:txBody>
      </p:sp>
      <p:sp>
        <p:nvSpPr>
          <p:cNvPr id="3" name="Slide Number Placeholder 2"/>
          <p:cNvSpPr>
            <a:spLocks noGrp="1"/>
          </p:cNvSpPr>
          <p:nvPr>
            <p:ph type="sldNum" sz="quarter" idx="12"/>
          </p:nvPr>
        </p:nvSpPr>
        <p:spPr/>
        <p:txBody>
          <a:bodyPr/>
          <a:lstStyle/>
          <a:p>
            <a:fld id="{4267CD5E-26CF-4249-8540-BB1D07FD4227}" type="slidenum">
              <a:rPr lang="en-US" smtClean="0"/>
              <a:t>35</a:t>
            </a:fld>
            <a:endParaRPr lang="en-US"/>
          </a:p>
        </p:txBody>
      </p:sp>
      <p:graphicFrame>
        <p:nvGraphicFramePr>
          <p:cNvPr id="98" name="table 98"/>
          <p:cNvGraphicFramePr>
            <a:graphicFrameLocks noGrp="1"/>
          </p:cNvGraphicFramePr>
          <p:nvPr>
            <p:ph idx="1"/>
            <p:custDataLst>
              <p:tags r:id="rId1"/>
            </p:custDataLst>
            <p:extLst>
              <p:ext uri="{D42A27DB-BD31-4B8C-83A1-F6EECF244321}">
                <p14:modId xmlns:p14="http://schemas.microsoft.com/office/powerpoint/2010/main" val="3699104400"/>
              </p:ext>
            </p:extLst>
          </p:nvPr>
        </p:nvGraphicFramePr>
        <p:xfrm>
          <a:off x="646676" y="1311334"/>
          <a:ext cx="10708640" cy="4965700"/>
        </p:xfrm>
        <a:graphic>
          <a:graphicData uri="http://schemas.openxmlformats.org/drawingml/2006/table">
            <a:tbl>
              <a:tblPr/>
              <a:tblGrid>
                <a:gridCol w="5849620">
                  <a:extLst>
                    <a:ext uri="{9D8B030D-6E8A-4147-A177-3AD203B41FA5}">
                      <a16:colId xmlns:a16="http://schemas.microsoft.com/office/drawing/2014/main" val="20000"/>
                    </a:ext>
                  </a:extLst>
                </a:gridCol>
                <a:gridCol w="2475230">
                  <a:extLst>
                    <a:ext uri="{9D8B030D-6E8A-4147-A177-3AD203B41FA5}">
                      <a16:colId xmlns:a16="http://schemas.microsoft.com/office/drawing/2014/main" val="20001"/>
                    </a:ext>
                  </a:extLst>
                </a:gridCol>
                <a:gridCol w="2383790">
                  <a:extLst>
                    <a:ext uri="{9D8B030D-6E8A-4147-A177-3AD203B41FA5}">
                      <a16:colId xmlns:a16="http://schemas.microsoft.com/office/drawing/2014/main" val="20002"/>
                    </a:ext>
                  </a:extLst>
                </a:gridCol>
              </a:tblGrid>
              <a:tr h="831850">
                <a:tc>
                  <a:txBody>
                    <a:bodyPr/>
                    <a:lstStyle/>
                    <a:p>
                      <a:pPr algn="l" rtl="0" eaLnBrk="0">
                        <a:lnSpc>
                          <a:spcPct val="111000"/>
                        </a:lnSpc>
                      </a:pPr>
                      <a:endParaRPr lang="en-US" altLang="en-US" sz="800" dirty="0"/>
                    </a:p>
                    <a:p>
                      <a:pPr algn="l" rtl="0" eaLnBrk="0">
                        <a:lnSpc>
                          <a:spcPct val="7000"/>
                        </a:lnSpc>
                      </a:pPr>
                      <a:endParaRPr lang="en-US" altLang="en-US" sz="100" dirty="0"/>
                    </a:p>
                    <a:p>
                      <a:pPr marL="123190" algn="l" rtl="0" eaLnBrk="0">
                        <a:lnSpc>
                          <a:spcPct val="79000"/>
                        </a:lnSpc>
                      </a:pPr>
                      <a:r>
                        <a:rPr sz="2300" b="1" spc="-50" dirty="0">
                          <a:solidFill>
                            <a:srgbClr val="000000">
                              <a:alpha val="100000"/>
                            </a:srgbClr>
                          </a:solidFill>
                          <a:latin typeface="Arial" panose="020B0604020202090204"/>
                          <a:ea typeface="Arial" panose="020B0604020202090204"/>
                          <a:cs typeface="Arial" panose="020B0604020202090204"/>
                        </a:rPr>
                        <a:t>Proces</a:t>
                      </a:r>
                      <a:r>
                        <a:rPr sz="2300" b="1" spc="-10" dirty="0">
                          <a:solidFill>
                            <a:srgbClr val="000000">
                              <a:alpha val="100000"/>
                            </a:srgbClr>
                          </a:solidFill>
                          <a:latin typeface="Arial" panose="020B0604020202090204"/>
                          <a:ea typeface="Arial" panose="020B0604020202090204"/>
                          <a:cs typeface="Arial" panose="020B0604020202090204"/>
                        </a:rPr>
                        <a:t>s</a:t>
                      </a:r>
                      <a:endParaRPr lang="en-US" altLang="en-US" sz="2300" dirty="0"/>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09000"/>
                        </a:lnSpc>
                      </a:pPr>
                      <a:endParaRPr lang="en-US" altLang="en-US" sz="800" dirty="0"/>
                    </a:p>
                    <a:p>
                      <a:pPr marL="116205" algn="l" rtl="0" eaLnBrk="0">
                        <a:lnSpc>
                          <a:spcPct val="80000"/>
                        </a:lnSpc>
                      </a:pPr>
                      <a:r>
                        <a:rPr sz="2300" b="1" spc="30" dirty="0">
                          <a:solidFill>
                            <a:srgbClr val="000000">
                              <a:alpha val="100000"/>
                            </a:srgbClr>
                          </a:solidFill>
                          <a:latin typeface="Arial" panose="020B0604020202090204"/>
                          <a:ea typeface="Arial" panose="020B0604020202090204"/>
                          <a:cs typeface="Arial" panose="020B0604020202090204"/>
                        </a:rPr>
                        <a:t>Initia</a:t>
                      </a:r>
                      <a:r>
                        <a:rPr sz="2300" b="1" spc="10" dirty="0">
                          <a:solidFill>
                            <a:srgbClr val="000000">
                              <a:alpha val="100000"/>
                            </a:srgbClr>
                          </a:solidFill>
                          <a:latin typeface="Arial" panose="020B0604020202090204"/>
                          <a:ea typeface="Arial" panose="020B0604020202090204"/>
                          <a:cs typeface="Arial" panose="020B0604020202090204"/>
                        </a:rPr>
                        <a:t>l</a:t>
                      </a:r>
                      <a:endParaRPr lang="en-US" altLang="en-US" sz="2300" dirty="0"/>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10000"/>
                        </a:lnSpc>
                      </a:pPr>
                      <a:endParaRPr lang="en-US" altLang="en-US" sz="800" dirty="0"/>
                    </a:p>
                    <a:p>
                      <a:pPr algn="l" rtl="0" eaLnBrk="0">
                        <a:lnSpc>
                          <a:spcPct val="7000"/>
                        </a:lnSpc>
                      </a:pPr>
                      <a:endParaRPr lang="en-US" altLang="en-US" sz="100" dirty="0"/>
                    </a:p>
                    <a:p>
                      <a:pPr marL="106045" algn="l" rtl="0" eaLnBrk="0">
                        <a:lnSpc>
                          <a:spcPct val="82000"/>
                        </a:lnSpc>
                      </a:pPr>
                      <a:r>
                        <a:rPr sz="2300" b="1" spc="20" dirty="0">
                          <a:solidFill>
                            <a:srgbClr val="000000">
                              <a:alpha val="100000"/>
                            </a:srgbClr>
                          </a:solidFill>
                          <a:latin typeface="Arial" panose="020B0604020202090204"/>
                          <a:ea typeface="Arial" panose="020B0604020202090204"/>
                          <a:cs typeface="Arial" panose="020B0604020202090204"/>
                        </a:rPr>
                        <a:t>Ongo</a:t>
                      </a:r>
                      <a:r>
                        <a:rPr sz="2300" b="1" spc="10" dirty="0">
                          <a:solidFill>
                            <a:srgbClr val="000000">
                              <a:alpha val="100000"/>
                            </a:srgbClr>
                          </a:solidFill>
                          <a:latin typeface="Arial" panose="020B0604020202090204"/>
                          <a:ea typeface="Arial" panose="020B0604020202090204"/>
                          <a:cs typeface="Arial" panose="020B0604020202090204"/>
                        </a:rPr>
                        <a:t>i</a:t>
                      </a:r>
                      <a:r>
                        <a:rPr sz="2300" b="1" spc="0" dirty="0">
                          <a:solidFill>
                            <a:srgbClr val="000000">
                              <a:alpha val="100000"/>
                            </a:srgbClr>
                          </a:solidFill>
                          <a:latin typeface="Arial" panose="020B0604020202090204"/>
                          <a:ea typeface="Arial" panose="020B0604020202090204"/>
                          <a:cs typeface="Arial" panose="020B0604020202090204"/>
                        </a:rPr>
                        <a:t>ng</a:t>
                      </a:r>
                      <a:endParaRPr lang="en-US" altLang="en-US" sz="2300" dirty="0"/>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25500">
                <a:tc>
                  <a:txBody>
                    <a:bodyPr/>
                    <a:lstStyle/>
                    <a:p>
                      <a:pPr algn="l" rtl="0" eaLnBrk="0">
                        <a:lnSpc>
                          <a:spcPct val="126000"/>
                        </a:lnSpc>
                      </a:pPr>
                      <a:endParaRPr lang="en-US" altLang="en-US" sz="300" dirty="0"/>
                    </a:p>
                    <a:p>
                      <a:pPr marL="159385" algn="l" rtl="0" eaLnBrk="0">
                        <a:lnSpc>
                          <a:spcPts val="2880"/>
                        </a:lnSpc>
                        <a:spcBef>
                          <a:spcPts val="5"/>
                        </a:spcBef>
                      </a:pPr>
                      <a:r>
                        <a:rPr sz="2300" spc="-70" dirty="0">
                          <a:solidFill>
                            <a:srgbClr val="000000">
                              <a:alpha val="100000"/>
                            </a:srgbClr>
                          </a:solidFill>
                          <a:latin typeface="Arial" panose="020B0604020202090204"/>
                          <a:ea typeface="Arial" panose="020B0604020202090204"/>
                          <a:cs typeface="Arial" panose="020B0604020202090204"/>
                        </a:rPr>
                        <a:t>1</a:t>
                      </a:r>
                      <a:r>
                        <a:rPr lang="en-US" sz="2300" spc="-70" dirty="0">
                          <a:solidFill>
                            <a:srgbClr val="000000">
                              <a:alpha val="100000"/>
                            </a:srgbClr>
                          </a:solidFill>
                          <a:latin typeface="Arial" panose="020B0604020202090204"/>
                          <a:ea typeface="Arial" panose="020B0604020202090204"/>
                          <a:cs typeface="Arial" panose="020B0604020202090204"/>
                        </a:rPr>
                        <a:t> </a:t>
                      </a:r>
                      <a:r>
                        <a:rPr sz="2300" spc="-70" dirty="0">
                          <a:solidFill>
                            <a:srgbClr val="000000">
                              <a:alpha val="100000"/>
                            </a:srgbClr>
                          </a:solidFill>
                          <a:latin typeface="Arial" panose="020B0604020202090204"/>
                          <a:ea typeface="Arial" panose="020B0604020202090204"/>
                          <a:cs typeface="Arial" panose="020B0604020202090204"/>
                        </a:rPr>
                        <a:t> Develop an Overall Mod</a:t>
                      </a:r>
                      <a:r>
                        <a:rPr sz="2300" spc="-30" dirty="0">
                          <a:solidFill>
                            <a:srgbClr val="000000">
                              <a:alpha val="100000"/>
                            </a:srgbClr>
                          </a:solidFill>
                          <a:latin typeface="Arial" panose="020B0604020202090204"/>
                          <a:ea typeface="Arial" panose="020B0604020202090204"/>
                          <a:cs typeface="Arial" panose="020B0604020202090204"/>
                        </a:rPr>
                        <a:t>e</a:t>
                      </a:r>
                      <a:r>
                        <a:rPr sz="2300" spc="0" dirty="0">
                          <a:solidFill>
                            <a:srgbClr val="000000">
                              <a:alpha val="100000"/>
                            </a:srgbClr>
                          </a:solidFill>
                          <a:latin typeface="Arial" panose="020B0604020202090204"/>
                          <a:ea typeface="Arial" panose="020B0604020202090204"/>
                          <a:cs typeface="Arial" panose="020B0604020202090204"/>
                        </a:rPr>
                        <a:t>l</a:t>
                      </a:r>
                      <a:endParaRPr lang="en-US" altLang="en-US" sz="2300" dirty="0"/>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05000"/>
                        </a:lnSpc>
                      </a:pPr>
                      <a:endParaRPr lang="en-US" altLang="en-US" sz="800" dirty="0"/>
                    </a:p>
                    <a:p>
                      <a:pPr marL="153035" algn="l" rtl="0" eaLnBrk="0">
                        <a:lnSpc>
                          <a:spcPct val="81000"/>
                        </a:lnSpc>
                        <a:spcBef>
                          <a:spcPts val="0"/>
                        </a:spcBef>
                      </a:pPr>
                      <a:r>
                        <a:rPr sz="2200" spc="-140" dirty="0">
                          <a:solidFill>
                            <a:srgbClr val="000000">
                              <a:alpha val="100000"/>
                            </a:srgbClr>
                          </a:solidFill>
                          <a:latin typeface="Arial" panose="020B0604020202090204"/>
                          <a:ea typeface="Arial" panose="020B0604020202090204"/>
                          <a:cs typeface="Arial" panose="020B0604020202090204"/>
                        </a:rPr>
                        <a:t>10</a:t>
                      </a:r>
                      <a:r>
                        <a:rPr sz="2200" spc="-120" dirty="0">
                          <a:solidFill>
                            <a:srgbClr val="000000">
                              <a:alpha val="100000"/>
                            </a:srgbClr>
                          </a:solidFill>
                          <a:latin typeface="Arial" panose="020B0604020202090204"/>
                          <a:ea typeface="Arial" panose="020B0604020202090204"/>
                          <a:cs typeface="Arial" panose="020B0604020202090204"/>
                        </a:rPr>
                        <a:t>%</a:t>
                      </a:r>
                      <a:endParaRPr lang="en-US" altLang="en-US" sz="2200" dirty="0"/>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02000"/>
                        </a:lnSpc>
                      </a:pPr>
                      <a:endParaRPr lang="en-US" altLang="en-US" sz="800" dirty="0"/>
                    </a:p>
                    <a:p>
                      <a:pPr algn="l" rtl="0" eaLnBrk="0">
                        <a:lnSpc>
                          <a:spcPct val="7000"/>
                        </a:lnSpc>
                      </a:pPr>
                      <a:endParaRPr lang="en-US" altLang="en-US" sz="100" dirty="0"/>
                    </a:p>
                    <a:p>
                      <a:pPr marL="94615" algn="l" rtl="0" eaLnBrk="0">
                        <a:lnSpc>
                          <a:spcPct val="79000"/>
                        </a:lnSpc>
                      </a:pPr>
                      <a:r>
                        <a:rPr sz="2300" spc="-110" dirty="0">
                          <a:solidFill>
                            <a:srgbClr val="000000">
                              <a:alpha val="100000"/>
                            </a:srgbClr>
                          </a:solidFill>
                          <a:latin typeface="Arial" panose="020B0604020202090204"/>
                          <a:ea typeface="Arial" panose="020B0604020202090204"/>
                          <a:cs typeface="Arial" panose="020B0604020202090204"/>
                        </a:rPr>
                        <a:t>4</a:t>
                      </a:r>
                      <a:r>
                        <a:rPr sz="2300" spc="-100" dirty="0">
                          <a:solidFill>
                            <a:srgbClr val="000000">
                              <a:alpha val="100000"/>
                            </a:srgbClr>
                          </a:solidFill>
                          <a:latin typeface="Arial" panose="020B0604020202090204"/>
                          <a:ea typeface="Arial" panose="020B0604020202090204"/>
                          <a:cs typeface="Arial" panose="020B0604020202090204"/>
                        </a:rPr>
                        <a:t>%</a:t>
                      </a:r>
                      <a:endParaRPr lang="en-US" altLang="en-US" sz="2300" dirty="0"/>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25500">
                <a:tc>
                  <a:txBody>
                    <a:bodyPr/>
                    <a:lstStyle/>
                    <a:p>
                      <a:pPr algn="l" rtl="0" eaLnBrk="0">
                        <a:lnSpc>
                          <a:spcPct val="126000"/>
                        </a:lnSpc>
                      </a:pPr>
                      <a:endParaRPr lang="en-US" altLang="en-US" sz="300" dirty="0"/>
                    </a:p>
                    <a:p>
                      <a:pPr marL="107950" algn="l" rtl="0" eaLnBrk="0">
                        <a:lnSpc>
                          <a:spcPts val="2880"/>
                        </a:lnSpc>
                        <a:spcBef>
                          <a:spcPts val="5"/>
                        </a:spcBef>
                      </a:pPr>
                      <a:r>
                        <a:rPr sz="2200" spc="-40" dirty="0">
                          <a:solidFill>
                            <a:srgbClr val="000000">
                              <a:alpha val="100000"/>
                            </a:srgbClr>
                          </a:solidFill>
                          <a:latin typeface="Arial" panose="020B0604020202090204"/>
                          <a:ea typeface="Arial" panose="020B0604020202090204"/>
                          <a:cs typeface="Arial" panose="020B0604020202090204"/>
                        </a:rPr>
                        <a:t>2</a:t>
                      </a:r>
                      <a:r>
                        <a:rPr lang="en-US" sz="2200" spc="-40" dirty="0">
                          <a:solidFill>
                            <a:srgbClr val="000000">
                              <a:alpha val="100000"/>
                            </a:srgbClr>
                          </a:solidFill>
                          <a:latin typeface="Arial" panose="020B0604020202090204"/>
                          <a:ea typeface="Arial" panose="020B0604020202090204"/>
                          <a:cs typeface="Arial" panose="020B0604020202090204"/>
                        </a:rPr>
                        <a:t> </a:t>
                      </a:r>
                      <a:r>
                        <a:rPr sz="2200" spc="-40" dirty="0">
                          <a:solidFill>
                            <a:srgbClr val="000000">
                              <a:alpha val="100000"/>
                            </a:srgbClr>
                          </a:solidFill>
                          <a:latin typeface="Arial" panose="020B0604020202090204"/>
                          <a:ea typeface="Arial" panose="020B0604020202090204"/>
                          <a:cs typeface="Arial" panose="020B0604020202090204"/>
                        </a:rPr>
                        <a:t> Build a Features Lis</a:t>
                      </a:r>
                      <a:r>
                        <a:rPr sz="2200" spc="-20" dirty="0">
                          <a:solidFill>
                            <a:srgbClr val="000000">
                              <a:alpha val="100000"/>
                            </a:srgbClr>
                          </a:solidFill>
                          <a:latin typeface="Arial" panose="020B0604020202090204"/>
                          <a:ea typeface="Arial" panose="020B0604020202090204"/>
                          <a:cs typeface="Arial" panose="020B0604020202090204"/>
                        </a:rPr>
                        <a:t>t</a:t>
                      </a:r>
                      <a:endParaRPr lang="en-US" altLang="en-US" sz="2200" dirty="0"/>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02000"/>
                        </a:lnSpc>
                      </a:pPr>
                      <a:endParaRPr lang="en-US" altLang="en-US" sz="800" dirty="0"/>
                    </a:p>
                    <a:p>
                      <a:pPr algn="l" rtl="0" eaLnBrk="0">
                        <a:lnSpc>
                          <a:spcPct val="7000"/>
                        </a:lnSpc>
                      </a:pPr>
                      <a:endParaRPr lang="en-US" altLang="en-US" sz="100" dirty="0"/>
                    </a:p>
                    <a:p>
                      <a:pPr marL="179070" algn="l" rtl="0" eaLnBrk="0">
                        <a:lnSpc>
                          <a:spcPct val="79000"/>
                        </a:lnSpc>
                      </a:pPr>
                      <a:r>
                        <a:rPr sz="2300" spc="-110" dirty="0">
                          <a:solidFill>
                            <a:srgbClr val="000000">
                              <a:alpha val="100000"/>
                            </a:srgbClr>
                          </a:solidFill>
                          <a:latin typeface="Arial" panose="020B0604020202090204"/>
                          <a:ea typeface="Arial" panose="020B0604020202090204"/>
                          <a:cs typeface="Arial" panose="020B0604020202090204"/>
                        </a:rPr>
                        <a:t>4</a:t>
                      </a:r>
                      <a:r>
                        <a:rPr sz="2300" spc="-100" dirty="0">
                          <a:solidFill>
                            <a:srgbClr val="000000">
                              <a:alpha val="100000"/>
                            </a:srgbClr>
                          </a:solidFill>
                          <a:latin typeface="Arial" panose="020B0604020202090204"/>
                          <a:ea typeface="Arial" panose="020B0604020202090204"/>
                          <a:cs typeface="Arial" panose="020B0604020202090204"/>
                        </a:rPr>
                        <a:t>%</a:t>
                      </a:r>
                      <a:endParaRPr lang="en-US" altLang="en-US" sz="2300" dirty="0"/>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05000"/>
                        </a:lnSpc>
                      </a:pPr>
                      <a:endParaRPr lang="en-US" altLang="en-US" sz="800" dirty="0"/>
                    </a:p>
                    <a:p>
                      <a:pPr marL="153035" algn="l" rtl="0" eaLnBrk="0">
                        <a:lnSpc>
                          <a:spcPct val="81000"/>
                        </a:lnSpc>
                        <a:spcBef>
                          <a:spcPts val="0"/>
                        </a:spcBef>
                      </a:pPr>
                      <a:r>
                        <a:rPr sz="2200" spc="-120" dirty="0">
                          <a:solidFill>
                            <a:srgbClr val="000000">
                              <a:alpha val="100000"/>
                            </a:srgbClr>
                          </a:solidFill>
                          <a:latin typeface="Arial" panose="020B0604020202090204"/>
                          <a:ea typeface="Arial" panose="020B0604020202090204"/>
                          <a:cs typeface="Arial" panose="020B0604020202090204"/>
                        </a:rPr>
                        <a:t>1%</a:t>
                      </a:r>
                      <a:endParaRPr lang="en-US" altLang="en-US" sz="2200" dirty="0"/>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25500">
                <a:tc>
                  <a:txBody>
                    <a:bodyPr/>
                    <a:lstStyle/>
                    <a:p>
                      <a:pPr algn="l" rtl="0" eaLnBrk="0">
                        <a:lnSpc>
                          <a:spcPct val="126000"/>
                        </a:lnSpc>
                      </a:pPr>
                      <a:endParaRPr lang="en-US" altLang="en-US" sz="300" dirty="0"/>
                    </a:p>
                    <a:p>
                      <a:pPr marL="117475" algn="l" rtl="0" eaLnBrk="0">
                        <a:lnSpc>
                          <a:spcPts val="2880"/>
                        </a:lnSpc>
                        <a:spcBef>
                          <a:spcPts val="5"/>
                        </a:spcBef>
                      </a:pPr>
                      <a:r>
                        <a:rPr sz="2200" spc="-60" dirty="0">
                          <a:solidFill>
                            <a:srgbClr val="000000">
                              <a:alpha val="100000"/>
                            </a:srgbClr>
                          </a:solidFill>
                          <a:latin typeface="Arial" panose="020B0604020202090204"/>
                          <a:ea typeface="Arial" panose="020B0604020202090204"/>
                          <a:cs typeface="Arial" panose="020B0604020202090204"/>
                        </a:rPr>
                        <a:t>3</a:t>
                      </a:r>
                      <a:r>
                        <a:rPr lang="en-US" sz="2200" spc="-60" dirty="0">
                          <a:solidFill>
                            <a:srgbClr val="000000">
                              <a:alpha val="100000"/>
                            </a:srgbClr>
                          </a:solidFill>
                          <a:latin typeface="Arial" panose="020B0604020202090204"/>
                          <a:ea typeface="Arial" panose="020B0604020202090204"/>
                          <a:cs typeface="Arial" panose="020B0604020202090204"/>
                        </a:rPr>
                        <a:t> </a:t>
                      </a:r>
                      <a:r>
                        <a:rPr sz="2200" spc="-60" dirty="0">
                          <a:solidFill>
                            <a:srgbClr val="000000">
                              <a:alpha val="100000"/>
                            </a:srgbClr>
                          </a:solidFill>
                          <a:latin typeface="Arial" panose="020B0604020202090204"/>
                          <a:ea typeface="Arial" panose="020B0604020202090204"/>
                          <a:cs typeface="Arial" panose="020B0604020202090204"/>
                        </a:rPr>
                        <a:t> Plan by Featu</a:t>
                      </a:r>
                      <a:r>
                        <a:rPr sz="2200" spc="0" dirty="0">
                          <a:solidFill>
                            <a:srgbClr val="000000">
                              <a:alpha val="100000"/>
                            </a:srgbClr>
                          </a:solidFill>
                          <a:latin typeface="Arial" panose="020B0604020202090204"/>
                          <a:ea typeface="Arial" panose="020B0604020202090204"/>
                          <a:cs typeface="Arial" panose="020B0604020202090204"/>
                        </a:rPr>
                        <a:t>re</a:t>
                      </a:r>
                      <a:endParaRPr lang="en-US" altLang="en-US" sz="2200" dirty="0"/>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02000"/>
                        </a:lnSpc>
                      </a:pPr>
                      <a:endParaRPr lang="en-US" altLang="en-US" sz="800" dirty="0"/>
                    </a:p>
                    <a:p>
                      <a:pPr algn="l" rtl="0" eaLnBrk="0">
                        <a:lnSpc>
                          <a:spcPct val="7000"/>
                        </a:lnSpc>
                      </a:pPr>
                      <a:endParaRPr lang="en-US" altLang="en-US" sz="100" dirty="0"/>
                    </a:p>
                    <a:p>
                      <a:pPr marL="186055" algn="l" rtl="0" eaLnBrk="0">
                        <a:lnSpc>
                          <a:spcPct val="79000"/>
                        </a:lnSpc>
                      </a:pPr>
                      <a:r>
                        <a:rPr sz="2300" spc="-120" dirty="0">
                          <a:solidFill>
                            <a:srgbClr val="000000">
                              <a:alpha val="100000"/>
                            </a:srgbClr>
                          </a:solidFill>
                          <a:latin typeface="Arial" panose="020B0604020202090204"/>
                          <a:ea typeface="Arial" panose="020B0604020202090204"/>
                          <a:cs typeface="Arial" panose="020B0604020202090204"/>
                        </a:rPr>
                        <a:t>2</a:t>
                      </a:r>
                      <a:r>
                        <a:rPr sz="2300" spc="-110" dirty="0">
                          <a:solidFill>
                            <a:srgbClr val="000000">
                              <a:alpha val="100000"/>
                            </a:srgbClr>
                          </a:solidFill>
                          <a:latin typeface="Arial" panose="020B0604020202090204"/>
                          <a:ea typeface="Arial" panose="020B0604020202090204"/>
                          <a:cs typeface="Arial" panose="020B0604020202090204"/>
                        </a:rPr>
                        <a:t>%</a:t>
                      </a:r>
                      <a:endParaRPr lang="en-US" altLang="en-US" sz="2300" dirty="0"/>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02000"/>
                        </a:lnSpc>
                      </a:pPr>
                      <a:endParaRPr lang="en-US" altLang="en-US" sz="800" dirty="0"/>
                    </a:p>
                    <a:p>
                      <a:pPr algn="l" rtl="0" eaLnBrk="0">
                        <a:lnSpc>
                          <a:spcPct val="7000"/>
                        </a:lnSpc>
                      </a:pPr>
                      <a:endParaRPr lang="en-US" altLang="en-US" sz="100" dirty="0"/>
                    </a:p>
                    <a:p>
                      <a:pPr marL="101600" algn="l" rtl="0" eaLnBrk="0">
                        <a:lnSpc>
                          <a:spcPct val="79000"/>
                        </a:lnSpc>
                      </a:pPr>
                      <a:r>
                        <a:rPr sz="2300" spc="-120" dirty="0">
                          <a:solidFill>
                            <a:srgbClr val="000000">
                              <a:alpha val="100000"/>
                            </a:srgbClr>
                          </a:solidFill>
                          <a:latin typeface="Arial" panose="020B0604020202090204"/>
                          <a:ea typeface="Arial" panose="020B0604020202090204"/>
                          <a:cs typeface="Arial" panose="020B0604020202090204"/>
                        </a:rPr>
                        <a:t>2</a:t>
                      </a:r>
                      <a:r>
                        <a:rPr sz="2300" spc="-110" dirty="0">
                          <a:solidFill>
                            <a:srgbClr val="000000">
                              <a:alpha val="100000"/>
                            </a:srgbClr>
                          </a:solidFill>
                          <a:latin typeface="Arial" panose="020B0604020202090204"/>
                          <a:ea typeface="Arial" panose="020B0604020202090204"/>
                          <a:cs typeface="Arial" panose="020B0604020202090204"/>
                        </a:rPr>
                        <a:t>%</a:t>
                      </a:r>
                      <a:endParaRPr lang="en-US" altLang="en-US" sz="2300" dirty="0"/>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25500">
                <a:tc>
                  <a:txBody>
                    <a:bodyPr/>
                    <a:lstStyle/>
                    <a:p>
                      <a:pPr algn="l" rtl="0" eaLnBrk="0">
                        <a:lnSpc>
                          <a:spcPct val="126000"/>
                        </a:lnSpc>
                      </a:pPr>
                      <a:endParaRPr lang="en-US" altLang="en-US" sz="300" dirty="0"/>
                    </a:p>
                    <a:p>
                      <a:pPr marL="100965" algn="l" rtl="0" eaLnBrk="0">
                        <a:lnSpc>
                          <a:spcPts val="2880"/>
                        </a:lnSpc>
                        <a:spcBef>
                          <a:spcPts val="5"/>
                        </a:spcBef>
                      </a:pPr>
                      <a:r>
                        <a:rPr sz="2200" spc="-40" dirty="0">
                          <a:solidFill>
                            <a:srgbClr val="000000">
                              <a:alpha val="100000"/>
                            </a:srgbClr>
                          </a:solidFill>
                          <a:latin typeface="Arial" panose="020B0604020202090204"/>
                          <a:ea typeface="Arial" panose="020B0604020202090204"/>
                          <a:cs typeface="Arial" panose="020B0604020202090204"/>
                        </a:rPr>
                        <a:t>4</a:t>
                      </a:r>
                      <a:r>
                        <a:rPr lang="en-US" sz="2200" spc="-40" dirty="0">
                          <a:solidFill>
                            <a:srgbClr val="000000">
                              <a:alpha val="100000"/>
                            </a:srgbClr>
                          </a:solidFill>
                          <a:latin typeface="Arial" panose="020B0604020202090204"/>
                          <a:ea typeface="Arial" panose="020B0604020202090204"/>
                          <a:cs typeface="Arial" panose="020B0604020202090204"/>
                        </a:rPr>
                        <a:t> </a:t>
                      </a:r>
                      <a:r>
                        <a:rPr sz="2200" spc="-40" dirty="0">
                          <a:solidFill>
                            <a:srgbClr val="000000">
                              <a:alpha val="100000"/>
                            </a:srgbClr>
                          </a:solidFill>
                          <a:latin typeface="Arial" panose="020B0604020202090204"/>
                          <a:ea typeface="Arial" panose="020B0604020202090204"/>
                          <a:cs typeface="Arial" panose="020B0604020202090204"/>
                        </a:rPr>
                        <a:t> Design by Fe</a:t>
                      </a:r>
                      <a:r>
                        <a:rPr sz="2200" spc="-30" dirty="0">
                          <a:solidFill>
                            <a:srgbClr val="000000">
                              <a:alpha val="100000"/>
                            </a:srgbClr>
                          </a:solidFill>
                          <a:latin typeface="Arial" panose="020B0604020202090204"/>
                          <a:ea typeface="Arial" panose="020B0604020202090204"/>
                          <a:cs typeface="Arial" panose="020B0604020202090204"/>
                        </a:rPr>
                        <a:t>a</a:t>
                      </a:r>
                      <a:r>
                        <a:rPr sz="2200" spc="0" dirty="0">
                          <a:solidFill>
                            <a:srgbClr val="000000">
                              <a:alpha val="100000"/>
                            </a:srgbClr>
                          </a:solidFill>
                          <a:latin typeface="Arial" panose="020B0604020202090204"/>
                          <a:ea typeface="Arial" panose="020B0604020202090204"/>
                          <a:cs typeface="Arial" panose="020B0604020202090204"/>
                        </a:rPr>
                        <a:t>ture</a:t>
                      </a:r>
                      <a:endParaRPr lang="en-US" altLang="en-US" sz="2200" dirty="0"/>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rowSpan="2">
                  <a:txBody>
                    <a:bodyPr/>
                    <a:lstStyle/>
                    <a:p>
                      <a:pPr algn="l" rtl="0" eaLnBrk="0">
                        <a:lnSpc>
                          <a:spcPct val="108000"/>
                        </a:lnSpc>
                      </a:pPr>
                      <a:endParaRPr lang="en-US" altLang="en-US" sz="1000" dirty="0"/>
                    </a:p>
                    <a:p>
                      <a:pPr algn="l" rtl="0" eaLnBrk="0">
                        <a:lnSpc>
                          <a:spcPct val="108000"/>
                        </a:lnSpc>
                      </a:pPr>
                      <a:endParaRPr lang="en-US" altLang="en-US" sz="1000" dirty="0"/>
                    </a:p>
                    <a:p>
                      <a:pPr algn="l" rtl="0" eaLnBrk="0">
                        <a:lnSpc>
                          <a:spcPct val="108000"/>
                        </a:lnSpc>
                      </a:pPr>
                      <a:endParaRPr lang="en-US" altLang="en-US" sz="1000" dirty="0"/>
                    </a:p>
                    <a:p>
                      <a:pPr marL="106680" algn="l" rtl="0" eaLnBrk="0">
                        <a:lnSpc>
                          <a:spcPct val="79000"/>
                        </a:lnSpc>
                      </a:pPr>
                      <a:r>
                        <a:rPr sz="2300" spc="-130" dirty="0">
                          <a:solidFill>
                            <a:srgbClr val="000000">
                              <a:alpha val="100000"/>
                            </a:srgbClr>
                          </a:solidFill>
                          <a:latin typeface="Arial" panose="020B0604020202090204"/>
                          <a:ea typeface="Arial" panose="020B0604020202090204"/>
                          <a:cs typeface="Arial" panose="020B0604020202090204"/>
                        </a:rPr>
                        <a:t>77%</a:t>
                      </a:r>
                      <a:endParaRPr lang="en-US" altLang="en-US" sz="2300" dirty="0"/>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rowSpan="2">
                  <a:txBody>
                    <a:bodyPr/>
                    <a:lstStyle/>
                    <a:p>
                      <a:pPr algn="l" rtl="0" eaLnBrk="0">
                        <a:lnSpc>
                          <a:spcPct val="100000"/>
                        </a:lnSpc>
                      </a:pPr>
                      <a:endParaRPr lang="en-US" altLang="en-US" sz="1000" dirty="0"/>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31850">
                <a:tc>
                  <a:txBody>
                    <a:bodyPr/>
                    <a:lstStyle/>
                    <a:p>
                      <a:pPr algn="l" rtl="0" eaLnBrk="0">
                        <a:lnSpc>
                          <a:spcPct val="126000"/>
                        </a:lnSpc>
                      </a:pPr>
                      <a:endParaRPr lang="en-US" altLang="en-US" sz="300" dirty="0"/>
                    </a:p>
                    <a:p>
                      <a:pPr marL="113030" algn="l" rtl="0" eaLnBrk="0">
                        <a:lnSpc>
                          <a:spcPts val="2880"/>
                        </a:lnSpc>
                        <a:spcBef>
                          <a:spcPts val="5"/>
                        </a:spcBef>
                      </a:pPr>
                      <a:r>
                        <a:rPr sz="2200" spc="-30" dirty="0">
                          <a:solidFill>
                            <a:srgbClr val="000000">
                              <a:alpha val="100000"/>
                            </a:srgbClr>
                          </a:solidFill>
                          <a:latin typeface="Arial" panose="020B0604020202090204"/>
                          <a:ea typeface="Arial" panose="020B0604020202090204"/>
                          <a:cs typeface="Arial" panose="020B0604020202090204"/>
                        </a:rPr>
                        <a:t>5</a:t>
                      </a:r>
                      <a:r>
                        <a:rPr lang="en-US" sz="2200" spc="-30" dirty="0">
                          <a:solidFill>
                            <a:srgbClr val="000000">
                              <a:alpha val="100000"/>
                            </a:srgbClr>
                          </a:solidFill>
                          <a:latin typeface="Arial" panose="020B0604020202090204"/>
                          <a:ea typeface="Arial" panose="020B0604020202090204"/>
                          <a:cs typeface="Arial" panose="020B0604020202090204"/>
                        </a:rPr>
                        <a:t> </a:t>
                      </a:r>
                      <a:r>
                        <a:rPr sz="2200" spc="-30" dirty="0">
                          <a:solidFill>
                            <a:srgbClr val="000000">
                              <a:alpha val="100000"/>
                            </a:srgbClr>
                          </a:solidFill>
                          <a:latin typeface="Arial" panose="020B0604020202090204"/>
                          <a:ea typeface="Arial" panose="020B0604020202090204"/>
                          <a:cs typeface="Arial" panose="020B0604020202090204"/>
                        </a:rPr>
                        <a:t> Build by Feature</a:t>
                      </a:r>
                      <a:endParaRPr lang="en-US" altLang="en-US" sz="2200" dirty="0"/>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vMerge="1">
                  <a:txBody>
                    <a:bodyPr/>
                    <a:lstStyle/>
                    <a:p>
                      <a:endParaRPr lang="en-US"/>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vMerge="1">
                  <a:txBody>
                    <a:bodyPr/>
                    <a:lstStyle/>
                    <a:p>
                      <a:endParaRPr lang="en-US"/>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spc="-20" dirty="0">
                <a:solidFill>
                  <a:srgbClr val="000000">
                    <a:alpha val="100000"/>
                  </a:srgbClr>
                </a:solidFill>
                <a:latin typeface="Arial" panose="020B0604020202090204"/>
                <a:ea typeface="Arial" panose="020B0604020202090204"/>
                <a:cs typeface="Arial" panose="020B0604020202090204"/>
                <a:sym typeface="+mn-ea"/>
              </a:rPr>
              <a:t>Process 1: Devel</a:t>
            </a:r>
            <a:r>
              <a:rPr spc="-10" dirty="0">
                <a:solidFill>
                  <a:srgbClr val="000000">
                    <a:alpha val="100000"/>
                  </a:srgbClr>
                </a:solidFill>
                <a:latin typeface="Arial" panose="020B0604020202090204"/>
                <a:ea typeface="Arial" panose="020B0604020202090204"/>
                <a:cs typeface="Arial" panose="020B0604020202090204"/>
                <a:sym typeface="+mn-ea"/>
              </a:rPr>
              <a:t>o</a:t>
            </a:r>
            <a:r>
              <a:rPr dirty="0">
                <a:solidFill>
                  <a:srgbClr val="000000">
                    <a:alpha val="100000"/>
                  </a:srgbClr>
                </a:solidFill>
                <a:latin typeface="Arial" panose="020B0604020202090204"/>
                <a:ea typeface="Arial" panose="020B0604020202090204"/>
                <a:cs typeface="Arial" panose="020B0604020202090204"/>
                <a:sym typeface="+mn-ea"/>
              </a:rPr>
              <a:t>p</a:t>
            </a:r>
            <a:r>
              <a:rPr spc="-2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an</a:t>
            </a:r>
            <a:r>
              <a:rPr spc="-2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Overall</a:t>
            </a:r>
            <a:r>
              <a:rPr spc="-2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Model</a:t>
            </a:r>
            <a:endParaRPr lang="en-US"/>
          </a:p>
        </p:txBody>
      </p:sp>
      <p:sp>
        <p:nvSpPr>
          <p:cNvPr id="2" name="Content Placeholder 1"/>
          <p:cNvSpPr>
            <a:spLocks noGrp="1"/>
          </p:cNvSpPr>
          <p:nvPr>
            <p:ph idx="1"/>
          </p:nvPr>
        </p:nvSpPr>
        <p:spPr>
          <a:xfrm>
            <a:off x="644525" y="1294765"/>
            <a:ext cx="10709275" cy="4787265"/>
          </a:xfrm>
        </p:spPr>
        <p:txBody>
          <a:bodyPr>
            <a:normAutofit lnSpcReduction="10000"/>
          </a:bodyPr>
          <a:lstStyle/>
          <a:p>
            <a:pPr marL="19685" indent="0" algn="l" rtl="0" eaLnBrk="0" fontAlgn="auto">
              <a:lnSpc>
                <a:spcPct val="100000"/>
              </a:lnSpc>
              <a:spcBef>
                <a:spcPts val="1170"/>
              </a:spcBef>
              <a:buNone/>
            </a:pPr>
            <a:r>
              <a:rPr lang="en-US" sz="2400" spc="-30" dirty="0">
                <a:solidFill>
                  <a:srgbClr val="000000">
                    <a:alpha val="100000"/>
                  </a:srgbClr>
                </a:solidFill>
                <a:latin typeface="Arial" panose="020B0604020202090204"/>
                <a:ea typeface="Arial" panose="020B0604020202090204"/>
                <a:cs typeface="Arial" panose="020B0604020202090204"/>
                <a:sym typeface="+mn-ea"/>
              </a:rPr>
              <a:t>1.   </a:t>
            </a:r>
            <a:r>
              <a:rPr sz="2400" spc="-40" dirty="0">
                <a:solidFill>
                  <a:srgbClr val="000000">
                    <a:alpha val="100000"/>
                  </a:srgbClr>
                </a:solidFill>
                <a:latin typeface="Arial" panose="020B0604020202090204"/>
                <a:ea typeface="Arial" panose="020B0604020202090204"/>
                <a:cs typeface="Arial" panose="020B0604020202090204"/>
                <a:sym typeface="+mn-ea"/>
              </a:rPr>
              <a:t>Form the modeling team (led by Chief A</a:t>
            </a:r>
            <a:r>
              <a:rPr sz="2400" spc="-10" dirty="0">
                <a:solidFill>
                  <a:srgbClr val="000000">
                    <a:alpha val="100000"/>
                  </a:srgbClr>
                </a:solidFill>
                <a:latin typeface="Arial" panose="020B0604020202090204"/>
                <a:ea typeface="Arial" panose="020B0604020202090204"/>
                <a:cs typeface="Arial" panose="020B0604020202090204"/>
                <a:sym typeface="+mn-ea"/>
              </a:rPr>
              <a:t>r</a:t>
            </a:r>
            <a:r>
              <a:rPr sz="2400" dirty="0">
                <a:solidFill>
                  <a:srgbClr val="000000">
                    <a:alpha val="100000"/>
                  </a:srgbClr>
                </a:solidFill>
                <a:latin typeface="Arial" panose="020B0604020202090204"/>
                <a:ea typeface="Arial" panose="020B0604020202090204"/>
                <a:cs typeface="Arial" panose="020B0604020202090204"/>
                <a:sym typeface="+mn-ea"/>
              </a:rPr>
              <a:t>chitect</a:t>
            </a:r>
            <a:r>
              <a:rPr sz="2400" spc="-40" dirty="0">
                <a:solidFill>
                  <a:srgbClr val="000000">
                    <a:alpha val="100000"/>
                  </a:srgbClr>
                </a:solidFill>
                <a:latin typeface="Arial" panose="020B0604020202090204"/>
                <a:ea typeface="Arial" panose="020B0604020202090204"/>
                <a:cs typeface="Arial" panose="020B0604020202090204"/>
                <a:sym typeface="+mn-ea"/>
              </a:rPr>
              <a:t>)</a:t>
            </a:r>
          </a:p>
          <a:p>
            <a:pPr marL="819785" lvl="1" indent="-342900" eaLnBrk="0">
              <a:lnSpc>
                <a:spcPct val="100000"/>
              </a:lnSpc>
              <a:spcBef>
                <a:spcPts val="1170"/>
              </a:spcBef>
            </a:pPr>
            <a:r>
              <a:rPr sz="2400" spc="-30" dirty="0">
                <a:solidFill>
                  <a:srgbClr val="000000">
                    <a:alpha val="100000"/>
                  </a:srgbClr>
                </a:solidFill>
                <a:latin typeface="Arial" panose="020B0604020202090204"/>
                <a:ea typeface="Arial" panose="020B0604020202090204"/>
                <a:cs typeface="Arial" panose="020B0604020202090204"/>
                <a:sym typeface="+mn-ea"/>
              </a:rPr>
              <a:t>Includes Domain experts, Chief Programm</a:t>
            </a:r>
            <a:r>
              <a:rPr sz="2400" dirty="0">
                <a:solidFill>
                  <a:srgbClr val="000000">
                    <a:alpha val="100000"/>
                  </a:srgbClr>
                </a:solidFill>
                <a:latin typeface="Arial" panose="020B0604020202090204"/>
                <a:ea typeface="Arial" panose="020B0604020202090204"/>
                <a:cs typeface="Arial" panose="020B0604020202090204"/>
                <a:sym typeface="+mn-ea"/>
              </a:rPr>
              <a:t>ers</a:t>
            </a:r>
            <a:endParaRPr sz="2400" spc="-30" dirty="0">
              <a:solidFill>
                <a:srgbClr val="000000">
                  <a:alpha val="100000"/>
                </a:srgbClr>
              </a:solidFill>
              <a:latin typeface="Arial" panose="020B0604020202090204"/>
              <a:ea typeface="Arial" panose="020B0604020202090204"/>
              <a:cs typeface="Arial" panose="020B0604020202090204"/>
              <a:sym typeface="+mn-ea"/>
            </a:endParaRPr>
          </a:p>
          <a:p>
            <a:pPr marL="19685" indent="0" algn="l" rtl="0" eaLnBrk="0" fontAlgn="auto">
              <a:lnSpc>
                <a:spcPct val="100000"/>
              </a:lnSpc>
              <a:spcBef>
                <a:spcPts val="1170"/>
              </a:spcBef>
              <a:buNone/>
            </a:pPr>
            <a:r>
              <a:rPr sz="2400" spc="-30" dirty="0">
                <a:solidFill>
                  <a:srgbClr val="000000">
                    <a:alpha val="100000"/>
                  </a:srgbClr>
                </a:solidFill>
                <a:latin typeface="Arial" panose="020B0604020202090204"/>
                <a:ea typeface="Arial" panose="020B0604020202090204"/>
                <a:cs typeface="Arial" panose="020B0604020202090204"/>
                <a:sym typeface="+mn-ea"/>
              </a:rPr>
              <a:t>2.   Perform domain w</a:t>
            </a:r>
            <a:r>
              <a:rPr sz="2400" spc="-10" dirty="0">
                <a:solidFill>
                  <a:srgbClr val="000000">
                    <a:alpha val="100000"/>
                  </a:srgbClr>
                </a:solidFill>
                <a:latin typeface="Arial" panose="020B0604020202090204"/>
                <a:ea typeface="Arial" panose="020B0604020202090204"/>
                <a:cs typeface="Arial" panose="020B0604020202090204"/>
                <a:sym typeface="+mn-ea"/>
              </a:rPr>
              <a:t>a</a:t>
            </a:r>
            <a:r>
              <a:rPr sz="2400" dirty="0">
                <a:solidFill>
                  <a:srgbClr val="000000">
                    <a:alpha val="100000"/>
                  </a:srgbClr>
                </a:solidFill>
                <a:latin typeface="Arial" panose="020B0604020202090204"/>
                <a:ea typeface="Arial" panose="020B0604020202090204"/>
                <a:cs typeface="Arial" panose="020B0604020202090204"/>
                <a:sym typeface="+mn-ea"/>
              </a:rPr>
              <a:t>lk</a:t>
            </a:r>
            <a:r>
              <a:rPr sz="2400" spc="-30" dirty="0">
                <a:solidFill>
                  <a:srgbClr val="000000">
                    <a:alpha val="100000"/>
                  </a:srgbClr>
                </a:solidFill>
                <a:latin typeface="Arial" panose="020B0604020202090204"/>
                <a:ea typeface="Arial" panose="020B0604020202090204"/>
                <a:cs typeface="Arial" panose="020B0604020202090204"/>
                <a:sym typeface="+mn-ea"/>
              </a:rPr>
              <a:t>-</a:t>
            </a:r>
            <a:r>
              <a:rPr sz="2400" dirty="0">
                <a:solidFill>
                  <a:srgbClr val="000000">
                    <a:alpha val="100000"/>
                  </a:srgbClr>
                </a:solidFill>
                <a:latin typeface="Arial" panose="020B0604020202090204"/>
                <a:ea typeface="Arial" panose="020B0604020202090204"/>
                <a:cs typeface="Arial" panose="020B0604020202090204"/>
                <a:sym typeface="+mn-ea"/>
              </a:rPr>
              <a:t>through</a:t>
            </a:r>
            <a:endParaRPr lang="en-US" altLang="en-US" sz="2400" dirty="0"/>
          </a:p>
          <a:p>
            <a:pPr marL="28575" indent="0" algn="l" rtl="0" eaLnBrk="0" fontAlgn="auto">
              <a:lnSpc>
                <a:spcPct val="100000"/>
              </a:lnSpc>
              <a:spcBef>
                <a:spcPts val="1220"/>
              </a:spcBef>
              <a:buNone/>
            </a:pPr>
            <a:r>
              <a:rPr sz="2400" spc="-50" dirty="0">
                <a:solidFill>
                  <a:srgbClr val="000000">
                    <a:alpha val="100000"/>
                  </a:srgbClr>
                </a:solidFill>
                <a:latin typeface="Arial" panose="020B0604020202090204"/>
                <a:ea typeface="Arial" panose="020B0604020202090204"/>
                <a:cs typeface="Arial" panose="020B0604020202090204"/>
                <a:sym typeface="+mn-ea"/>
              </a:rPr>
              <a:t>3.   Study relevant documents to understand domain </a:t>
            </a:r>
            <a:r>
              <a:rPr sz="2400" spc="-40" dirty="0">
                <a:solidFill>
                  <a:srgbClr val="000000">
                    <a:alpha val="100000"/>
                  </a:srgbClr>
                </a:solidFill>
                <a:latin typeface="Arial" panose="020B0604020202090204"/>
                <a:ea typeface="Arial" panose="020B0604020202090204"/>
                <a:cs typeface="Arial" panose="020B0604020202090204"/>
                <a:sym typeface="+mn-ea"/>
              </a:rPr>
              <a:t>k</a:t>
            </a:r>
            <a:r>
              <a:rPr sz="2400" dirty="0">
                <a:solidFill>
                  <a:srgbClr val="000000">
                    <a:alpha val="100000"/>
                  </a:srgbClr>
                </a:solidFill>
                <a:latin typeface="Arial" panose="020B0604020202090204"/>
                <a:ea typeface="Arial" panose="020B0604020202090204"/>
                <a:cs typeface="Arial" panose="020B0604020202090204"/>
                <a:sym typeface="+mn-ea"/>
              </a:rPr>
              <a:t>nowledge</a:t>
            </a:r>
            <a:endParaRPr lang="en-US" altLang="en-US" sz="2400" dirty="0"/>
          </a:p>
          <a:p>
            <a:pPr marL="12700" indent="0" algn="l" rtl="0" eaLnBrk="0" fontAlgn="auto">
              <a:lnSpc>
                <a:spcPct val="100000"/>
              </a:lnSpc>
              <a:spcBef>
                <a:spcPts val="1185"/>
              </a:spcBef>
              <a:buNone/>
            </a:pPr>
            <a:r>
              <a:rPr sz="2400" spc="-20" dirty="0">
                <a:solidFill>
                  <a:srgbClr val="000000">
                    <a:alpha val="100000"/>
                  </a:srgbClr>
                </a:solidFill>
                <a:latin typeface="Arial" panose="020B0604020202090204"/>
                <a:ea typeface="Arial" panose="020B0604020202090204"/>
                <a:cs typeface="Arial" panose="020B0604020202090204"/>
                <a:sym typeface="+mn-ea"/>
              </a:rPr>
              <a:t>4.   Develop the model (led by Chief Archite</a:t>
            </a:r>
            <a:r>
              <a:rPr sz="2400" dirty="0">
                <a:solidFill>
                  <a:srgbClr val="000000">
                    <a:alpha val="100000"/>
                  </a:srgbClr>
                </a:solidFill>
                <a:latin typeface="Arial" panose="020B0604020202090204"/>
                <a:ea typeface="Arial" panose="020B0604020202090204"/>
                <a:cs typeface="Arial" panose="020B0604020202090204"/>
                <a:sym typeface="+mn-ea"/>
              </a:rPr>
              <a:t>ct</a:t>
            </a:r>
            <a:r>
              <a:rPr sz="2400" spc="-20" dirty="0">
                <a:solidFill>
                  <a:srgbClr val="000000">
                    <a:alpha val="100000"/>
                  </a:srgbClr>
                </a:solidFill>
                <a:latin typeface="Arial" panose="020B0604020202090204"/>
                <a:ea typeface="Arial" panose="020B0604020202090204"/>
                <a:cs typeface="Arial" panose="020B0604020202090204"/>
                <a:sym typeface="+mn-ea"/>
              </a:rPr>
              <a:t>)</a:t>
            </a:r>
          </a:p>
          <a:p>
            <a:pPr marL="812800" lvl="1" indent="-342900" eaLnBrk="0">
              <a:lnSpc>
                <a:spcPct val="100000"/>
              </a:lnSpc>
              <a:spcBef>
                <a:spcPts val="1185"/>
              </a:spcBef>
            </a:pPr>
            <a:r>
              <a:rPr sz="2400" spc="-30" dirty="0">
                <a:solidFill>
                  <a:srgbClr val="000000">
                    <a:alpha val="100000"/>
                  </a:srgbClr>
                </a:solidFill>
                <a:latin typeface="Arial" panose="020B0604020202090204"/>
                <a:ea typeface="Arial" panose="020B0604020202090204"/>
                <a:cs typeface="Arial" panose="020B0604020202090204"/>
                <a:sym typeface="+mn-ea"/>
              </a:rPr>
              <a:t>Define overall “</a:t>
            </a:r>
            <a:r>
              <a:rPr sz="2400" b="1" spc="-30" dirty="0">
                <a:solidFill>
                  <a:srgbClr val="000000">
                    <a:alpha val="100000"/>
                  </a:srgbClr>
                </a:solidFill>
                <a:latin typeface="Arial" panose="020B0604020202090204"/>
                <a:ea typeface="Arial" panose="020B0604020202090204"/>
                <a:cs typeface="Arial" panose="020B0604020202090204"/>
                <a:sym typeface="+mn-ea"/>
              </a:rPr>
              <a:t>shape</a:t>
            </a:r>
            <a:r>
              <a:rPr sz="2400" spc="-30" dirty="0">
                <a:solidFill>
                  <a:srgbClr val="000000">
                    <a:alpha val="100000"/>
                  </a:srgbClr>
                </a:solidFill>
                <a:latin typeface="Arial" panose="020B0604020202090204"/>
                <a:ea typeface="Arial" panose="020B0604020202090204"/>
                <a:cs typeface="Arial" panose="020B0604020202090204"/>
                <a:sym typeface="+mn-ea"/>
              </a:rPr>
              <a:t>" of the model, ra</a:t>
            </a:r>
            <a:r>
              <a:rPr sz="2400" spc="-20" dirty="0">
                <a:solidFill>
                  <a:srgbClr val="000000">
                    <a:alpha val="100000"/>
                  </a:srgbClr>
                </a:solidFill>
                <a:latin typeface="Arial" panose="020B0604020202090204"/>
                <a:ea typeface="Arial" panose="020B0604020202090204"/>
                <a:cs typeface="Arial" panose="020B0604020202090204"/>
                <a:sym typeface="+mn-ea"/>
              </a:rPr>
              <a:t>t</a:t>
            </a:r>
            <a:r>
              <a:rPr sz="2400" dirty="0">
                <a:solidFill>
                  <a:srgbClr val="000000">
                    <a:alpha val="100000"/>
                  </a:srgbClr>
                </a:solidFill>
                <a:latin typeface="Arial" panose="020B0604020202090204"/>
                <a:ea typeface="Arial" panose="020B0604020202090204"/>
                <a:cs typeface="Arial" panose="020B0604020202090204"/>
                <a:sym typeface="+mn-ea"/>
              </a:rPr>
              <a:t>her</a:t>
            </a:r>
            <a:r>
              <a:rPr sz="2400" spc="-3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than</a:t>
            </a:r>
            <a:r>
              <a:rPr sz="2400" spc="-3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the</a:t>
            </a:r>
            <a:r>
              <a:rPr sz="2400" spc="-3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details                </a:t>
            </a:r>
          </a:p>
          <a:p>
            <a:pPr marL="812800" lvl="1" indent="-342900" eaLnBrk="0">
              <a:lnSpc>
                <a:spcPct val="100000"/>
              </a:lnSpc>
              <a:spcBef>
                <a:spcPts val="1185"/>
              </a:spcBef>
            </a:pPr>
            <a:r>
              <a:rPr sz="2400" spc="-40" dirty="0">
                <a:solidFill>
                  <a:srgbClr val="000000">
                    <a:alpha val="100000"/>
                  </a:srgbClr>
                </a:solidFill>
                <a:latin typeface="Arial" panose="020B0604020202090204"/>
                <a:ea typeface="Arial" panose="020B0604020202090204"/>
                <a:cs typeface="Arial" panose="020B0604020202090204"/>
                <a:sym typeface="+mn-ea"/>
              </a:rPr>
              <a:t>More details will be added during the Design by Feature p</a:t>
            </a:r>
            <a:r>
              <a:rPr sz="2400" spc="-30" dirty="0">
                <a:solidFill>
                  <a:srgbClr val="000000">
                    <a:alpha val="100000"/>
                  </a:srgbClr>
                </a:solidFill>
                <a:latin typeface="Arial" panose="020B0604020202090204"/>
                <a:ea typeface="Arial" panose="020B0604020202090204"/>
                <a:cs typeface="Arial" panose="020B0604020202090204"/>
                <a:sym typeface="+mn-ea"/>
              </a:rPr>
              <a:t>r</a:t>
            </a:r>
            <a:r>
              <a:rPr sz="2400" dirty="0">
                <a:solidFill>
                  <a:srgbClr val="000000">
                    <a:alpha val="100000"/>
                  </a:srgbClr>
                </a:solidFill>
                <a:latin typeface="Arial" panose="020B0604020202090204"/>
                <a:ea typeface="Arial" panose="020B0604020202090204"/>
                <a:cs typeface="Arial" panose="020B0604020202090204"/>
                <a:sym typeface="+mn-ea"/>
              </a:rPr>
              <a:t>ocess</a:t>
            </a:r>
            <a:endParaRPr lang="en-US" altLang="en-US" sz="2400" dirty="0"/>
          </a:p>
          <a:p>
            <a:pPr marL="24765" indent="0" algn="l" rtl="0" eaLnBrk="0" fontAlgn="auto">
              <a:lnSpc>
                <a:spcPct val="100000"/>
              </a:lnSpc>
              <a:spcBef>
                <a:spcPts val="1175"/>
              </a:spcBef>
              <a:buNone/>
            </a:pPr>
            <a:r>
              <a:rPr sz="2400" spc="-30" dirty="0">
                <a:solidFill>
                  <a:srgbClr val="000000">
                    <a:alpha val="100000"/>
                  </a:srgbClr>
                </a:solidFill>
                <a:latin typeface="Arial" panose="020B0604020202090204"/>
                <a:ea typeface="Arial" panose="020B0604020202090204"/>
                <a:cs typeface="Arial" panose="020B0604020202090204"/>
                <a:sym typeface="+mn-ea"/>
              </a:rPr>
              <a:t>5.   Refine the overall object mo</a:t>
            </a:r>
            <a:r>
              <a:rPr sz="2400" spc="-20" dirty="0">
                <a:solidFill>
                  <a:srgbClr val="000000">
                    <a:alpha val="100000"/>
                  </a:srgbClr>
                </a:solidFill>
                <a:latin typeface="Arial" panose="020B0604020202090204"/>
                <a:ea typeface="Arial" panose="020B0604020202090204"/>
                <a:cs typeface="Arial" panose="020B0604020202090204"/>
                <a:sym typeface="+mn-ea"/>
              </a:rPr>
              <a:t>d</a:t>
            </a:r>
            <a:r>
              <a:rPr sz="2400" dirty="0">
                <a:solidFill>
                  <a:srgbClr val="000000">
                    <a:alpha val="100000"/>
                  </a:srgbClr>
                </a:solidFill>
                <a:latin typeface="Arial" panose="020B0604020202090204"/>
                <a:ea typeface="Arial" panose="020B0604020202090204"/>
                <a:cs typeface="Arial" panose="020B0604020202090204"/>
                <a:sym typeface="+mn-ea"/>
              </a:rPr>
              <a:t>el       </a:t>
            </a:r>
            <a:endParaRPr lang="en-US" altLang="en-US" sz="2400" dirty="0"/>
          </a:p>
          <a:p>
            <a:pPr marL="22860" indent="0" algn="l" rtl="0" eaLnBrk="0" fontAlgn="auto">
              <a:lnSpc>
                <a:spcPct val="100000"/>
              </a:lnSpc>
              <a:spcBef>
                <a:spcPts val="1185"/>
              </a:spcBef>
              <a:buNone/>
            </a:pPr>
            <a:r>
              <a:rPr sz="2400" spc="80" dirty="0">
                <a:solidFill>
                  <a:srgbClr val="000000">
                    <a:alpha val="100000"/>
                  </a:srgbClr>
                </a:solidFill>
                <a:latin typeface="Arial" panose="020B0604020202090204"/>
                <a:ea typeface="Arial" panose="020B0604020202090204"/>
                <a:cs typeface="Arial" panose="020B0604020202090204"/>
                <a:sym typeface="+mn-ea"/>
              </a:rPr>
              <a:t>6.  </a:t>
            </a:r>
            <a:r>
              <a:rPr sz="2400" dirty="0">
                <a:solidFill>
                  <a:srgbClr val="000000">
                    <a:alpha val="100000"/>
                  </a:srgbClr>
                </a:solidFill>
                <a:latin typeface="Arial" panose="020B0604020202090204"/>
                <a:ea typeface="Arial" panose="020B0604020202090204"/>
                <a:cs typeface="Arial" panose="020B0604020202090204"/>
                <a:sym typeface="+mn-ea"/>
              </a:rPr>
              <a:t>Write</a:t>
            </a:r>
            <a:r>
              <a:rPr sz="2400" spc="8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model</a:t>
            </a:r>
            <a:r>
              <a:rPr sz="2400" spc="4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notes</a:t>
            </a:r>
            <a:endParaRPr lang="en-US" altLang="en-US" sz="2400" dirty="0"/>
          </a:p>
          <a:p>
            <a:pPr marL="24130" indent="0" algn="l" rtl="0" eaLnBrk="0" fontAlgn="auto">
              <a:lnSpc>
                <a:spcPct val="100000"/>
              </a:lnSpc>
              <a:buNone/>
            </a:pPr>
            <a:r>
              <a:rPr sz="2400" spc="-60" dirty="0">
                <a:solidFill>
                  <a:srgbClr val="000000">
                    <a:alpha val="100000"/>
                  </a:srgbClr>
                </a:solidFill>
                <a:latin typeface="Arial" panose="020B0604020202090204"/>
                <a:ea typeface="Arial" panose="020B0604020202090204"/>
                <a:cs typeface="Arial" panose="020B0604020202090204"/>
                <a:sym typeface="+mn-ea"/>
              </a:rPr>
              <a:t>7.   Internal and external assess</a:t>
            </a:r>
            <a:r>
              <a:rPr sz="2400" spc="-50" dirty="0">
                <a:solidFill>
                  <a:srgbClr val="000000">
                    <a:alpha val="100000"/>
                  </a:srgbClr>
                </a:solidFill>
                <a:latin typeface="Arial" panose="020B0604020202090204"/>
                <a:ea typeface="Arial" panose="020B0604020202090204"/>
                <a:cs typeface="Arial" panose="020B0604020202090204"/>
                <a:sym typeface="+mn-ea"/>
              </a:rPr>
              <a:t>m</a:t>
            </a:r>
            <a:r>
              <a:rPr sz="2400" dirty="0">
                <a:solidFill>
                  <a:srgbClr val="000000">
                    <a:alpha val="100000"/>
                  </a:srgbClr>
                </a:solidFill>
                <a:latin typeface="Arial" panose="020B0604020202090204"/>
                <a:ea typeface="Arial" panose="020B0604020202090204"/>
                <a:cs typeface="Arial" panose="020B0604020202090204"/>
                <a:sym typeface="+mn-ea"/>
              </a:rPr>
              <a:t>ent</a:t>
            </a:r>
            <a:endParaRPr lang="en-US" altLang="en-US" sz="2400" dirty="0"/>
          </a:p>
          <a:p>
            <a:pPr marL="514350" indent="-285750" algn="l" rtl="0" fontAlgn="auto">
              <a:lnSpc>
                <a:spcPct val="100000"/>
              </a:lnSpc>
            </a:pPr>
            <a:endParaRPr lang="en-US" sz="2400" dirty="0"/>
          </a:p>
        </p:txBody>
      </p:sp>
      <p:sp>
        <p:nvSpPr>
          <p:cNvPr id="3" name="Slide Number Placeholder 2"/>
          <p:cNvSpPr>
            <a:spLocks noGrp="1"/>
          </p:cNvSpPr>
          <p:nvPr>
            <p:ph type="sldNum" sz="quarter" idx="12"/>
          </p:nvPr>
        </p:nvSpPr>
        <p:spPr/>
        <p:txBody>
          <a:bodyPr/>
          <a:lstStyle/>
          <a:p>
            <a:fld id="{4267CD5E-26CF-4249-8540-BB1D07FD4227}" type="slidenum">
              <a:rPr lang="en-US" smtClean="0"/>
              <a:t>36</a:t>
            </a:fld>
            <a:endParaRPr lang="en-US"/>
          </a:p>
        </p:txBody>
      </p:sp>
      <p:pic>
        <p:nvPicPr>
          <p:cNvPr id="103" name="picture 103"/>
          <p:cNvPicPr>
            <a:picLocks noChangeAspect="1"/>
          </p:cNvPicPr>
          <p:nvPr/>
        </p:nvPicPr>
        <p:blipFill>
          <a:blip r:embed="rId2"/>
          <a:srcRect/>
          <a:stretch/>
        </p:blipFill>
        <p:spPr>
          <a:xfrm rot="21600000">
            <a:off x="7323370" y="4586787"/>
            <a:ext cx="4201965" cy="1872615"/>
          </a:xfrm>
          <a:prstGeom prst="rect">
            <a:avLst/>
          </a:prstGeom>
        </p:spPr>
      </p:pic>
      <p:sp>
        <p:nvSpPr>
          <p:cNvPr id="5" name="Down Arrow 4"/>
          <p:cNvSpPr/>
          <p:nvPr/>
        </p:nvSpPr>
        <p:spPr>
          <a:xfrm>
            <a:off x="7574280" y="4586786"/>
            <a:ext cx="312420" cy="30321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solidFill>
                  <a:schemeClr val="bg2">
                    <a:lumMod val="10000"/>
                  </a:schemeClr>
                </a:solidFill>
                <a:latin typeface="Arial Bold" panose="020B0604020202090204" charset="0"/>
                <a:cs typeface="Arial Bold" panose="020B0604020202090204" charset="0"/>
              </a:rPr>
              <a:t>Process 2: Build a Features List</a:t>
            </a:r>
          </a:p>
        </p:txBody>
      </p:sp>
      <p:sp>
        <p:nvSpPr>
          <p:cNvPr id="2" name="Content Placeholder 1"/>
          <p:cNvSpPr>
            <a:spLocks noGrp="1"/>
          </p:cNvSpPr>
          <p:nvPr>
            <p:ph idx="1"/>
          </p:nvPr>
        </p:nvSpPr>
        <p:spPr>
          <a:xfrm>
            <a:off x="646676" y="1200844"/>
            <a:ext cx="10025287" cy="3879273"/>
          </a:xfrm>
        </p:spPr>
        <p:txBody>
          <a:bodyPr/>
          <a:lstStyle/>
          <a:p>
            <a:pPr marL="0" indent="0" algn="l" rtl="0" eaLnBrk="0">
              <a:lnSpc>
                <a:spcPct val="109000"/>
              </a:lnSpc>
              <a:buNone/>
            </a:pPr>
            <a:r>
              <a:rPr sz="2400" spc="-60" dirty="0">
                <a:solidFill>
                  <a:srgbClr val="000000">
                    <a:alpha val="100000"/>
                  </a:srgbClr>
                </a:solidFill>
                <a:latin typeface="Arial" panose="020B0604020202090204"/>
                <a:ea typeface="Arial" panose="020B0604020202090204"/>
                <a:cs typeface="Arial" panose="020B0604020202090204"/>
                <a:sym typeface="+mn-ea"/>
              </a:rPr>
              <a:t>1.  Form the features list team (Chief Progra</a:t>
            </a:r>
            <a:r>
              <a:rPr sz="2400" spc="-40" dirty="0">
                <a:solidFill>
                  <a:srgbClr val="000000">
                    <a:alpha val="100000"/>
                  </a:srgbClr>
                </a:solidFill>
                <a:latin typeface="Arial" panose="020B0604020202090204"/>
                <a:ea typeface="Arial" panose="020B0604020202090204"/>
                <a:cs typeface="Arial" panose="020B0604020202090204"/>
                <a:sym typeface="+mn-ea"/>
              </a:rPr>
              <a:t>m</a:t>
            </a:r>
            <a:r>
              <a:rPr sz="2400" dirty="0">
                <a:solidFill>
                  <a:srgbClr val="000000">
                    <a:alpha val="100000"/>
                  </a:srgbClr>
                </a:solidFill>
                <a:latin typeface="Arial" panose="020B0604020202090204"/>
                <a:ea typeface="Arial" panose="020B0604020202090204"/>
                <a:cs typeface="Arial" panose="020B0604020202090204"/>
                <a:sym typeface="+mn-ea"/>
              </a:rPr>
              <a:t>mers</a:t>
            </a:r>
            <a:r>
              <a:rPr sz="2400" spc="-60" dirty="0">
                <a:solidFill>
                  <a:srgbClr val="000000">
                    <a:alpha val="100000"/>
                  </a:srgbClr>
                </a:solidFill>
                <a:latin typeface="Arial" panose="020B0604020202090204"/>
                <a:ea typeface="Arial" panose="020B0604020202090204"/>
                <a:cs typeface="Arial" panose="020B0604020202090204"/>
                <a:sym typeface="+mn-ea"/>
              </a:rPr>
              <a:t>)</a:t>
            </a:r>
            <a:r>
              <a:rPr sz="2400" dirty="0">
                <a:solidFill>
                  <a:srgbClr val="000000">
                    <a:alpha val="100000"/>
                  </a:srgbClr>
                </a:solidFill>
                <a:latin typeface="Arial" panose="020B0604020202090204"/>
                <a:ea typeface="Arial" panose="020B0604020202090204"/>
                <a:cs typeface="Arial" panose="020B0604020202090204"/>
                <a:sym typeface="+mn-ea"/>
              </a:rPr>
              <a:t>  </a:t>
            </a:r>
            <a:r>
              <a:rPr sz="2400" spc="-50" dirty="0">
                <a:solidFill>
                  <a:srgbClr val="000000">
                    <a:alpha val="100000"/>
                  </a:srgbClr>
                </a:solidFill>
                <a:latin typeface="Arial" panose="020B0604020202090204"/>
                <a:ea typeface="Arial" panose="020B0604020202090204"/>
                <a:cs typeface="Arial" panose="020B0604020202090204"/>
                <a:sym typeface="+mn-ea"/>
              </a:rPr>
              <a:t>Goal is to define </a:t>
            </a:r>
            <a:r>
              <a:rPr lang="en-US" sz="2400" spc="-50" dirty="0">
                <a:solidFill>
                  <a:srgbClr val="000000">
                    <a:alpha val="100000"/>
                  </a:srgbClr>
                </a:solidFill>
                <a:latin typeface="Arial" panose="020B0604020202090204"/>
                <a:ea typeface="Arial" panose="020B0604020202090204"/>
                <a:cs typeface="Arial" panose="020B0604020202090204"/>
                <a:sym typeface="+mn-ea"/>
              </a:rPr>
              <a:t>all</a:t>
            </a:r>
            <a:r>
              <a:rPr sz="2400" spc="-50" dirty="0">
                <a:solidFill>
                  <a:srgbClr val="000000">
                    <a:alpha val="100000"/>
                  </a:srgbClr>
                </a:solidFill>
                <a:latin typeface="Arial" panose="020B0604020202090204"/>
                <a:ea typeface="Arial" panose="020B0604020202090204"/>
                <a:cs typeface="Arial" panose="020B0604020202090204"/>
                <a:sym typeface="+mn-ea"/>
              </a:rPr>
              <a:t> the features (pro</a:t>
            </a:r>
            <a:r>
              <a:rPr sz="2400" spc="-20" dirty="0">
                <a:solidFill>
                  <a:srgbClr val="000000">
                    <a:alpha val="100000"/>
                  </a:srgbClr>
                </a:solidFill>
                <a:latin typeface="Arial" panose="020B0604020202090204"/>
                <a:ea typeface="Arial" panose="020B0604020202090204"/>
                <a:cs typeface="Arial" panose="020B0604020202090204"/>
                <a:sym typeface="+mn-ea"/>
              </a:rPr>
              <a:t>d</a:t>
            </a:r>
            <a:r>
              <a:rPr sz="2400" dirty="0">
                <a:solidFill>
                  <a:srgbClr val="000000">
                    <a:alpha val="100000"/>
                  </a:srgbClr>
                </a:solidFill>
                <a:latin typeface="Arial" panose="020B0604020202090204"/>
                <a:ea typeface="Arial" panose="020B0604020202090204"/>
                <a:cs typeface="Arial" panose="020B0604020202090204"/>
                <a:sym typeface="+mn-ea"/>
              </a:rPr>
              <a:t>uct</a:t>
            </a:r>
            <a:r>
              <a:rPr sz="2400" spc="-5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backlog</a:t>
            </a:r>
            <a:r>
              <a:rPr sz="2400" spc="-50" dirty="0">
                <a:solidFill>
                  <a:srgbClr val="000000">
                    <a:alpha val="100000"/>
                  </a:srgbClr>
                </a:solidFill>
                <a:latin typeface="Arial" panose="020B0604020202090204"/>
                <a:ea typeface="Arial" panose="020B0604020202090204"/>
                <a:cs typeface="Arial" panose="020B0604020202090204"/>
                <a:sym typeface="+mn-ea"/>
              </a:rPr>
              <a:t>)</a:t>
            </a:r>
            <a:r>
              <a:rPr lang="en-US" sz="2400" spc="-50" dirty="0">
                <a:solidFill>
                  <a:srgbClr val="000000">
                    <a:alpha val="100000"/>
                  </a:srgbClr>
                </a:solidFill>
                <a:latin typeface="Arial" panose="020B0604020202090204"/>
                <a:ea typeface="Arial" panose="020B0604020202090204"/>
                <a:cs typeface="Arial" panose="020B0604020202090204"/>
                <a:sym typeface="+mn-ea"/>
              </a:rPr>
              <a:t> </a:t>
            </a:r>
            <a:endParaRPr sz="2400" spc="-60" dirty="0">
              <a:solidFill>
                <a:srgbClr val="000000">
                  <a:alpha val="100000"/>
                </a:srgbClr>
              </a:solidFill>
              <a:latin typeface="Arial" panose="020B0604020202090204"/>
              <a:ea typeface="Arial" panose="020B0604020202090204"/>
              <a:cs typeface="Arial" panose="020B0604020202090204"/>
              <a:sym typeface="+mn-ea"/>
            </a:endParaRPr>
          </a:p>
          <a:p>
            <a:pPr marL="0" indent="0" algn="l" rtl="0" eaLnBrk="0">
              <a:lnSpc>
                <a:spcPct val="109000"/>
              </a:lnSpc>
              <a:buNone/>
            </a:pPr>
            <a:r>
              <a:rPr sz="2400" spc="-60" dirty="0">
                <a:solidFill>
                  <a:srgbClr val="000000">
                    <a:alpha val="100000"/>
                  </a:srgbClr>
                </a:solidFill>
                <a:latin typeface="Arial" panose="020B0604020202090204"/>
                <a:ea typeface="Arial" panose="020B0604020202090204"/>
                <a:cs typeface="Arial" panose="020B0604020202090204"/>
                <a:sym typeface="+mn-ea"/>
              </a:rPr>
              <a:t>2.  Build features list – oriented to the busi</a:t>
            </a:r>
            <a:r>
              <a:rPr sz="2400" spc="-10" dirty="0">
                <a:solidFill>
                  <a:srgbClr val="000000">
                    <a:alpha val="100000"/>
                  </a:srgbClr>
                </a:solidFill>
                <a:latin typeface="Arial" panose="020B0604020202090204"/>
                <a:ea typeface="Arial" panose="020B0604020202090204"/>
                <a:cs typeface="Arial" panose="020B0604020202090204"/>
                <a:sym typeface="+mn-ea"/>
              </a:rPr>
              <a:t>n</a:t>
            </a:r>
            <a:r>
              <a:rPr sz="2400" dirty="0">
                <a:solidFill>
                  <a:srgbClr val="000000">
                    <a:alpha val="100000"/>
                  </a:srgbClr>
                </a:solidFill>
                <a:latin typeface="Arial" panose="020B0604020202090204"/>
                <a:ea typeface="Arial" panose="020B0604020202090204"/>
                <a:cs typeface="Arial" panose="020B0604020202090204"/>
                <a:sym typeface="+mn-ea"/>
              </a:rPr>
              <a:t>ess</a:t>
            </a:r>
            <a:r>
              <a:rPr sz="2400" spc="-6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needs </a:t>
            </a:r>
            <a:r>
              <a:rPr sz="2400" spc="-50" dirty="0">
                <a:solidFill>
                  <a:srgbClr val="000000">
                    <a:alpha val="100000"/>
                  </a:srgbClr>
                </a:solidFill>
                <a:latin typeface="Arial" panose="020B0604020202090204"/>
                <a:ea typeface="Arial" panose="020B0604020202090204"/>
                <a:cs typeface="Arial" panose="020B0604020202090204"/>
                <a:sym typeface="+mn-ea"/>
              </a:rPr>
              <a:t>Hierarchical, not flat, like use</a:t>
            </a:r>
            <a:r>
              <a:rPr sz="2400" spc="-20" dirty="0">
                <a:solidFill>
                  <a:srgbClr val="000000">
                    <a:alpha val="100000"/>
                  </a:srgbClr>
                </a:solidFill>
                <a:latin typeface="Arial" panose="020B0604020202090204"/>
                <a:ea typeface="Arial" panose="020B0604020202090204"/>
                <a:cs typeface="Arial" panose="020B0604020202090204"/>
                <a:sym typeface="+mn-ea"/>
              </a:rPr>
              <a:t>r</a:t>
            </a:r>
            <a:r>
              <a:rPr sz="2400" spc="-5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stories</a:t>
            </a:r>
            <a:r>
              <a:rPr lang="en-US" sz="2400" dirty="0">
                <a:solidFill>
                  <a:srgbClr val="000000">
                    <a:alpha val="100000"/>
                  </a:srgbClr>
                </a:solidFill>
                <a:latin typeface="Arial" panose="020B0604020202090204"/>
                <a:ea typeface="Arial" panose="020B0604020202090204"/>
                <a:cs typeface="Arial" panose="020B0604020202090204"/>
                <a:sym typeface="+mn-ea"/>
              </a:rPr>
              <a:t> </a:t>
            </a:r>
          </a:p>
        </p:txBody>
      </p:sp>
      <p:sp>
        <p:nvSpPr>
          <p:cNvPr id="3" name="Slide Number Placeholder 2"/>
          <p:cNvSpPr>
            <a:spLocks noGrp="1"/>
          </p:cNvSpPr>
          <p:nvPr>
            <p:ph type="sldNum" sz="quarter" idx="12"/>
          </p:nvPr>
        </p:nvSpPr>
        <p:spPr/>
        <p:txBody>
          <a:bodyPr/>
          <a:lstStyle/>
          <a:p>
            <a:fld id="{4267CD5E-26CF-4249-8540-BB1D07FD4227}" type="slidenum">
              <a:rPr lang="en-US" smtClean="0"/>
              <a:t>37</a:t>
            </a:fld>
            <a:endParaRPr lang="en-US"/>
          </a:p>
        </p:txBody>
      </p:sp>
      <p:sp>
        <p:nvSpPr>
          <p:cNvPr id="8" name="Text Box 7"/>
          <p:cNvSpPr txBox="1"/>
          <p:nvPr/>
        </p:nvSpPr>
        <p:spPr>
          <a:xfrm>
            <a:off x="799927" y="4479591"/>
            <a:ext cx="7085676" cy="2298065"/>
          </a:xfrm>
          <a:prstGeom prst="rect">
            <a:avLst/>
          </a:prstGeom>
          <a:noFill/>
        </p:spPr>
        <p:txBody>
          <a:bodyPr wrap="square" rtlCol="0">
            <a:spAutoFit/>
          </a:bodyPr>
          <a:lstStyle/>
          <a:p>
            <a:pPr algn="l" rtl="0" eaLnBrk="0">
              <a:lnSpc>
                <a:spcPct val="83000"/>
              </a:lnSpc>
            </a:pPr>
            <a:r>
              <a:rPr sz="2000" spc="-20" dirty="0">
                <a:solidFill>
                  <a:srgbClr val="000000">
                    <a:alpha val="100000"/>
                  </a:srgbClr>
                </a:solidFill>
                <a:latin typeface="Arial" panose="020B0604020202090204"/>
                <a:ea typeface="Arial" panose="020B0604020202090204"/>
                <a:cs typeface="Arial" panose="020B0604020202090204"/>
                <a:sym typeface="+mn-ea"/>
              </a:rPr>
              <a:t>Features should be small enough to implement in 10 </a:t>
            </a:r>
            <a:r>
              <a:rPr sz="2000" spc="-10" dirty="0">
                <a:solidFill>
                  <a:srgbClr val="000000">
                    <a:alpha val="100000"/>
                  </a:srgbClr>
                </a:solidFill>
                <a:latin typeface="Arial" panose="020B0604020202090204"/>
                <a:ea typeface="Arial" panose="020B0604020202090204"/>
                <a:cs typeface="Arial" panose="020B0604020202090204"/>
                <a:sym typeface="+mn-ea"/>
              </a:rPr>
              <a:t>d</a:t>
            </a:r>
            <a:r>
              <a:rPr sz="2000" dirty="0">
                <a:solidFill>
                  <a:srgbClr val="000000">
                    <a:alpha val="100000"/>
                  </a:srgbClr>
                </a:solidFill>
                <a:latin typeface="Arial" panose="020B0604020202090204"/>
                <a:ea typeface="Arial" panose="020B0604020202090204"/>
                <a:cs typeface="Arial" panose="020B0604020202090204"/>
                <a:sym typeface="+mn-ea"/>
              </a:rPr>
              <a:t>ays</a:t>
            </a:r>
          </a:p>
          <a:p>
            <a:pPr algn="l" rtl="0" eaLnBrk="0">
              <a:lnSpc>
                <a:spcPct val="75000"/>
              </a:lnSpc>
            </a:pPr>
            <a:endParaRPr lang="en-US" altLang="en-US" sz="2000" dirty="0"/>
          </a:p>
          <a:p>
            <a:pPr marL="520700" indent="-508000" algn="l" rtl="0" eaLnBrk="0">
              <a:lnSpc>
                <a:spcPct val="117000"/>
              </a:lnSpc>
            </a:pPr>
            <a:r>
              <a:rPr sz="2000" spc="-50" dirty="0">
                <a:solidFill>
                  <a:srgbClr val="000000">
                    <a:alpha val="100000"/>
                  </a:srgbClr>
                </a:solidFill>
                <a:latin typeface="Arial" panose="020B0604020202090204"/>
                <a:ea typeface="Arial" panose="020B0604020202090204"/>
                <a:cs typeface="Arial" panose="020B0604020202090204"/>
                <a:sym typeface="+mn-ea"/>
              </a:rPr>
              <a:t>Describe each feature with the </a:t>
            </a:r>
            <a:r>
              <a:rPr sz="2000" spc="-40" dirty="0">
                <a:solidFill>
                  <a:srgbClr val="000000">
                    <a:alpha val="100000"/>
                  </a:srgbClr>
                </a:solidFill>
                <a:latin typeface="Arial" panose="020B0604020202090204"/>
                <a:ea typeface="Arial" panose="020B0604020202090204"/>
                <a:cs typeface="Arial" panose="020B0604020202090204"/>
                <a:sym typeface="+mn-ea"/>
              </a:rPr>
              <a:t>t</a:t>
            </a:r>
            <a:r>
              <a:rPr sz="2000" dirty="0">
                <a:solidFill>
                  <a:srgbClr val="000000">
                    <a:alpha val="100000"/>
                  </a:srgbClr>
                </a:solidFill>
                <a:latin typeface="Arial" panose="020B0604020202090204"/>
                <a:ea typeface="Arial" panose="020B0604020202090204"/>
                <a:cs typeface="Arial" panose="020B0604020202090204"/>
                <a:sym typeface="+mn-ea"/>
              </a:rPr>
              <a:t>emplate</a:t>
            </a:r>
            <a:r>
              <a:rPr sz="2000" spc="-50" dirty="0">
                <a:solidFill>
                  <a:srgbClr val="000000">
                    <a:alpha val="100000"/>
                  </a:srgbClr>
                </a:solidFill>
                <a:latin typeface="Arial" panose="020B0604020202090204"/>
                <a:ea typeface="Arial" panose="020B0604020202090204"/>
                <a:cs typeface="Arial" panose="020B0604020202090204"/>
                <a:sym typeface="+mn-ea"/>
              </a:rPr>
              <a:t>:</a:t>
            </a:r>
            <a:r>
              <a:rPr sz="2000" dirty="0">
                <a:solidFill>
                  <a:srgbClr val="000000">
                    <a:alpha val="100000"/>
                  </a:srgbClr>
                </a:solidFill>
                <a:latin typeface="Arial" panose="020B0604020202090204"/>
                <a:ea typeface="Arial" panose="020B0604020202090204"/>
                <a:cs typeface="Arial" panose="020B0604020202090204"/>
                <a:sym typeface="+mn-ea"/>
              </a:rPr>
              <a:t> </a:t>
            </a:r>
            <a:endParaRPr lang="en-US" sz="2000" dirty="0">
              <a:solidFill>
                <a:srgbClr val="000000">
                  <a:alpha val="100000"/>
                </a:srgbClr>
              </a:solidFill>
              <a:latin typeface="Arial" panose="020B0604020202090204"/>
              <a:ea typeface="Arial" panose="020B0604020202090204"/>
              <a:cs typeface="Arial" panose="020B0604020202090204"/>
              <a:sym typeface="+mn-ea"/>
            </a:endParaRPr>
          </a:p>
          <a:p>
            <a:pPr marL="520700" indent="-508000" algn="l" rtl="0" eaLnBrk="0">
              <a:lnSpc>
                <a:spcPct val="117000"/>
              </a:lnSpc>
            </a:pPr>
            <a:r>
              <a:rPr lang="en-US" sz="2000" spc="-10" dirty="0">
                <a:solidFill>
                  <a:srgbClr val="000000">
                    <a:alpha val="100000"/>
                  </a:srgbClr>
                </a:solidFill>
                <a:latin typeface="Arial" panose="020B0604020202090204"/>
                <a:ea typeface="Arial" panose="020B0604020202090204"/>
                <a:cs typeface="Arial" panose="020B0604020202090204"/>
                <a:sym typeface="+mn-ea"/>
              </a:rPr>
              <a:t>	</a:t>
            </a:r>
            <a:r>
              <a:rPr sz="2000" spc="-10" dirty="0">
                <a:solidFill>
                  <a:srgbClr val="000000">
                    <a:alpha val="100000"/>
                  </a:srgbClr>
                </a:solidFill>
                <a:latin typeface="Arial" panose="020B0604020202090204"/>
                <a:ea typeface="Arial" panose="020B0604020202090204"/>
                <a:cs typeface="Arial" panose="020B0604020202090204"/>
                <a:sym typeface="+mn-ea"/>
              </a:rPr>
              <a:t>&lt;</a:t>
            </a:r>
            <a:r>
              <a:rPr sz="2000" spc="-10" dirty="0">
                <a:solidFill>
                  <a:srgbClr val="FF0000">
                    <a:alpha val="100000"/>
                  </a:srgbClr>
                </a:solidFill>
                <a:latin typeface="Arial" panose="020B0604020202090204"/>
                <a:ea typeface="Arial" panose="020B0604020202090204"/>
                <a:cs typeface="Arial" panose="020B0604020202090204"/>
                <a:sym typeface="+mn-ea"/>
              </a:rPr>
              <a:t>action</a:t>
            </a:r>
            <a:r>
              <a:rPr sz="2000" spc="-10" dirty="0">
                <a:solidFill>
                  <a:srgbClr val="000000">
                    <a:alpha val="100000"/>
                  </a:srgbClr>
                </a:solidFill>
                <a:latin typeface="Arial" panose="020B0604020202090204"/>
                <a:ea typeface="Arial" panose="020B0604020202090204"/>
                <a:cs typeface="Arial" panose="020B0604020202090204"/>
                <a:sym typeface="+mn-ea"/>
              </a:rPr>
              <a:t>&gt; &lt;</a:t>
            </a:r>
            <a:r>
              <a:rPr sz="2000" spc="-10" dirty="0">
                <a:solidFill>
                  <a:srgbClr val="3366FF">
                    <a:alpha val="100000"/>
                  </a:srgbClr>
                </a:solidFill>
                <a:latin typeface="Arial" panose="020B0604020202090204"/>
                <a:ea typeface="Arial" panose="020B0604020202090204"/>
                <a:cs typeface="Arial" panose="020B0604020202090204"/>
                <a:sym typeface="+mn-ea"/>
              </a:rPr>
              <a:t>res</a:t>
            </a:r>
            <a:r>
              <a:rPr sz="2000" dirty="0">
                <a:solidFill>
                  <a:srgbClr val="3366FF">
                    <a:alpha val="100000"/>
                  </a:srgbClr>
                </a:solidFill>
                <a:latin typeface="Arial" panose="020B0604020202090204"/>
                <a:ea typeface="Arial" panose="020B0604020202090204"/>
                <a:cs typeface="Arial" panose="020B0604020202090204"/>
                <a:sym typeface="+mn-ea"/>
              </a:rPr>
              <a:t>ult</a:t>
            </a:r>
            <a:r>
              <a:rPr sz="2000" spc="-10" dirty="0">
                <a:solidFill>
                  <a:srgbClr val="000000">
                    <a:alpha val="100000"/>
                  </a:srgbClr>
                </a:solidFill>
                <a:latin typeface="Arial" panose="020B0604020202090204"/>
                <a:ea typeface="Arial" panose="020B0604020202090204"/>
                <a:cs typeface="Arial" panose="020B0604020202090204"/>
                <a:sym typeface="+mn-ea"/>
              </a:rPr>
              <a:t>&gt; &lt;</a:t>
            </a:r>
            <a:r>
              <a:rPr sz="2000" dirty="0">
                <a:solidFill>
                  <a:srgbClr val="65EE15">
                    <a:alpha val="100000"/>
                  </a:srgbClr>
                </a:solidFill>
                <a:latin typeface="Arial" panose="020B0604020202090204"/>
                <a:ea typeface="Arial" panose="020B0604020202090204"/>
                <a:cs typeface="Arial" panose="020B0604020202090204"/>
                <a:sym typeface="+mn-ea"/>
              </a:rPr>
              <a:t>object</a:t>
            </a:r>
            <a:r>
              <a:rPr sz="2000" spc="-10" dirty="0">
                <a:solidFill>
                  <a:srgbClr val="000000">
                    <a:alpha val="100000"/>
                  </a:srgbClr>
                </a:solidFill>
                <a:latin typeface="Arial" panose="020B0604020202090204"/>
                <a:ea typeface="Arial" panose="020B0604020202090204"/>
                <a:cs typeface="Arial" panose="020B0604020202090204"/>
                <a:sym typeface="+mn-ea"/>
              </a:rPr>
              <a:t>&gt;</a:t>
            </a:r>
            <a:endParaRPr lang="en-US" altLang="en-US" sz="2000" dirty="0"/>
          </a:p>
          <a:p>
            <a:pPr marL="527050" algn="l" rtl="0" eaLnBrk="0">
              <a:lnSpc>
                <a:spcPts val="2880"/>
              </a:lnSpc>
              <a:spcBef>
                <a:spcPts val="520"/>
              </a:spcBef>
            </a:pPr>
            <a:r>
              <a:rPr sz="2000" spc="-40" dirty="0">
                <a:solidFill>
                  <a:srgbClr val="000000">
                    <a:alpha val="100000"/>
                  </a:srgbClr>
                </a:solidFill>
                <a:latin typeface="Arial" panose="020B0604020202090204"/>
                <a:ea typeface="Arial" panose="020B0604020202090204"/>
                <a:cs typeface="Arial" panose="020B0604020202090204"/>
                <a:sym typeface="+mn-ea"/>
              </a:rPr>
              <a:t>E.g., </a:t>
            </a:r>
            <a:r>
              <a:rPr sz="2000" spc="-40" dirty="0">
                <a:solidFill>
                  <a:srgbClr val="FF0000">
                    <a:alpha val="100000"/>
                  </a:srgbClr>
                </a:solidFill>
                <a:latin typeface="Arial" panose="020B0604020202090204"/>
                <a:ea typeface="Arial" panose="020B0604020202090204"/>
                <a:cs typeface="Arial" panose="020B0604020202090204"/>
                <a:sym typeface="+mn-ea"/>
              </a:rPr>
              <a:t>calculate </a:t>
            </a:r>
            <a:r>
              <a:rPr sz="2000" spc="-40" dirty="0">
                <a:solidFill>
                  <a:srgbClr val="000000">
                    <a:alpha val="100000"/>
                  </a:srgbClr>
                </a:solidFill>
                <a:latin typeface="Arial" panose="020B0604020202090204"/>
                <a:ea typeface="Arial" panose="020B0604020202090204"/>
                <a:cs typeface="Arial" panose="020B0604020202090204"/>
                <a:sym typeface="+mn-ea"/>
              </a:rPr>
              <a:t>the </a:t>
            </a:r>
            <a:r>
              <a:rPr sz="2000" spc="-40" dirty="0">
                <a:solidFill>
                  <a:srgbClr val="3366FF">
                    <a:alpha val="100000"/>
                  </a:srgbClr>
                </a:solidFill>
                <a:latin typeface="Arial" panose="020B0604020202090204"/>
                <a:ea typeface="Arial" panose="020B0604020202090204"/>
                <a:cs typeface="Arial" panose="020B0604020202090204"/>
                <a:sym typeface="+mn-ea"/>
              </a:rPr>
              <a:t>total </a:t>
            </a:r>
            <a:r>
              <a:rPr sz="2000" spc="-40" dirty="0">
                <a:solidFill>
                  <a:srgbClr val="000000">
                    <a:alpha val="100000"/>
                  </a:srgbClr>
                </a:solidFill>
                <a:latin typeface="Arial" panose="020B0604020202090204"/>
                <a:ea typeface="Arial" panose="020B0604020202090204"/>
                <a:cs typeface="Arial" panose="020B0604020202090204"/>
                <a:sym typeface="+mn-ea"/>
              </a:rPr>
              <a:t>o</a:t>
            </a:r>
            <a:r>
              <a:rPr sz="2000" dirty="0">
                <a:solidFill>
                  <a:srgbClr val="000000">
                    <a:alpha val="100000"/>
                  </a:srgbClr>
                </a:solidFill>
                <a:latin typeface="Arial" panose="020B0604020202090204"/>
                <a:ea typeface="Arial" panose="020B0604020202090204"/>
                <a:cs typeface="Arial" panose="020B0604020202090204"/>
                <a:sym typeface="+mn-ea"/>
              </a:rPr>
              <a:t>f</a:t>
            </a:r>
            <a:r>
              <a:rPr sz="2000" spc="-40" dirty="0">
                <a:solidFill>
                  <a:srgbClr val="000000">
                    <a:alpha val="100000"/>
                  </a:srgbClr>
                </a:solidFill>
                <a:latin typeface="Arial" panose="020B0604020202090204"/>
                <a:ea typeface="Arial" panose="020B0604020202090204"/>
                <a:cs typeface="Arial" panose="020B0604020202090204"/>
                <a:sym typeface="+mn-ea"/>
              </a:rPr>
              <a:t> </a:t>
            </a:r>
            <a:r>
              <a:rPr sz="2000" dirty="0">
                <a:solidFill>
                  <a:srgbClr val="000000">
                    <a:alpha val="100000"/>
                  </a:srgbClr>
                </a:solidFill>
                <a:latin typeface="Arial" panose="020B0604020202090204"/>
                <a:ea typeface="Arial" panose="020B0604020202090204"/>
                <a:cs typeface="Arial" panose="020B0604020202090204"/>
                <a:sym typeface="+mn-ea"/>
              </a:rPr>
              <a:t>a</a:t>
            </a:r>
            <a:r>
              <a:rPr sz="2000" spc="-40" dirty="0">
                <a:solidFill>
                  <a:srgbClr val="000000">
                    <a:alpha val="100000"/>
                  </a:srgbClr>
                </a:solidFill>
                <a:latin typeface="Arial" panose="020B0604020202090204"/>
                <a:ea typeface="Arial" panose="020B0604020202090204"/>
                <a:cs typeface="Arial" panose="020B0604020202090204"/>
                <a:sym typeface="+mn-ea"/>
              </a:rPr>
              <a:t> </a:t>
            </a:r>
            <a:r>
              <a:rPr sz="2000" dirty="0">
                <a:solidFill>
                  <a:srgbClr val="65EE15">
                    <a:alpha val="100000"/>
                  </a:srgbClr>
                </a:solidFill>
                <a:latin typeface="Arial" panose="020B0604020202090204"/>
                <a:ea typeface="Arial" panose="020B0604020202090204"/>
                <a:cs typeface="Arial" panose="020B0604020202090204"/>
                <a:sym typeface="+mn-ea"/>
              </a:rPr>
              <a:t>sale</a:t>
            </a:r>
            <a:endParaRPr lang="en-US" altLang="en-US" sz="2000" dirty="0"/>
          </a:p>
          <a:p>
            <a:pPr algn="l" rtl="0" eaLnBrk="0">
              <a:lnSpc>
                <a:spcPct val="83000"/>
              </a:lnSpc>
            </a:pPr>
            <a:endParaRPr lang="en-US" altLang="en-US" sz="2000" dirty="0"/>
          </a:p>
          <a:p>
            <a:endParaRPr lang="en-US" sz="2000" dirty="0"/>
          </a:p>
        </p:txBody>
      </p:sp>
      <p:pic>
        <p:nvPicPr>
          <p:cNvPr id="12" name="picture 103">
            <a:extLst>
              <a:ext uri="{FF2B5EF4-FFF2-40B4-BE49-F238E27FC236}">
                <a16:creationId xmlns:a16="http://schemas.microsoft.com/office/drawing/2014/main" id="{D2430876-4F75-B710-3D2C-3CE6305F33ED}"/>
              </a:ext>
            </a:extLst>
          </p:cNvPr>
          <p:cNvPicPr>
            <a:picLocks noChangeAspect="1"/>
          </p:cNvPicPr>
          <p:nvPr/>
        </p:nvPicPr>
        <p:blipFill>
          <a:blip r:embed="rId2"/>
          <a:srcRect/>
          <a:stretch/>
        </p:blipFill>
        <p:spPr>
          <a:xfrm rot="21600000">
            <a:off x="7533613" y="3416457"/>
            <a:ext cx="4206240" cy="1874520"/>
          </a:xfrm>
          <a:prstGeom prst="rect">
            <a:avLst/>
          </a:prstGeom>
        </p:spPr>
      </p:pic>
      <p:pic>
        <p:nvPicPr>
          <p:cNvPr id="11" name="Picture 10" descr="Table&#10;&#10;Description automatically generated">
            <a:extLst>
              <a:ext uri="{FF2B5EF4-FFF2-40B4-BE49-F238E27FC236}">
                <a16:creationId xmlns:a16="http://schemas.microsoft.com/office/drawing/2014/main" id="{DD0D7CCF-133E-2DCF-16A9-4293DE04B873}"/>
              </a:ext>
            </a:extLst>
          </p:cNvPr>
          <p:cNvPicPr>
            <a:picLocks noChangeAspect="1"/>
          </p:cNvPicPr>
          <p:nvPr/>
        </p:nvPicPr>
        <p:blipFill>
          <a:blip r:embed="rId3"/>
          <a:stretch>
            <a:fillRect/>
          </a:stretch>
        </p:blipFill>
        <p:spPr>
          <a:xfrm>
            <a:off x="1520037" y="2997384"/>
            <a:ext cx="2822728" cy="1379288"/>
          </a:xfrm>
          <a:prstGeom prst="rect">
            <a:avLst/>
          </a:prstGeom>
        </p:spPr>
      </p:pic>
      <p:sp>
        <p:nvSpPr>
          <p:cNvPr id="5" name="Down Arrow 4"/>
          <p:cNvSpPr/>
          <p:nvPr/>
        </p:nvSpPr>
        <p:spPr>
          <a:xfrm>
            <a:off x="8505156" y="3080412"/>
            <a:ext cx="350520" cy="4699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spc="-50" dirty="0">
                <a:solidFill>
                  <a:srgbClr val="000000">
                    <a:alpha val="100000"/>
                  </a:srgbClr>
                </a:solidFill>
                <a:latin typeface="Arial" panose="020B0604020202090204"/>
                <a:ea typeface="Arial" panose="020B0604020202090204"/>
                <a:cs typeface="Arial" panose="020B0604020202090204"/>
                <a:sym typeface="+mn-ea"/>
              </a:rPr>
              <a:t>Process 3: Plan by Fe</a:t>
            </a:r>
            <a:r>
              <a:rPr spc="-40" dirty="0">
                <a:solidFill>
                  <a:srgbClr val="000000">
                    <a:alpha val="100000"/>
                  </a:srgbClr>
                </a:solidFill>
                <a:latin typeface="Arial" panose="020B0604020202090204"/>
                <a:ea typeface="Arial" panose="020B0604020202090204"/>
                <a:cs typeface="Arial" panose="020B0604020202090204"/>
                <a:sym typeface="+mn-ea"/>
              </a:rPr>
              <a:t>a</a:t>
            </a:r>
            <a:r>
              <a:rPr dirty="0">
                <a:solidFill>
                  <a:srgbClr val="000000">
                    <a:alpha val="100000"/>
                  </a:srgbClr>
                </a:solidFill>
                <a:latin typeface="Arial" panose="020B0604020202090204"/>
                <a:ea typeface="Arial" panose="020B0604020202090204"/>
                <a:cs typeface="Arial" panose="020B0604020202090204"/>
                <a:sym typeface="+mn-ea"/>
              </a:rPr>
              <a:t>ture</a:t>
            </a:r>
            <a:endParaRPr lang="en-US"/>
          </a:p>
        </p:txBody>
      </p:sp>
      <p:sp>
        <p:nvSpPr>
          <p:cNvPr id="2" name="Content Placeholder 1"/>
          <p:cNvSpPr>
            <a:spLocks noGrp="1"/>
          </p:cNvSpPr>
          <p:nvPr>
            <p:ph idx="1"/>
          </p:nvPr>
        </p:nvSpPr>
        <p:spPr>
          <a:xfrm>
            <a:off x="646430" y="1555750"/>
            <a:ext cx="10893425" cy="4781550"/>
          </a:xfrm>
        </p:spPr>
        <p:txBody>
          <a:bodyPr>
            <a:noAutofit/>
          </a:bodyPr>
          <a:lstStyle/>
          <a:p>
            <a:pPr indent="0" algn="l" rtl="0" eaLnBrk="0" fontAlgn="auto">
              <a:lnSpc>
                <a:spcPct val="150000"/>
              </a:lnSpc>
              <a:buNone/>
            </a:pPr>
            <a:r>
              <a:rPr lang="en-US" sz="2000" spc="-50" dirty="0">
                <a:solidFill>
                  <a:srgbClr val="000000">
                    <a:alpha val="100000"/>
                  </a:srgbClr>
                </a:solidFill>
                <a:latin typeface="Arial" panose="020B0604020202090204"/>
                <a:ea typeface="Arial" panose="020B0604020202090204"/>
                <a:cs typeface="Arial" panose="020B0604020202090204"/>
                <a:sym typeface="+mn-ea"/>
              </a:rPr>
              <a:t>1. </a:t>
            </a:r>
            <a:r>
              <a:rPr sz="2000" spc="-50" dirty="0">
                <a:solidFill>
                  <a:srgbClr val="000000">
                    <a:alpha val="100000"/>
                  </a:srgbClr>
                </a:solidFill>
                <a:latin typeface="Arial" panose="020B0604020202090204"/>
                <a:ea typeface="Arial" panose="020B0604020202090204"/>
                <a:cs typeface="Arial" panose="020B0604020202090204"/>
                <a:sym typeface="+mn-ea"/>
              </a:rPr>
              <a:t>Form the planning te</a:t>
            </a:r>
            <a:r>
              <a:rPr sz="2000" spc="-20" dirty="0">
                <a:solidFill>
                  <a:srgbClr val="000000">
                    <a:alpha val="100000"/>
                  </a:srgbClr>
                </a:solidFill>
                <a:latin typeface="Arial" panose="020B0604020202090204"/>
                <a:ea typeface="Arial" panose="020B0604020202090204"/>
                <a:cs typeface="Arial" panose="020B0604020202090204"/>
                <a:sym typeface="+mn-ea"/>
              </a:rPr>
              <a:t>a</a:t>
            </a:r>
            <a:r>
              <a:rPr sz="2000" dirty="0">
                <a:solidFill>
                  <a:srgbClr val="000000">
                    <a:alpha val="100000"/>
                  </a:srgbClr>
                </a:solidFill>
                <a:latin typeface="Arial" panose="020B0604020202090204"/>
                <a:ea typeface="Arial" panose="020B0604020202090204"/>
                <a:cs typeface="Arial" panose="020B0604020202090204"/>
                <a:sym typeface="+mn-ea"/>
              </a:rPr>
              <a:t>m</a:t>
            </a:r>
          </a:p>
          <a:p>
            <a:pPr marL="1028700" lvl="1" indent="-342900" eaLnBrk="0">
              <a:lnSpc>
                <a:spcPct val="150000"/>
              </a:lnSpc>
            </a:pPr>
            <a:r>
              <a:rPr sz="2000" spc="-80" dirty="0">
                <a:solidFill>
                  <a:srgbClr val="000000">
                    <a:alpha val="100000"/>
                  </a:srgbClr>
                </a:solidFill>
                <a:latin typeface="Arial" panose="020B0604020202090204"/>
                <a:ea typeface="Arial" panose="020B0604020202090204"/>
                <a:cs typeface="Arial" panose="020B0604020202090204"/>
                <a:sym typeface="+mn-ea"/>
              </a:rPr>
              <a:t>(Development Manager, Chief Program</a:t>
            </a:r>
            <a:r>
              <a:rPr sz="2000" spc="-20" dirty="0">
                <a:solidFill>
                  <a:srgbClr val="000000">
                    <a:alpha val="100000"/>
                  </a:srgbClr>
                </a:solidFill>
                <a:latin typeface="Arial" panose="020B0604020202090204"/>
                <a:ea typeface="Arial" panose="020B0604020202090204"/>
                <a:cs typeface="Arial" panose="020B0604020202090204"/>
                <a:sym typeface="+mn-ea"/>
              </a:rPr>
              <a:t>m</a:t>
            </a:r>
            <a:r>
              <a:rPr sz="2000" dirty="0">
                <a:solidFill>
                  <a:srgbClr val="000000">
                    <a:alpha val="100000"/>
                  </a:srgbClr>
                </a:solidFill>
                <a:latin typeface="Arial" panose="020B0604020202090204"/>
                <a:ea typeface="Arial" panose="020B0604020202090204"/>
                <a:cs typeface="Arial" panose="020B0604020202090204"/>
                <a:sym typeface="+mn-ea"/>
              </a:rPr>
              <a:t>ers</a:t>
            </a:r>
            <a:r>
              <a:rPr sz="2000" spc="-80" dirty="0">
                <a:solidFill>
                  <a:srgbClr val="000000">
                    <a:alpha val="100000"/>
                  </a:srgbClr>
                </a:solidFill>
                <a:latin typeface="Arial" panose="020B0604020202090204"/>
                <a:ea typeface="Arial" panose="020B0604020202090204"/>
                <a:cs typeface="Arial" panose="020B0604020202090204"/>
                <a:sym typeface="+mn-ea"/>
              </a:rPr>
              <a:t>)</a:t>
            </a:r>
          </a:p>
          <a:p>
            <a:pPr indent="0" algn="l" rtl="0" eaLnBrk="0" fontAlgn="auto">
              <a:lnSpc>
                <a:spcPct val="150000"/>
              </a:lnSpc>
              <a:buNone/>
            </a:pPr>
            <a:r>
              <a:rPr lang="en-US" sz="2000" spc="-50" dirty="0">
                <a:solidFill>
                  <a:srgbClr val="000000">
                    <a:alpha val="100000"/>
                  </a:srgbClr>
                </a:solidFill>
                <a:latin typeface="Arial" panose="020B0604020202090204"/>
                <a:ea typeface="Arial" panose="020B0604020202090204"/>
                <a:cs typeface="Arial" panose="020B0604020202090204"/>
                <a:sym typeface="+mn-ea"/>
              </a:rPr>
              <a:t>2. </a:t>
            </a:r>
            <a:r>
              <a:rPr sz="2000" spc="-50" dirty="0">
                <a:solidFill>
                  <a:srgbClr val="000000">
                    <a:alpha val="100000"/>
                  </a:srgbClr>
                </a:solidFill>
                <a:latin typeface="Arial" panose="020B0604020202090204"/>
                <a:ea typeface="Arial" panose="020B0604020202090204"/>
                <a:cs typeface="Arial" panose="020B0604020202090204"/>
                <a:sym typeface="+mn-ea"/>
              </a:rPr>
              <a:t>Determine the development seque</a:t>
            </a:r>
            <a:r>
              <a:rPr sz="2000" spc="-40" dirty="0">
                <a:solidFill>
                  <a:srgbClr val="000000">
                    <a:alpha val="100000"/>
                  </a:srgbClr>
                </a:solidFill>
                <a:latin typeface="Arial" panose="020B0604020202090204"/>
                <a:ea typeface="Arial" panose="020B0604020202090204"/>
                <a:cs typeface="Arial" panose="020B0604020202090204"/>
                <a:sym typeface="+mn-ea"/>
              </a:rPr>
              <a:t>n</a:t>
            </a:r>
            <a:r>
              <a:rPr sz="2000" dirty="0">
                <a:solidFill>
                  <a:srgbClr val="000000">
                    <a:alpha val="100000"/>
                  </a:srgbClr>
                </a:solidFill>
                <a:latin typeface="Arial" panose="020B0604020202090204"/>
                <a:ea typeface="Arial" panose="020B0604020202090204"/>
                <a:cs typeface="Arial" panose="020B0604020202090204"/>
                <a:sym typeface="+mn-ea"/>
              </a:rPr>
              <a:t>ce</a:t>
            </a:r>
          </a:p>
          <a:p>
            <a:pPr marL="1028700" lvl="1" indent="-342900" eaLnBrk="0">
              <a:lnSpc>
                <a:spcPct val="150000"/>
              </a:lnSpc>
            </a:pPr>
            <a:r>
              <a:rPr sz="2000" spc="-60" dirty="0">
                <a:solidFill>
                  <a:srgbClr val="000000">
                    <a:alpha val="100000"/>
                  </a:srgbClr>
                </a:solidFill>
                <a:latin typeface="Arial" panose="020B0604020202090204"/>
                <a:ea typeface="Arial" panose="020B0604020202090204"/>
                <a:cs typeface="Arial" panose="020B0604020202090204"/>
                <a:sym typeface="+mn-ea"/>
              </a:rPr>
              <a:t>Some dependencies are </a:t>
            </a:r>
            <a:r>
              <a:rPr lang="en-US" sz="2000" spc="-60" dirty="0">
                <a:solidFill>
                  <a:srgbClr val="000000">
                    <a:alpha val="100000"/>
                  </a:srgbClr>
                </a:solidFill>
                <a:latin typeface="Arial" panose="020B0604020202090204"/>
                <a:ea typeface="Arial" panose="020B0604020202090204"/>
                <a:cs typeface="Arial" panose="020B0604020202090204"/>
                <a:sym typeface="+mn-ea"/>
              </a:rPr>
              <a:t>obvious,</a:t>
            </a:r>
            <a:r>
              <a:rPr sz="2000" spc="-60" dirty="0">
                <a:solidFill>
                  <a:srgbClr val="000000">
                    <a:alpha val="100000"/>
                  </a:srgbClr>
                </a:solidFill>
                <a:latin typeface="Arial" panose="020B0604020202090204"/>
                <a:ea typeface="Arial" panose="020B0604020202090204"/>
                <a:cs typeface="Arial" panose="020B0604020202090204"/>
                <a:sym typeface="+mn-ea"/>
              </a:rPr>
              <a:t> but others are mor</a:t>
            </a:r>
            <a:r>
              <a:rPr sz="2000" dirty="0">
                <a:solidFill>
                  <a:srgbClr val="000000">
                    <a:alpha val="100000"/>
                  </a:srgbClr>
                </a:solidFill>
                <a:latin typeface="Arial" panose="020B0604020202090204"/>
                <a:ea typeface="Arial" panose="020B0604020202090204"/>
                <a:cs typeface="Arial" panose="020B0604020202090204"/>
                <a:sym typeface="+mn-ea"/>
              </a:rPr>
              <a:t>e</a:t>
            </a:r>
            <a:r>
              <a:rPr sz="2000" spc="-60" dirty="0">
                <a:solidFill>
                  <a:srgbClr val="000000">
                    <a:alpha val="100000"/>
                  </a:srgbClr>
                </a:solidFill>
                <a:latin typeface="Arial" panose="020B0604020202090204"/>
                <a:ea typeface="Arial" panose="020B0604020202090204"/>
                <a:cs typeface="Arial" panose="020B0604020202090204"/>
                <a:sym typeface="+mn-ea"/>
              </a:rPr>
              <a:t> </a:t>
            </a:r>
            <a:r>
              <a:rPr sz="2000" dirty="0">
                <a:solidFill>
                  <a:srgbClr val="000000">
                    <a:alpha val="100000"/>
                  </a:srgbClr>
                </a:solidFill>
                <a:latin typeface="Arial" panose="020B0604020202090204"/>
                <a:ea typeface="Arial" panose="020B0604020202090204"/>
                <a:cs typeface="Arial" panose="020B0604020202090204"/>
                <a:sym typeface="+mn-ea"/>
              </a:rPr>
              <a:t>subtle</a:t>
            </a:r>
            <a:r>
              <a:rPr lang="en-US" sz="2000" dirty="0">
                <a:solidFill>
                  <a:srgbClr val="000000">
                    <a:alpha val="100000"/>
                  </a:srgbClr>
                </a:solidFill>
                <a:latin typeface="Arial" panose="020B0604020202090204"/>
                <a:ea typeface="Arial" panose="020B0604020202090204"/>
                <a:cs typeface="Arial" panose="020B0604020202090204"/>
                <a:sym typeface="+mn-ea"/>
              </a:rPr>
              <a:t> </a:t>
            </a:r>
            <a:r>
              <a:rPr sz="2000" dirty="0">
                <a:solidFill>
                  <a:srgbClr val="000000">
                    <a:alpha val="100000"/>
                  </a:srgbClr>
                </a:solidFill>
                <a:latin typeface="Arial" panose="020B0604020202090204"/>
                <a:ea typeface="Arial" panose="020B0604020202090204"/>
                <a:cs typeface="Arial" panose="020B0604020202090204"/>
                <a:sym typeface="+mn-ea"/>
              </a:rPr>
              <a:t> </a:t>
            </a:r>
          </a:p>
          <a:p>
            <a:pPr marL="1028700" lvl="1" indent="-342900" eaLnBrk="0">
              <a:lnSpc>
                <a:spcPct val="150000"/>
              </a:lnSpc>
            </a:pPr>
            <a:r>
              <a:rPr sz="2000" spc="-70" dirty="0">
                <a:solidFill>
                  <a:srgbClr val="000000">
                    <a:alpha val="100000"/>
                  </a:srgbClr>
                </a:solidFill>
                <a:latin typeface="Arial" panose="020B0604020202090204"/>
                <a:ea typeface="Arial" panose="020B0604020202090204"/>
                <a:cs typeface="Arial" panose="020B0604020202090204"/>
                <a:sym typeface="+mn-ea"/>
              </a:rPr>
              <a:t>May depend upon resource availabil</a:t>
            </a:r>
            <a:r>
              <a:rPr sz="2000" spc="-60" dirty="0">
                <a:solidFill>
                  <a:srgbClr val="000000">
                    <a:alpha val="100000"/>
                  </a:srgbClr>
                </a:solidFill>
                <a:latin typeface="Arial" panose="020B0604020202090204"/>
                <a:ea typeface="Arial" panose="020B0604020202090204"/>
                <a:cs typeface="Arial" panose="020B0604020202090204"/>
                <a:sym typeface="+mn-ea"/>
              </a:rPr>
              <a:t>i</a:t>
            </a:r>
            <a:r>
              <a:rPr sz="2000" dirty="0">
                <a:solidFill>
                  <a:srgbClr val="000000">
                    <a:alpha val="100000"/>
                  </a:srgbClr>
                </a:solidFill>
                <a:latin typeface="Arial" panose="020B0604020202090204"/>
                <a:ea typeface="Arial" panose="020B0604020202090204"/>
                <a:cs typeface="Arial" panose="020B0604020202090204"/>
                <a:sym typeface="+mn-ea"/>
              </a:rPr>
              <a:t>ty</a:t>
            </a:r>
            <a:r>
              <a:rPr lang="en-US" sz="2000" dirty="0">
                <a:solidFill>
                  <a:srgbClr val="000000">
                    <a:alpha val="100000"/>
                  </a:srgbClr>
                </a:solidFill>
                <a:latin typeface="Arial" panose="020B0604020202090204"/>
                <a:ea typeface="Arial" panose="020B0604020202090204"/>
                <a:cs typeface="Arial" panose="020B0604020202090204"/>
                <a:sym typeface="+mn-ea"/>
              </a:rPr>
              <a:t> </a:t>
            </a:r>
            <a:endParaRPr sz="2000" dirty="0">
              <a:solidFill>
                <a:srgbClr val="000000">
                  <a:alpha val="100000"/>
                </a:srgbClr>
              </a:solidFill>
              <a:latin typeface="Arial" panose="020B0604020202090204"/>
              <a:ea typeface="Arial" panose="020B0604020202090204"/>
              <a:cs typeface="Arial" panose="020B0604020202090204"/>
              <a:sym typeface="+mn-ea"/>
            </a:endParaRPr>
          </a:p>
          <a:p>
            <a:pPr indent="0" algn="l" rtl="0" eaLnBrk="0" fontAlgn="auto">
              <a:lnSpc>
                <a:spcPct val="150000"/>
              </a:lnSpc>
              <a:buNone/>
            </a:pPr>
            <a:r>
              <a:rPr lang="en-US" sz="2000" spc="-70" dirty="0">
                <a:solidFill>
                  <a:srgbClr val="000000">
                    <a:alpha val="100000"/>
                  </a:srgbClr>
                </a:solidFill>
                <a:latin typeface="Arial" panose="020B0604020202090204"/>
                <a:ea typeface="Arial" panose="020B0604020202090204"/>
                <a:cs typeface="Arial" panose="020B0604020202090204"/>
                <a:sym typeface="+mn-ea"/>
              </a:rPr>
              <a:t>3. </a:t>
            </a:r>
            <a:r>
              <a:rPr sz="2000" spc="-70" dirty="0">
                <a:solidFill>
                  <a:srgbClr val="000000">
                    <a:alpha val="100000"/>
                  </a:srgbClr>
                </a:solidFill>
                <a:latin typeface="Arial" panose="020B0604020202090204"/>
                <a:ea typeface="Arial" panose="020B0604020202090204"/>
                <a:cs typeface="Arial" panose="020B0604020202090204"/>
                <a:sym typeface="+mn-ea"/>
              </a:rPr>
              <a:t>Assign business activities to Chief Progra</a:t>
            </a:r>
            <a:r>
              <a:rPr sz="2000" spc="-10" dirty="0">
                <a:solidFill>
                  <a:srgbClr val="000000">
                    <a:alpha val="100000"/>
                  </a:srgbClr>
                </a:solidFill>
                <a:latin typeface="Arial" panose="020B0604020202090204"/>
                <a:ea typeface="Arial" panose="020B0604020202090204"/>
                <a:cs typeface="Arial" panose="020B0604020202090204"/>
                <a:sym typeface="+mn-ea"/>
              </a:rPr>
              <a:t>m</a:t>
            </a:r>
            <a:r>
              <a:rPr sz="2000" dirty="0">
                <a:solidFill>
                  <a:srgbClr val="000000">
                    <a:alpha val="100000"/>
                  </a:srgbClr>
                </a:solidFill>
                <a:latin typeface="Arial" panose="020B0604020202090204"/>
                <a:ea typeface="Arial" panose="020B0604020202090204"/>
                <a:cs typeface="Arial" panose="020B0604020202090204"/>
                <a:sym typeface="+mn-ea"/>
              </a:rPr>
              <a:t>mers</a:t>
            </a:r>
          </a:p>
          <a:p>
            <a:pPr indent="0" algn="l" rtl="0" eaLnBrk="0" fontAlgn="auto">
              <a:lnSpc>
                <a:spcPct val="150000"/>
              </a:lnSpc>
              <a:buNone/>
            </a:pPr>
            <a:r>
              <a:rPr lang="en-US" sz="2000" dirty="0">
                <a:solidFill>
                  <a:srgbClr val="000000">
                    <a:alpha val="100000"/>
                  </a:srgbClr>
                </a:solidFill>
                <a:latin typeface="Arial" panose="020B0604020202090204"/>
                <a:ea typeface="Arial" panose="020B0604020202090204"/>
                <a:cs typeface="Arial" panose="020B0604020202090204"/>
                <a:sym typeface="+mn-ea"/>
              </a:rPr>
              <a:t>4. </a:t>
            </a:r>
            <a:r>
              <a:rPr sz="2000" spc="-30" dirty="0">
                <a:solidFill>
                  <a:srgbClr val="000000">
                    <a:alpha val="100000"/>
                  </a:srgbClr>
                </a:solidFill>
                <a:latin typeface="Arial" panose="020B0604020202090204"/>
                <a:ea typeface="Arial" panose="020B0604020202090204"/>
                <a:cs typeface="Arial" panose="020B0604020202090204"/>
                <a:sym typeface="+mn-ea"/>
              </a:rPr>
              <a:t>Assign classes to develope</a:t>
            </a:r>
            <a:r>
              <a:rPr sz="2000" dirty="0">
                <a:solidFill>
                  <a:srgbClr val="000000">
                    <a:alpha val="100000"/>
                  </a:srgbClr>
                </a:solidFill>
                <a:latin typeface="Arial" panose="020B0604020202090204"/>
                <a:ea typeface="Arial" panose="020B0604020202090204"/>
                <a:cs typeface="Arial" panose="020B0604020202090204"/>
                <a:sym typeface="+mn-ea"/>
              </a:rPr>
              <a:t>rs</a:t>
            </a:r>
          </a:p>
          <a:p>
            <a:pPr marL="1028700" lvl="1" indent="-342900" algn="l" rtl="0" eaLnBrk="0" fontAlgn="auto">
              <a:lnSpc>
                <a:spcPct val="150000"/>
              </a:lnSpc>
            </a:pPr>
            <a:r>
              <a:rPr sz="2000" spc="-70" dirty="0">
                <a:solidFill>
                  <a:srgbClr val="000000">
                    <a:alpha val="100000"/>
                  </a:srgbClr>
                </a:solidFill>
                <a:latin typeface="Arial" panose="020B0604020202090204"/>
                <a:ea typeface="Arial" panose="020B0604020202090204"/>
                <a:cs typeface="Arial" panose="020B0604020202090204"/>
                <a:sym typeface="+mn-ea"/>
              </a:rPr>
              <a:t>Unlike XP’s collective ownership, classes are owned by indi</a:t>
            </a:r>
            <a:r>
              <a:rPr sz="2000" spc="-10" dirty="0">
                <a:solidFill>
                  <a:srgbClr val="000000">
                    <a:alpha val="100000"/>
                  </a:srgbClr>
                </a:solidFill>
                <a:latin typeface="Arial" panose="020B0604020202090204"/>
                <a:ea typeface="Arial" panose="020B0604020202090204"/>
                <a:cs typeface="Arial" panose="020B0604020202090204"/>
                <a:sym typeface="+mn-ea"/>
              </a:rPr>
              <a:t>v</a:t>
            </a:r>
            <a:r>
              <a:rPr sz="2000" dirty="0">
                <a:solidFill>
                  <a:srgbClr val="000000">
                    <a:alpha val="100000"/>
                  </a:srgbClr>
                </a:solidFill>
                <a:latin typeface="Arial" panose="020B0604020202090204"/>
                <a:ea typeface="Arial" panose="020B0604020202090204"/>
                <a:cs typeface="Arial" panose="020B0604020202090204"/>
                <a:sym typeface="+mn-ea"/>
              </a:rPr>
              <a:t>idual </a:t>
            </a:r>
            <a:r>
              <a:rPr sz="2000" spc="-60" dirty="0">
                <a:solidFill>
                  <a:srgbClr val="000000">
                    <a:alpha val="100000"/>
                  </a:srgbClr>
                </a:solidFill>
                <a:latin typeface="Arial" panose="020B0604020202090204"/>
                <a:ea typeface="Arial" panose="020B0604020202090204"/>
                <a:cs typeface="Arial" panose="020B0604020202090204"/>
                <a:sym typeface="+mn-ea"/>
              </a:rPr>
              <a:t>developer</a:t>
            </a:r>
            <a:r>
              <a:rPr sz="2000" spc="-30" dirty="0">
                <a:solidFill>
                  <a:srgbClr val="000000">
                    <a:alpha val="100000"/>
                  </a:srgbClr>
                </a:solidFill>
                <a:latin typeface="Arial" panose="020B0604020202090204"/>
                <a:ea typeface="Arial" panose="020B0604020202090204"/>
                <a:cs typeface="Arial" panose="020B0604020202090204"/>
                <a:sym typeface="+mn-ea"/>
              </a:rPr>
              <a:t>s</a:t>
            </a:r>
            <a:endParaRPr lang="en-US" altLang="en-US" sz="2000" dirty="0"/>
          </a:p>
        </p:txBody>
      </p:sp>
      <p:sp>
        <p:nvSpPr>
          <p:cNvPr id="3" name="Slide Number Placeholder 2"/>
          <p:cNvSpPr>
            <a:spLocks noGrp="1"/>
          </p:cNvSpPr>
          <p:nvPr>
            <p:ph type="sldNum" sz="quarter" idx="12"/>
          </p:nvPr>
        </p:nvSpPr>
        <p:spPr/>
        <p:txBody>
          <a:bodyPr/>
          <a:lstStyle/>
          <a:p>
            <a:fld id="{4267CD5E-26CF-4249-8540-BB1D07FD4227}" type="slidenum">
              <a:rPr lang="en-US" smtClean="0"/>
              <a:t>38</a:t>
            </a:fld>
            <a:endParaRPr lang="en-US"/>
          </a:p>
        </p:txBody>
      </p:sp>
      <p:sp>
        <p:nvSpPr>
          <p:cNvPr id="6" name="Text Box 5"/>
          <p:cNvSpPr txBox="1"/>
          <p:nvPr/>
        </p:nvSpPr>
        <p:spPr>
          <a:xfrm>
            <a:off x="742950" y="1174115"/>
            <a:ext cx="6730365" cy="346075"/>
          </a:xfrm>
          <a:prstGeom prst="rect">
            <a:avLst/>
          </a:prstGeom>
          <a:noFill/>
        </p:spPr>
        <p:txBody>
          <a:bodyPr wrap="square" rtlCol="0">
            <a:spAutoFit/>
          </a:bodyPr>
          <a:lstStyle/>
          <a:p>
            <a:pPr algn="l" rtl="0" eaLnBrk="0">
              <a:lnSpc>
                <a:spcPct val="83000"/>
              </a:lnSpc>
            </a:pPr>
            <a:r>
              <a:rPr sz="2000" spc="-60" dirty="0">
                <a:solidFill>
                  <a:srgbClr val="000000">
                    <a:alpha val="100000"/>
                  </a:srgbClr>
                </a:solidFill>
                <a:latin typeface="Arial" panose="020B0604020202090204"/>
                <a:ea typeface="Arial" panose="020B0604020202090204"/>
                <a:cs typeface="Arial" panose="020B0604020202090204"/>
                <a:sym typeface="+mn-ea"/>
              </a:rPr>
              <a:t>Goal is to create a plan to deliver all fe</a:t>
            </a:r>
            <a:r>
              <a:rPr sz="2000" spc="-20" dirty="0">
                <a:solidFill>
                  <a:srgbClr val="000000">
                    <a:alpha val="100000"/>
                  </a:srgbClr>
                </a:solidFill>
                <a:latin typeface="Arial" panose="020B0604020202090204"/>
                <a:ea typeface="Arial" panose="020B0604020202090204"/>
                <a:cs typeface="Arial" panose="020B0604020202090204"/>
                <a:sym typeface="+mn-ea"/>
              </a:rPr>
              <a:t>a</a:t>
            </a:r>
            <a:r>
              <a:rPr sz="2000" dirty="0">
                <a:solidFill>
                  <a:srgbClr val="000000">
                    <a:alpha val="100000"/>
                  </a:srgbClr>
                </a:solidFill>
                <a:latin typeface="Arial" panose="020B0604020202090204"/>
                <a:ea typeface="Arial" panose="020B0604020202090204"/>
                <a:cs typeface="Arial" panose="020B0604020202090204"/>
                <a:sym typeface="+mn-ea"/>
              </a:rPr>
              <a:t>tures</a:t>
            </a:r>
            <a:endParaRPr lang="en-US" sz="2000"/>
          </a:p>
        </p:txBody>
      </p:sp>
      <p:pic>
        <p:nvPicPr>
          <p:cNvPr id="133" name="picture 133"/>
          <p:cNvPicPr>
            <a:picLocks noChangeAspect="1"/>
          </p:cNvPicPr>
          <p:nvPr/>
        </p:nvPicPr>
        <p:blipFill>
          <a:blip r:embed="rId2"/>
          <a:srcRect/>
          <a:stretch/>
        </p:blipFill>
        <p:spPr>
          <a:xfrm rot="21600000">
            <a:off x="7309283" y="1392381"/>
            <a:ext cx="4024243" cy="1793413"/>
          </a:xfrm>
          <a:prstGeom prst="rect">
            <a:avLst/>
          </a:prstGeom>
        </p:spPr>
      </p:pic>
      <p:sp>
        <p:nvSpPr>
          <p:cNvPr id="7" name="Down Arrow 6">
            <a:extLst>
              <a:ext uri="{FF2B5EF4-FFF2-40B4-BE49-F238E27FC236}">
                <a16:creationId xmlns:a16="http://schemas.microsoft.com/office/drawing/2014/main" id="{D8393E63-B012-7872-4D49-F62929F7CB98}"/>
              </a:ext>
            </a:extLst>
          </p:cNvPr>
          <p:cNvSpPr/>
          <p:nvPr/>
        </p:nvSpPr>
        <p:spPr>
          <a:xfrm>
            <a:off x="8970884" y="1174115"/>
            <a:ext cx="350520" cy="4699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spc="-50" dirty="0">
                <a:solidFill>
                  <a:srgbClr val="000000">
                    <a:alpha val="100000"/>
                  </a:srgbClr>
                </a:solidFill>
                <a:latin typeface="Arial" panose="020B0604020202090204"/>
                <a:ea typeface="Arial" panose="020B0604020202090204"/>
                <a:cs typeface="Arial" panose="020B0604020202090204"/>
                <a:sym typeface="+mn-ea"/>
              </a:rPr>
              <a:t>Process 4: Design by Feat</a:t>
            </a:r>
            <a:r>
              <a:rPr spc="-10" dirty="0">
                <a:solidFill>
                  <a:srgbClr val="000000">
                    <a:alpha val="100000"/>
                  </a:srgbClr>
                </a:solidFill>
                <a:latin typeface="Arial" panose="020B0604020202090204"/>
                <a:ea typeface="Arial" panose="020B0604020202090204"/>
                <a:cs typeface="Arial" panose="020B0604020202090204"/>
                <a:sym typeface="+mn-ea"/>
              </a:rPr>
              <a:t>u</a:t>
            </a:r>
            <a:r>
              <a:rPr dirty="0">
                <a:solidFill>
                  <a:srgbClr val="000000">
                    <a:alpha val="100000"/>
                  </a:srgbClr>
                </a:solidFill>
                <a:latin typeface="Arial" panose="020B0604020202090204"/>
                <a:ea typeface="Arial" panose="020B0604020202090204"/>
                <a:cs typeface="Arial" panose="020B0604020202090204"/>
                <a:sym typeface="+mn-ea"/>
              </a:rPr>
              <a:t>re</a:t>
            </a:r>
            <a:endParaRPr lang="en-US"/>
          </a:p>
        </p:txBody>
      </p:sp>
      <p:sp>
        <p:nvSpPr>
          <p:cNvPr id="2" name="Content Placeholder 1"/>
          <p:cNvSpPr>
            <a:spLocks noGrp="1"/>
          </p:cNvSpPr>
          <p:nvPr>
            <p:ph idx="1"/>
          </p:nvPr>
        </p:nvSpPr>
        <p:spPr>
          <a:xfrm>
            <a:off x="506389" y="1271155"/>
            <a:ext cx="10709275" cy="4526280"/>
          </a:xfrm>
        </p:spPr>
        <p:txBody>
          <a:bodyPr>
            <a:noAutofit/>
          </a:bodyPr>
          <a:lstStyle/>
          <a:p>
            <a:pPr marL="0" indent="457200" algn="l" rtl="0" eaLnBrk="0" fontAlgn="auto">
              <a:lnSpc>
                <a:spcPct val="100000"/>
              </a:lnSpc>
              <a:spcBef>
                <a:spcPts val="600"/>
              </a:spcBef>
              <a:buNone/>
            </a:pPr>
            <a:r>
              <a:rPr sz="2000" spc="-80" dirty="0">
                <a:solidFill>
                  <a:schemeClr val="bg2">
                    <a:lumMod val="10000"/>
                    <a:alpha val="100000"/>
                  </a:schemeClr>
                </a:solidFill>
                <a:latin typeface="Arial" panose="020B0604020202090204"/>
                <a:ea typeface="Arial" panose="020B0604020202090204"/>
                <a:cs typeface="Arial" panose="020B0604020202090204"/>
                <a:sym typeface="+mn-ea"/>
              </a:rPr>
              <a:t>1.  Form feature team (Chief Programmer, deve</a:t>
            </a:r>
            <a:r>
              <a:rPr sz="2000" spc="-40" dirty="0">
                <a:solidFill>
                  <a:schemeClr val="bg2">
                    <a:lumMod val="10000"/>
                    <a:alpha val="100000"/>
                  </a:schemeClr>
                </a:solidFill>
                <a:latin typeface="Arial" panose="020B0604020202090204"/>
                <a:ea typeface="Arial" panose="020B0604020202090204"/>
                <a:cs typeface="Arial" panose="020B0604020202090204"/>
                <a:sym typeface="+mn-ea"/>
              </a:rPr>
              <a:t>l</a:t>
            </a:r>
            <a:r>
              <a:rPr sz="2000" dirty="0">
                <a:solidFill>
                  <a:schemeClr val="bg2">
                    <a:lumMod val="10000"/>
                    <a:alpha val="100000"/>
                  </a:schemeClr>
                </a:solidFill>
                <a:latin typeface="Arial" panose="020B0604020202090204"/>
                <a:ea typeface="Arial" panose="020B0604020202090204"/>
                <a:cs typeface="Arial" panose="020B0604020202090204"/>
                <a:sym typeface="+mn-ea"/>
              </a:rPr>
              <a:t>opers</a:t>
            </a:r>
            <a:r>
              <a:rPr sz="2000" spc="-80" dirty="0">
                <a:solidFill>
                  <a:schemeClr val="bg2">
                    <a:lumMod val="10000"/>
                    <a:alpha val="100000"/>
                  </a:schemeClr>
                </a:solidFill>
                <a:latin typeface="Arial" panose="020B0604020202090204"/>
                <a:ea typeface="Arial" panose="020B0604020202090204"/>
                <a:cs typeface="Arial" panose="020B0604020202090204"/>
                <a:sym typeface="+mn-ea"/>
              </a:rPr>
              <a:t>)</a:t>
            </a:r>
            <a:r>
              <a:rPr sz="2000" dirty="0">
                <a:solidFill>
                  <a:schemeClr val="bg2">
                    <a:lumMod val="10000"/>
                    <a:alpha val="100000"/>
                  </a:schemeClr>
                </a:solidFill>
                <a:latin typeface="Arial" panose="020B0604020202090204"/>
                <a:ea typeface="Arial" panose="020B0604020202090204"/>
                <a:cs typeface="Arial" panose="020B0604020202090204"/>
                <a:sym typeface="+mn-ea"/>
              </a:rPr>
              <a:t> </a:t>
            </a:r>
          </a:p>
          <a:p>
            <a:pPr marL="777240" lvl="4" indent="457200" eaLnBrk="0">
              <a:lnSpc>
                <a:spcPct val="100000"/>
              </a:lnSpc>
              <a:spcBef>
                <a:spcPts val="600"/>
              </a:spcBef>
            </a:pPr>
            <a:r>
              <a:rPr sz="1600" spc="-50" dirty="0">
                <a:solidFill>
                  <a:schemeClr val="bg2">
                    <a:lumMod val="10000"/>
                    <a:alpha val="100000"/>
                  </a:schemeClr>
                </a:solidFill>
                <a:latin typeface="Arial" panose="020B0604020202090204"/>
                <a:ea typeface="Arial" panose="020B0604020202090204"/>
                <a:cs typeface="Arial" panose="020B0604020202090204"/>
                <a:sym typeface="+mn-ea"/>
              </a:rPr>
              <a:t>Dynamic team, formed for this featu</a:t>
            </a:r>
            <a:r>
              <a:rPr sz="1600" spc="-40" dirty="0">
                <a:solidFill>
                  <a:schemeClr val="bg2">
                    <a:lumMod val="10000"/>
                    <a:alpha val="100000"/>
                  </a:schemeClr>
                </a:solidFill>
                <a:latin typeface="Arial" panose="020B0604020202090204"/>
                <a:ea typeface="Arial" panose="020B0604020202090204"/>
                <a:cs typeface="Arial" panose="020B0604020202090204"/>
                <a:sym typeface="+mn-ea"/>
              </a:rPr>
              <a:t>r</a:t>
            </a:r>
            <a:r>
              <a:rPr sz="1600" dirty="0">
                <a:solidFill>
                  <a:schemeClr val="bg2">
                    <a:lumMod val="10000"/>
                    <a:alpha val="100000"/>
                  </a:schemeClr>
                </a:solidFill>
                <a:latin typeface="Arial" panose="020B0604020202090204"/>
                <a:ea typeface="Arial" panose="020B0604020202090204"/>
                <a:cs typeface="Arial" panose="020B0604020202090204"/>
                <a:sym typeface="+mn-ea"/>
              </a:rPr>
              <a:t>e                         </a:t>
            </a:r>
          </a:p>
          <a:p>
            <a:pPr marL="0" indent="457200" algn="l" rtl="0" eaLnBrk="0" fontAlgn="auto">
              <a:lnSpc>
                <a:spcPct val="100000"/>
              </a:lnSpc>
              <a:spcBef>
                <a:spcPts val="600"/>
              </a:spcBef>
              <a:buNone/>
            </a:pPr>
            <a:r>
              <a:rPr sz="2000" spc="-30" dirty="0">
                <a:solidFill>
                  <a:schemeClr val="bg2">
                    <a:lumMod val="10000"/>
                    <a:alpha val="100000"/>
                  </a:schemeClr>
                </a:solidFill>
                <a:latin typeface="Arial" panose="020B0604020202090204"/>
                <a:ea typeface="Arial" panose="020B0604020202090204"/>
                <a:cs typeface="Arial" panose="020B0604020202090204"/>
                <a:sym typeface="+mn-ea"/>
              </a:rPr>
              <a:t>2.  Domain walk-through (do</a:t>
            </a:r>
            <a:r>
              <a:rPr sz="2000" spc="-20" dirty="0">
                <a:solidFill>
                  <a:schemeClr val="bg2">
                    <a:lumMod val="10000"/>
                    <a:alpha val="100000"/>
                  </a:schemeClr>
                </a:solidFill>
                <a:latin typeface="Arial" panose="020B0604020202090204"/>
                <a:ea typeface="Arial" panose="020B0604020202090204"/>
                <a:cs typeface="Arial" panose="020B0604020202090204"/>
                <a:sym typeface="+mn-ea"/>
              </a:rPr>
              <a:t>m</a:t>
            </a:r>
            <a:r>
              <a:rPr sz="2000" dirty="0">
                <a:solidFill>
                  <a:schemeClr val="bg2">
                    <a:lumMod val="10000"/>
                    <a:alpha val="100000"/>
                  </a:schemeClr>
                </a:solidFill>
                <a:latin typeface="Arial" panose="020B0604020202090204"/>
                <a:ea typeface="Arial" panose="020B0604020202090204"/>
                <a:cs typeface="Arial" panose="020B0604020202090204"/>
                <a:sym typeface="+mn-ea"/>
              </a:rPr>
              <a:t>ain</a:t>
            </a:r>
            <a:r>
              <a:rPr sz="2000" spc="-30" dirty="0">
                <a:solidFill>
                  <a:schemeClr val="bg2">
                    <a:lumMod val="10000"/>
                    <a:alpha val="100000"/>
                  </a:schemeClr>
                </a:solidFill>
                <a:latin typeface="Arial" panose="020B0604020202090204"/>
                <a:ea typeface="Arial" panose="020B0604020202090204"/>
                <a:cs typeface="Arial" panose="020B0604020202090204"/>
                <a:sym typeface="+mn-ea"/>
              </a:rPr>
              <a:t> </a:t>
            </a:r>
            <a:r>
              <a:rPr sz="2000" dirty="0">
                <a:solidFill>
                  <a:schemeClr val="bg2">
                    <a:lumMod val="10000"/>
                    <a:alpha val="100000"/>
                  </a:schemeClr>
                </a:solidFill>
                <a:latin typeface="Arial" panose="020B0604020202090204"/>
                <a:ea typeface="Arial" panose="020B0604020202090204"/>
                <a:cs typeface="Arial" panose="020B0604020202090204"/>
                <a:sym typeface="+mn-ea"/>
              </a:rPr>
              <a:t>expert</a:t>
            </a:r>
            <a:r>
              <a:rPr sz="2000" spc="-30" dirty="0">
                <a:solidFill>
                  <a:schemeClr val="bg2">
                    <a:lumMod val="10000"/>
                    <a:alpha val="100000"/>
                  </a:schemeClr>
                </a:solidFill>
                <a:latin typeface="Arial" panose="020B0604020202090204"/>
                <a:ea typeface="Arial" panose="020B0604020202090204"/>
                <a:cs typeface="Arial" panose="020B0604020202090204"/>
                <a:sym typeface="+mn-ea"/>
              </a:rPr>
              <a:t>)</a:t>
            </a:r>
          </a:p>
          <a:p>
            <a:pPr marL="0" indent="457200" algn="l" rtl="0" eaLnBrk="0" fontAlgn="auto">
              <a:lnSpc>
                <a:spcPct val="100000"/>
              </a:lnSpc>
              <a:spcBef>
                <a:spcPts val="600"/>
              </a:spcBef>
              <a:buNone/>
            </a:pPr>
            <a:r>
              <a:rPr sz="2000" spc="-60" dirty="0">
                <a:solidFill>
                  <a:schemeClr val="bg2">
                    <a:lumMod val="10000"/>
                    <a:alpha val="100000"/>
                  </a:schemeClr>
                </a:solidFill>
                <a:latin typeface="Arial" panose="020B0604020202090204"/>
                <a:ea typeface="Arial" panose="020B0604020202090204"/>
                <a:cs typeface="Arial" panose="020B0604020202090204"/>
                <a:sym typeface="+mn-ea"/>
              </a:rPr>
              <a:t>3.  Study the referenced documents (</a:t>
            </a:r>
            <a:r>
              <a:rPr sz="2000" spc="-50" dirty="0">
                <a:solidFill>
                  <a:schemeClr val="bg2">
                    <a:lumMod val="10000"/>
                    <a:alpha val="100000"/>
                  </a:schemeClr>
                </a:solidFill>
                <a:latin typeface="Arial" panose="020B0604020202090204"/>
                <a:ea typeface="Arial" panose="020B0604020202090204"/>
                <a:cs typeface="Arial" panose="020B0604020202090204"/>
                <a:sym typeface="+mn-ea"/>
              </a:rPr>
              <a:t>t</a:t>
            </a:r>
            <a:r>
              <a:rPr sz="2000" dirty="0">
                <a:solidFill>
                  <a:schemeClr val="bg2">
                    <a:lumMod val="10000"/>
                    <a:alpha val="100000"/>
                  </a:schemeClr>
                </a:solidFill>
                <a:latin typeface="Arial" panose="020B0604020202090204"/>
                <a:ea typeface="Arial" panose="020B0604020202090204"/>
                <a:cs typeface="Arial" panose="020B0604020202090204"/>
                <a:sym typeface="+mn-ea"/>
              </a:rPr>
              <a:t>eam</a:t>
            </a:r>
            <a:r>
              <a:rPr sz="2000" spc="-60" dirty="0">
                <a:solidFill>
                  <a:schemeClr val="bg2">
                    <a:lumMod val="10000"/>
                    <a:alpha val="100000"/>
                  </a:schemeClr>
                </a:solidFill>
                <a:latin typeface="Arial" panose="020B0604020202090204"/>
                <a:ea typeface="Arial" panose="020B0604020202090204"/>
                <a:cs typeface="Arial" panose="020B0604020202090204"/>
                <a:sym typeface="+mn-ea"/>
              </a:rPr>
              <a:t>)</a:t>
            </a:r>
          </a:p>
          <a:p>
            <a:pPr marL="0" indent="457200" algn="l" rtl="0" eaLnBrk="0" fontAlgn="auto">
              <a:lnSpc>
                <a:spcPct val="100000"/>
              </a:lnSpc>
              <a:spcBef>
                <a:spcPts val="600"/>
              </a:spcBef>
              <a:buNone/>
            </a:pPr>
            <a:r>
              <a:rPr sz="2000" spc="-70" dirty="0">
                <a:solidFill>
                  <a:schemeClr val="bg2">
                    <a:lumMod val="10000"/>
                    <a:alpha val="100000"/>
                  </a:schemeClr>
                </a:solidFill>
                <a:latin typeface="Arial" panose="020B0604020202090204"/>
                <a:ea typeface="Arial" panose="020B0604020202090204"/>
                <a:cs typeface="Arial" panose="020B0604020202090204"/>
                <a:sym typeface="+mn-ea"/>
              </a:rPr>
              <a:t>4.  Develop the UML sequence diagrams (te</a:t>
            </a:r>
            <a:r>
              <a:rPr sz="2000" spc="-20" dirty="0">
                <a:solidFill>
                  <a:schemeClr val="bg2">
                    <a:lumMod val="10000"/>
                    <a:alpha val="100000"/>
                  </a:schemeClr>
                </a:solidFill>
                <a:latin typeface="Arial" panose="020B0604020202090204"/>
                <a:ea typeface="Arial" panose="020B0604020202090204"/>
                <a:cs typeface="Arial" panose="020B0604020202090204"/>
                <a:sym typeface="+mn-ea"/>
              </a:rPr>
              <a:t>a</a:t>
            </a:r>
            <a:r>
              <a:rPr sz="2000" dirty="0">
                <a:solidFill>
                  <a:schemeClr val="bg2">
                    <a:lumMod val="10000"/>
                    <a:alpha val="100000"/>
                  </a:schemeClr>
                </a:solidFill>
                <a:latin typeface="Arial" panose="020B0604020202090204"/>
                <a:ea typeface="Arial" panose="020B0604020202090204"/>
                <a:cs typeface="Arial" panose="020B0604020202090204"/>
                <a:sym typeface="+mn-ea"/>
              </a:rPr>
              <a:t>m</a:t>
            </a:r>
            <a:r>
              <a:rPr sz="2000" spc="-70" dirty="0">
                <a:solidFill>
                  <a:schemeClr val="bg2">
                    <a:lumMod val="10000"/>
                    <a:alpha val="100000"/>
                  </a:schemeClr>
                </a:solidFill>
                <a:latin typeface="Arial" panose="020B0604020202090204"/>
                <a:ea typeface="Arial" panose="020B0604020202090204"/>
                <a:cs typeface="Arial" panose="020B0604020202090204"/>
                <a:sym typeface="+mn-ea"/>
              </a:rPr>
              <a:t>)</a:t>
            </a:r>
            <a:r>
              <a:rPr sz="2000" dirty="0">
                <a:solidFill>
                  <a:schemeClr val="bg2">
                    <a:lumMod val="10000"/>
                    <a:alpha val="100000"/>
                  </a:schemeClr>
                </a:solidFill>
                <a:latin typeface="Arial" panose="020B0604020202090204"/>
                <a:ea typeface="Arial" panose="020B0604020202090204"/>
                <a:cs typeface="Arial" panose="020B0604020202090204"/>
                <a:sym typeface="+mn-ea"/>
              </a:rPr>
              <a:t>          </a:t>
            </a:r>
          </a:p>
          <a:p>
            <a:pPr marL="777240" lvl="4" indent="457200" eaLnBrk="0">
              <a:lnSpc>
                <a:spcPct val="100000"/>
              </a:lnSpc>
              <a:spcBef>
                <a:spcPts val="600"/>
              </a:spcBef>
            </a:pPr>
            <a:r>
              <a:rPr sz="1600" spc="-40" dirty="0">
                <a:solidFill>
                  <a:schemeClr val="bg2">
                    <a:lumMod val="10000"/>
                    <a:alpha val="100000"/>
                  </a:schemeClr>
                </a:solidFill>
                <a:latin typeface="Arial" panose="020B0604020202090204"/>
                <a:ea typeface="Arial" panose="020B0604020202090204"/>
                <a:cs typeface="Arial" panose="020B0604020202090204"/>
                <a:sym typeface="+mn-ea"/>
              </a:rPr>
              <a:t>Done as group activ</a:t>
            </a:r>
            <a:r>
              <a:rPr sz="1600" spc="-20" dirty="0">
                <a:solidFill>
                  <a:schemeClr val="bg2">
                    <a:lumMod val="10000"/>
                    <a:alpha val="100000"/>
                  </a:schemeClr>
                </a:solidFill>
                <a:latin typeface="Arial" panose="020B0604020202090204"/>
                <a:ea typeface="Arial" panose="020B0604020202090204"/>
                <a:cs typeface="Arial" panose="020B0604020202090204"/>
                <a:sym typeface="+mn-ea"/>
              </a:rPr>
              <a:t>i</a:t>
            </a:r>
            <a:r>
              <a:rPr sz="1600" dirty="0">
                <a:solidFill>
                  <a:schemeClr val="bg2">
                    <a:lumMod val="10000"/>
                    <a:alpha val="100000"/>
                  </a:schemeClr>
                </a:solidFill>
                <a:latin typeface="Arial" panose="020B0604020202090204"/>
                <a:ea typeface="Arial" panose="020B0604020202090204"/>
                <a:cs typeface="Arial" panose="020B0604020202090204"/>
                <a:sym typeface="+mn-ea"/>
              </a:rPr>
              <a:t>t</a:t>
            </a:r>
          </a:p>
          <a:p>
            <a:pPr marL="777240" lvl="4" indent="457200" eaLnBrk="0">
              <a:lnSpc>
                <a:spcPct val="100000"/>
              </a:lnSpc>
              <a:spcBef>
                <a:spcPts val="600"/>
              </a:spcBef>
            </a:pPr>
            <a:r>
              <a:rPr sz="1600" spc="-40" dirty="0">
                <a:solidFill>
                  <a:schemeClr val="bg2">
                    <a:lumMod val="10000"/>
                    <a:alpha val="100000"/>
                  </a:schemeClr>
                </a:solidFill>
                <a:latin typeface="Arial" panose="020B0604020202090204"/>
                <a:ea typeface="Arial" panose="020B0604020202090204"/>
                <a:cs typeface="Arial" panose="020B0604020202090204"/>
                <a:sym typeface="+mn-ea"/>
              </a:rPr>
              <a:t>Scribe records </a:t>
            </a:r>
            <a:r>
              <a:rPr sz="1600" spc="-10" dirty="0">
                <a:solidFill>
                  <a:schemeClr val="bg2">
                    <a:lumMod val="10000"/>
                    <a:alpha val="100000"/>
                  </a:schemeClr>
                </a:solidFill>
                <a:latin typeface="Arial" panose="020B0604020202090204"/>
                <a:ea typeface="Arial" panose="020B0604020202090204"/>
                <a:cs typeface="Arial" panose="020B0604020202090204"/>
                <a:sym typeface="+mn-ea"/>
              </a:rPr>
              <a:t>n</a:t>
            </a:r>
            <a:r>
              <a:rPr sz="1600" dirty="0">
                <a:solidFill>
                  <a:schemeClr val="bg2">
                    <a:lumMod val="10000"/>
                    <a:alpha val="100000"/>
                  </a:schemeClr>
                </a:solidFill>
                <a:latin typeface="Arial" panose="020B0604020202090204"/>
                <a:ea typeface="Arial" panose="020B0604020202090204"/>
                <a:cs typeface="Arial" panose="020B0604020202090204"/>
                <a:sym typeface="+mn-ea"/>
              </a:rPr>
              <a:t>otes</a:t>
            </a:r>
            <a:r>
              <a:rPr sz="1600" spc="-60" dirty="0">
                <a:solidFill>
                  <a:schemeClr val="bg2">
                    <a:lumMod val="10000"/>
                    <a:alpha val="100000"/>
                  </a:schemeClr>
                </a:solidFill>
                <a:latin typeface="Arial" panose="020B0604020202090204"/>
                <a:ea typeface="Arial" panose="020B0604020202090204"/>
                <a:cs typeface="Arial" panose="020B0604020202090204"/>
                <a:sym typeface="+mn-ea"/>
              </a:rPr>
              <a:t>  </a:t>
            </a:r>
          </a:p>
          <a:p>
            <a:pPr marL="0" indent="457200" algn="l" rtl="0" eaLnBrk="0" fontAlgn="auto">
              <a:lnSpc>
                <a:spcPct val="100000"/>
              </a:lnSpc>
              <a:spcBef>
                <a:spcPts val="600"/>
              </a:spcBef>
              <a:buNone/>
            </a:pPr>
            <a:r>
              <a:rPr lang="en-US" sz="2000" spc="-60" dirty="0">
                <a:solidFill>
                  <a:schemeClr val="bg2">
                    <a:lumMod val="10000"/>
                    <a:alpha val="100000"/>
                  </a:schemeClr>
                </a:solidFill>
                <a:latin typeface="Arial" panose="020B0604020202090204"/>
                <a:ea typeface="Arial" panose="020B0604020202090204"/>
                <a:cs typeface="Arial" panose="020B0604020202090204"/>
                <a:sym typeface="+mn-ea"/>
              </a:rPr>
              <a:t>5.  </a:t>
            </a:r>
            <a:r>
              <a:rPr sz="2000" spc="-60" dirty="0">
                <a:solidFill>
                  <a:schemeClr val="bg2">
                    <a:lumMod val="10000"/>
                    <a:alpha val="100000"/>
                  </a:schemeClr>
                </a:solidFill>
                <a:latin typeface="Arial" panose="020B0604020202090204"/>
                <a:ea typeface="Arial" panose="020B0604020202090204"/>
                <a:cs typeface="Arial" panose="020B0604020202090204"/>
                <a:sym typeface="+mn-ea"/>
              </a:rPr>
              <a:t>Refine the object model (Chief Program</a:t>
            </a:r>
            <a:r>
              <a:rPr sz="2000" dirty="0">
                <a:solidFill>
                  <a:schemeClr val="bg2">
                    <a:lumMod val="10000"/>
                    <a:alpha val="100000"/>
                  </a:schemeClr>
                </a:solidFill>
                <a:latin typeface="Arial" panose="020B0604020202090204"/>
                <a:ea typeface="Arial" panose="020B0604020202090204"/>
                <a:cs typeface="Arial" panose="020B0604020202090204"/>
                <a:sym typeface="+mn-ea"/>
              </a:rPr>
              <a:t>mer</a:t>
            </a:r>
            <a:r>
              <a:rPr sz="2000" spc="-60" dirty="0">
                <a:solidFill>
                  <a:schemeClr val="bg2">
                    <a:lumMod val="10000"/>
                    <a:alpha val="100000"/>
                  </a:schemeClr>
                </a:solidFill>
                <a:latin typeface="Arial" panose="020B0604020202090204"/>
                <a:ea typeface="Arial" panose="020B0604020202090204"/>
                <a:cs typeface="Arial" panose="020B0604020202090204"/>
                <a:sym typeface="+mn-ea"/>
              </a:rPr>
              <a:t>)</a:t>
            </a:r>
          </a:p>
          <a:p>
            <a:pPr marL="0" indent="457200" algn="l" rtl="0" eaLnBrk="0" fontAlgn="auto">
              <a:lnSpc>
                <a:spcPct val="100000"/>
              </a:lnSpc>
              <a:spcBef>
                <a:spcPts val="600"/>
              </a:spcBef>
              <a:buNone/>
            </a:pPr>
            <a:r>
              <a:rPr lang="en-US" sz="2000" spc="-60" dirty="0">
                <a:solidFill>
                  <a:schemeClr val="bg2">
                    <a:lumMod val="10000"/>
                    <a:alpha val="100000"/>
                  </a:schemeClr>
                </a:solidFill>
                <a:latin typeface="Arial" panose="020B0604020202090204"/>
                <a:ea typeface="Arial" panose="020B0604020202090204"/>
                <a:cs typeface="Arial" panose="020B0604020202090204"/>
                <a:sym typeface="+mn-ea"/>
              </a:rPr>
              <a:t>6.  </a:t>
            </a:r>
            <a:r>
              <a:rPr sz="2000" spc="-50" dirty="0">
                <a:solidFill>
                  <a:schemeClr val="bg2">
                    <a:lumMod val="10000"/>
                    <a:alpha val="100000"/>
                  </a:schemeClr>
                </a:solidFill>
                <a:latin typeface="Arial" panose="020B0604020202090204"/>
                <a:ea typeface="Arial" panose="020B0604020202090204"/>
                <a:cs typeface="Arial" panose="020B0604020202090204"/>
                <a:sym typeface="+mn-ea"/>
              </a:rPr>
              <a:t>Write class and method prologues (develop</a:t>
            </a:r>
            <a:r>
              <a:rPr sz="2000" spc="-10" dirty="0">
                <a:solidFill>
                  <a:schemeClr val="bg2">
                    <a:lumMod val="10000"/>
                    <a:alpha val="100000"/>
                  </a:schemeClr>
                </a:solidFill>
                <a:latin typeface="Arial" panose="020B0604020202090204"/>
                <a:ea typeface="Arial" panose="020B0604020202090204"/>
                <a:cs typeface="Arial" panose="020B0604020202090204"/>
                <a:sym typeface="+mn-ea"/>
              </a:rPr>
              <a:t>e</a:t>
            </a:r>
            <a:r>
              <a:rPr sz="2000" dirty="0">
                <a:solidFill>
                  <a:schemeClr val="bg2">
                    <a:lumMod val="10000"/>
                    <a:alpha val="100000"/>
                  </a:schemeClr>
                </a:solidFill>
                <a:latin typeface="Arial" panose="020B0604020202090204"/>
                <a:ea typeface="Arial" panose="020B0604020202090204"/>
                <a:cs typeface="Arial" panose="020B0604020202090204"/>
                <a:sym typeface="+mn-ea"/>
              </a:rPr>
              <a:t>rs</a:t>
            </a:r>
            <a:r>
              <a:rPr sz="2000" spc="-50" dirty="0">
                <a:solidFill>
                  <a:schemeClr val="bg2">
                    <a:lumMod val="10000"/>
                    <a:alpha val="100000"/>
                  </a:schemeClr>
                </a:solidFill>
                <a:latin typeface="Arial" panose="020B0604020202090204"/>
                <a:ea typeface="Arial" panose="020B0604020202090204"/>
                <a:cs typeface="Arial" panose="020B0604020202090204"/>
                <a:sym typeface="+mn-ea"/>
              </a:rPr>
              <a:t>)</a:t>
            </a:r>
          </a:p>
          <a:p>
            <a:pPr marL="0" indent="457200" algn="l" rtl="0" eaLnBrk="0" fontAlgn="auto">
              <a:lnSpc>
                <a:spcPct val="100000"/>
              </a:lnSpc>
              <a:spcBef>
                <a:spcPts val="600"/>
              </a:spcBef>
              <a:buNone/>
            </a:pPr>
            <a:r>
              <a:rPr lang="en-US" sz="2000" spc="-50" dirty="0">
                <a:solidFill>
                  <a:schemeClr val="bg2">
                    <a:lumMod val="10000"/>
                    <a:alpha val="100000"/>
                  </a:schemeClr>
                </a:solidFill>
                <a:latin typeface="Arial" panose="020B0604020202090204"/>
                <a:ea typeface="Arial" panose="020B0604020202090204"/>
                <a:cs typeface="Arial" panose="020B0604020202090204"/>
                <a:sym typeface="+mn-ea"/>
              </a:rPr>
              <a:t>7.  </a:t>
            </a:r>
            <a:r>
              <a:rPr sz="2000" spc="-60" dirty="0">
                <a:solidFill>
                  <a:schemeClr val="bg2">
                    <a:lumMod val="10000"/>
                    <a:alpha val="100000"/>
                  </a:schemeClr>
                </a:solidFill>
                <a:latin typeface="Arial" panose="020B0604020202090204"/>
                <a:ea typeface="Arial" panose="020B0604020202090204"/>
                <a:cs typeface="Arial" panose="020B0604020202090204"/>
                <a:sym typeface="+mn-ea"/>
              </a:rPr>
              <a:t>Design inspection (</a:t>
            </a:r>
            <a:r>
              <a:rPr sz="2000" dirty="0">
                <a:solidFill>
                  <a:schemeClr val="bg2">
                    <a:lumMod val="10000"/>
                    <a:alpha val="100000"/>
                  </a:schemeClr>
                </a:solidFill>
                <a:latin typeface="Arial" panose="020B0604020202090204"/>
                <a:ea typeface="Arial" panose="020B0604020202090204"/>
                <a:cs typeface="Arial" panose="020B0604020202090204"/>
                <a:sym typeface="+mn-ea"/>
              </a:rPr>
              <a:t>team</a:t>
            </a:r>
            <a:r>
              <a:rPr sz="2000" spc="-60" dirty="0">
                <a:solidFill>
                  <a:schemeClr val="bg2">
                    <a:lumMod val="10000"/>
                    <a:alpha val="100000"/>
                  </a:schemeClr>
                </a:solidFill>
                <a:latin typeface="Arial" panose="020B0604020202090204"/>
                <a:ea typeface="Arial" panose="020B0604020202090204"/>
                <a:cs typeface="Arial" panose="020B0604020202090204"/>
                <a:sym typeface="+mn-ea"/>
              </a:rPr>
              <a:t>)</a:t>
            </a:r>
            <a:endParaRPr lang="en-US" sz="2000" spc="-60" dirty="0">
              <a:solidFill>
                <a:schemeClr val="bg2">
                  <a:lumMod val="10000"/>
                  <a:alpha val="100000"/>
                </a:schemeClr>
              </a:solidFill>
              <a:latin typeface="Arial" panose="020B0604020202090204"/>
              <a:ea typeface="Arial" panose="020B0604020202090204"/>
              <a:cs typeface="Arial" panose="020B0604020202090204"/>
              <a:sym typeface="+mn-ea"/>
            </a:endParaRPr>
          </a:p>
        </p:txBody>
      </p:sp>
      <p:sp>
        <p:nvSpPr>
          <p:cNvPr id="3" name="Slide Number Placeholder 2"/>
          <p:cNvSpPr>
            <a:spLocks noGrp="1"/>
          </p:cNvSpPr>
          <p:nvPr>
            <p:ph type="sldNum" sz="quarter" idx="12"/>
          </p:nvPr>
        </p:nvSpPr>
        <p:spPr/>
        <p:txBody>
          <a:bodyPr/>
          <a:lstStyle/>
          <a:p>
            <a:fld id="{4267CD5E-26CF-4249-8540-BB1D07FD4227}" type="slidenum">
              <a:rPr lang="en-US" smtClean="0"/>
              <a:t>39</a:t>
            </a:fld>
            <a:endParaRPr lang="en-US"/>
          </a:p>
        </p:txBody>
      </p:sp>
      <p:pic>
        <p:nvPicPr>
          <p:cNvPr id="133" name="picture 133"/>
          <p:cNvPicPr>
            <a:picLocks noChangeAspect="1"/>
          </p:cNvPicPr>
          <p:nvPr/>
        </p:nvPicPr>
        <p:blipFill>
          <a:blip r:embed="rId2"/>
          <a:srcRect/>
          <a:stretch/>
        </p:blipFill>
        <p:spPr>
          <a:xfrm rot="21600000">
            <a:off x="6891739" y="2638617"/>
            <a:ext cx="4710743" cy="2099353"/>
          </a:xfrm>
          <a:prstGeom prst="rect">
            <a:avLst/>
          </a:prstGeom>
        </p:spPr>
      </p:pic>
      <p:sp>
        <p:nvSpPr>
          <p:cNvPr id="5" name="Down Arrow 4"/>
          <p:cNvSpPr/>
          <p:nvPr/>
        </p:nvSpPr>
        <p:spPr>
          <a:xfrm>
            <a:off x="9634855" y="2011680"/>
            <a:ext cx="408305" cy="57912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spc="-50" dirty="0">
                <a:solidFill>
                  <a:srgbClr val="000000">
                    <a:alpha val="100000"/>
                  </a:srgbClr>
                </a:solidFill>
                <a:latin typeface="Arial" panose="020B0604020202090204"/>
                <a:ea typeface="Arial" panose="020B0604020202090204"/>
                <a:cs typeface="Arial" panose="020B0604020202090204"/>
                <a:sym typeface="+mn-ea"/>
              </a:rPr>
              <a:t>Process 5: Build by Fe</a:t>
            </a:r>
            <a:r>
              <a:rPr spc="-10" dirty="0">
                <a:solidFill>
                  <a:srgbClr val="000000">
                    <a:alpha val="100000"/>
                  </a:srgbClr>
                </a:solidFill>
                <a:latin typeface="Arial" panose="020B0604020202090204"/>
                <a:ea typeface="Arial" panose="020B0604020202090204"/>
                <a:cs typeface="Arial" panose="020B0604020202090204"/>
                <a:sym typeface="+mn-ea"/>
              </a:rPr>
              <a:t>a</a:t>
            </a:r>
            <a:r>
              <a:rPr dirty="0">
                <a:solidFill>
                  <a:srgbClr val="000000">
                    <a:alpha val="100000"/>
                  </a:srgbClr>
                </a:solidFill>
                <a:latin typeface="Arial" panose="020B0604020202090204"/>
                <a:ea typeface="Arial" panose="020B0604020202090204"/>
                <a:cs typeface="Arial" panose="020B0604020202090204"/>
                <a:sym typeface="+mn-ea"/>
              </a:rPr>
              <a:t>ture</a:t>
            </a:r>
            <a:endParaRPr lang="en-US"/>
          </a:p>
        </p:txBody>
      </p:sp>
      <p:sp>
        <p:nvSpPr>
          <p:cNvPr id="2" name="Content Placeholder 1"/>
          <p:cNvSpPr>
            <a:spLocks noGrp="1"/>
          </p:cNvSpPr>
          <p:nvPr>
            <p:ph idx="1"/>
          </p:nvPr>
        </p:nvSpPr>
        <p:spPr>
          <a:xfrm>
            <a:off x="646430" y="1207135"/>
            <a:ext cx="10709275" cy="4017645"/>
          </a:xfrm>
        </p:spPr>
        <p:txBody>
          <a:bodyPr/>
          <a:lstStyle/>
          <a:p>
            <a:pPr algn="l" rtl="0" eaLnBrk="0">
              <a:lnSpc>
                <a:spcPct val="83000"/>
              </a:lnSpc>
            </a:pPr>
            <a:endParaRPr lang="en-US" altLang="en-US" sz="2400" dirty="0"/>
          </a:p>
          <a:p>
            <a:pPr marL="0" indent="0" algn="l" rtl="0" eaLnBrk="0">
              <a:lnSpc>
                <a:spcPts val="3210"/>
              </a:lnSpc>
              <a:buNone/>
            </a:pPr>
            <a:r>
              <a:rPr sz="2400" spc="-60" dirty="0">
                <a:solidFill>
                  <a:srgbClr val="000000">
                    <a:alpha val="100000"/>
                  </a:srgbClr>
                </a:solidFill>
                <a:latin typeface="Arial" panose="020B0604020202090204"/>
                <a:ea typeface="Arial" panose="020B0604020202090204"/>
                <a:cs typeface="Arial" panose="020B0604020202090204"/>
                <a:sym typeface="+mn-ea"/>
              </a:rPr>
              <a:t>1.  Implement classes and methods (cla</a:t>
            </a:r>
            <a:r>
              <a:rPr sz="2400" spc="-50" dirty="0">
                <a:solidFill>
                  <a:srgbClr val="000000">
                    <a:alpha val="100000"/>
                  </a:srgbClr>
                </a:solidFill>
                <a:latin typeface="Arial" panose="020B0604020202090204"/>
                <a:ea typeface="Arial" panose="020B0604020202090204"/>
                <a:cs typeface="Arial" panose="020B0604020202090204"/>
                <a:sym typeface="+mn-ea"/>
              </a:rPr>
              <a:t>s</a:t>
            </a:r>
            <a:r>
              <a:rPr sz="2400" dirty="0">
                <a:solidFill>
                  <a:srgbClr val="000000">
                    <a:alpha val="100000"/>
                  </a:srgbClr>
                </a:solidFill>
                <a:latin typeface="Arial" panose="020B0604020202090204"/>
                <a:ea typeface="Arial" panose="020B0604020202090204"/>
                <a:cs typeface="Arial" panose="020B0604020202090204"/>
                <a:sym typeface="+mn-ea"/>
              </a:rPr>
              <a:t>s</a:t>
            </a:r>
            <a:r>
              <a:rPr sz="2400" spc="-6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owner</a:t>
            </a:r>
            <a:r>
              <a:rPr sz="2400" spc="-60" dirty="0">
                <a:solidFill>
                  <a:srgbClr val="000000">
                    <a:alpha val="100000"/>
                  </a:srgbClr>
                </a:solidFill>
                <a:latin typeface="Arial" panose="020B0604020202090204"/>
                <a:ea typeface="Arial" panose="020B0604020202090204"/>
                <a:cs typeface="Arial" panose="020B0604020202090204"/>
                <a:sym typeface="+mn-ea"/>
              </a:rPr>
              <a:t>)</a:t>
            </a:r>
            <a:r>
              <a:rPr sz="2400" dirty="0">
                <a:solidFill>
                  <a:srgbClr val="000000">
                    <a:alpha val="100000"/>
                  </a:srgbClr>
                </a:solidFill>
                <a:latin typeface="Arial" panose="020B0604020202090204"/>
                <a:ea typeface="Arial" panose="020B0604020202090204"/>
                <a:cs typeface="Arial" panose="020B0604020202090204"/>
                <a:sym typeface="+mn-ea"/>
              </a:rPr>
              <a:t>   </a:t>
            </a:r>
            <a:endParaRPr lang="en-US" altLang="en-US" sz="2400" dirty="0"/>
          </a:p>
          <a:p>
            <a:pPr marL="0" indent="0" algn="l" rtl="0" eaLnBrk="0">
              <a:lnSpc>
                <a:spcPts val="3080"/>
              </a:lnSpc>
              <a:spcBef>
                <a:spcPts val="1710"/>
              </a:spcBef>
              <a:buNone/>
            </a:pPr>
            <a:r>
              <a:rPr sz="2400" spc="110" dirty="0">
                <a:solidFill>
                  <a:srgbClr val="000000">
                    <a:alpha val="100000"/>
                  </a:srgbClr>
                </a:solidFill>
                <a:latin typeface="Arial" panose="020B0604020202090204"/>
                <a:ea typeface="Arial" panose="020B0604020202090204"/>
                <a:cs typeface="Arial" panose="020B0604020202090204"/>
                <a:sym typeface="+mn-ea"/>
              </a:rPr>
              <a:t>2. </a:t>
            </a:r>
            <a:r>
              <a:rPr sz="2400" dirty="0">
                <a:solidFill>
                  <a:srgbClr val="000000">
                    <a:alpha val="100000"/>
                  </a:srgbClr>
                </a:solidFill>
                <a:latin typeface="Arial" panose="020B0604020202090204"/>
                <a:ea typeface="Arial" panose="020B0604020202090204"/>
                <a:cs typeface="Arial" panose="020B0604020202090204"/>
                <a:sym typeface="+mn-ea"/>
              </a:rPr>
              <a:t>Code</a:t>
            </a:r>
            <a:r>
              <a:rPr sz="2400" spc="11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inspection</a:t>
            </a:r>
            <a:r>
              <a:rPr sz="2400" spc="11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feature</a:t>
            </a:r>
            <a:r>
              <a:rPr sz="2400" spc="11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team</a:t>
            </a:r>
            <a:r>
              <a:rPr sz="2400" spc="30" dirty="0">
                <a:solidFill>
                  <a:srgbClr val="000000">
                    <a:alpha val="100000"/>
                  </a:srgbClr>
                </a:solidFill>
                <a:latin typeface="Arial" panose="020B0604020202090204"/>
                <a:ea typeface="Arial" panose="020B0604020202090204"/>
                <a:cs typeface="Arial" panose="020B0604020202090204"/>
                <a:sym typeface="+mn-ea"/>
              </a:rPr>
              <a:t>)</a:t>
            </a:r>
          </a:p>
          <a:p>
            <a:pPr marL="0" indent="0" algn="l" rtl="0" eaLnBrk="0">
              <a:lnSpc>
                <a:spcPts val="3080"/>
              </a:lnSpc>
              <a:spcBef>
                <a:spcPts val="1710"/>
              </a:spcBef>
              <a:buNone/>
            </a:pPr>
            <a:r>
              <a:rPr sz="2400" spc="-30" dirty="0">
                <a:solidFill>
                  <a:srgbClr val="000000">
                    <a:alpha val="100000"/>
                  </a:srgbClr>
                </a:solidFill>
                <a:latin typeface="Arial" panose="020B0604020202090204"/>
                <a:ea typeface="Arial" panose="020B0604020202090204"/>
                <a:cs typeface="Arial" panose="020B0604020202090204"/>
                <a:sym typeface="+mn-ea"/>
              </a:rPr>
              <a:t>3.  Unit test (class </a:t>
            </a:r>
            <a:r>
              <a:rPr sz="2400" spc="-10" dirty="0">
                <a:solidFill>
                  <a:srgbClr val="000000">
                    <a:alpha val="100000"/>
                  </a:srgbClr>
                </a:solidFill>
                <a:latin typeface="Arial" panose="020B0604020202090204"/>
                <a:ea typeface="Arial" panose="020B0604020202090204"/>
                <a:cs typeface="Arial" panose="020B0604020202090204"/>
                <a:sym typeface="+mn-ea"/>
              </a:rPr>
              <a:t>o</a:t>
            </a:r>
            <a:r>
              <a:rPr sz="2400" dirty="0">
                <a:solidFill>
                  <a:srgbClr val="000000">
                    <a:alpha val="100000"/>
                  </a:srgbClr>
                </a:solidFill>
                <a:latin typeface="Arial" panose="020B0604020202090204"/>
                <a:ea typeface="Arial" panose="020B0604020202090204"/>
                <a:cs typeface="Arial" panose="020B0604020202090204"/>
                <a:sym typeface="+mn-ea"/>
              </a:rPr>
              <a:t>wner</a:t>
            </a:r>
            <a:r>
              <a:rPr sz="2400" spc="-30" dirty="0">
                <a:solidFill>
                  <a:srgbClr val="000000">
                    <a:alpha val="100000"/>
                  </a:srgbClr>
                </a:solidFill>
                <a:latin typeface="Arial" panose="020B0604020202090204"/>
                <a:ea typeface="Arial" panose="020B0604020202090204"/>
                <a:cs typeface="Arial" panose="020B0604020202090204"/>
                <a:sym typeface="+mn-ea"/>
              </a:rPr>
              <a:t>)</a:t>
            </a:r>
          </a:p>
          <a:p>
            <a:pPr marL="0" indent="0" algn="l" rtl="0" eaLnBrk="0">
              <a:lnSpc>
                <a:spcPts val="3080"/>
              </a:lnSpc>
              <a:spcBef>
                <a:spcPts val="1710"/>
              </a:spcBef>
              <a:buNone/>
            </a:pPr>
            <a:r>
              <a:rPr sz="2400" spc="-20" dirty="0">
                <a:solidFill>
                  <a:srgbClr val="000000">
                    <a:alpha val="100000"/>
                  </a:srgbClr>
                </a:solidFill>
                <a:latin typeface="Arial" panose="020B0604020202090204"/>
                <a:ea typeface="Arial" panose="020B0604020202090204"/>
                <a:cs typeface="Arial" panose="020B0604020202090204"/>
                <a:sym typeface="+mn-ea"/>
              </a:rPr>
              <a:t>4.  Promote to the build (class owne</a:t>
            </a:r>
            <a:r>
              <a:rPr sz="2400" dirty="0">
                <a:solidFill>
                  <a:srgbClr val="000000">
                    <a:alpha val="100000"/>
                  </a:srgbClr>
                </a:solidFill>
                <a:latin typeface="Arial" panose="020B0604020202090204"/>
                <a:ea typeface="Arial" panose="020B0604020202090204"/>
                <a:cs typeface="Arial" panose="020B0604020202090204"/>
                <a:sym typeface="+mn-ea"/>
              </a:rPr>
              <a:t>r</a:t>
            </a:r>
            <a:r>
              <a:rPr sz="2400" spc="-2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with</a:t>
            </a:r>
            <a:r>
              <a:rPr sz="2400" spc="-2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Chief </a:t>
            </a:r>
            <a:r>
              <a:rPr sz="2400" spc="-90" dirty="0">
                <a:solidFill>
                  <a:srgbClr val="000000">
                    <a:alpha val="100000"/>
                  </a:srgbClr>
                </a:solidFill>
                <a:latin typeface="Arial" panose="020B0604020202090204"/>
                <a:ea typeface="Arial" panose="020B0604020202090204"/>
                <a:cs typeface="Arial" panose="020B0604020202090204"/>
                <a:sym typeface="+mn-ea"/>
              </a:rPr>
              <a:t>Programm</a:t>
            </a:r>
            <a:r>
              <a:rPr sz="2400" spc="-80" dirty="0">
                <a:solidFill>
                  <a:srgbClr val="000000">
                    <a:alpha val="100000"/>
                  </a:srgbClr>
                </a:solidFill>
                <a:latin typeface="Arial" panose="020B0604020202090204"/>
                <a:ea typeface="Arial" panose="020B0604020202090204"/>
                <a:cs typeface="Arial" panose="020B0604020202090204"/>
                <a:sym typeface="+mn-ea"/>
              </a:rPr>
              <a:t>e</a:t>
            </a:r>
            <a:r>
              <a:rPr sz="2400" dirty="0">
                <a:solidFill>
                  <a:srgbClr val="000000">
                    <a:alpha val="100000"/>
                  </a:srgbClr>
                </a:solidFill>
                <a:latin typeface="Arial" panose="020B0604020202090204"/>
                <a:ea typeface="Arial" panose="020B0604020202090204"/>
                <a:cs typeface="Arial" panose="020B0604020202090204"/>
                <a:sym typeface="+mn-ea"/>
              </a:rPr>
              <a:t>r</a:t>
            </a:r>
            <a:r>
              <a:rPr sz="2400" spc="-90" dirty="0">
                <a:solidFill>
                  <a:srgbClr val="000000">
                    <a:alpha val="100000"/>
                  </a:srgbClr>
                </a:solidFill>
                <a:latin typeface="Arial" panose="020B0604020202090204"/>
                <a:ea typeface="Arial" panose="020B0604020202090204"/>
                <a:cs typeface="Arial" panose="020B0604020202090204"/>
                <a:sym typeface="+mn-ea"/>
              </a:rPr>
              <a:t>)</a:t>
            </a:r>
          </a:p>
          <a:p>
            <a:pPr marL="0" indent="0" algn="l" rtl="0" eaLnBrk="0">
              <a:lnSpc>
                <a:spcPts val="3080"/>
              </a:lnSpc>
              <a:spcBef>
                <a:spcPts val="1710"/>
              </a:spcBef>
              <a:buNone/>
            </a:pPr>
            <a:r>
              <a:rPr sz="2400" spc="-50" dirty="0">
                <a:solidFill>
                  <a:srgbClr val="000000">
                    <a:alpha val="100000"/>
                  </a:srgbClr>
                </a:solidFill>
                <a:latin typeface="Arial" panose="020B0604020202090204"/>
                <a:ea typeface="Arial" panose="020B0604020202090204"/>
                <a:cs typeface="Arial" panose="020B0604020202090204"/>
                <a:sym typeface="+mn-ea"/>
              </a:rPr>
              <a:t>5.  Disband the t</a:t>
            </a:r>
            <a:r>
              <a:rPr sz="2400" dirty="0">
                <a:solidFill>
                  <a:srgbClr val="000000">
                    <a:alpha val="100000"/>
                  </a:srgbClr>
                </a:solidFill>
                <a:latin typeface="Arial" panose="020B0604020202090204"/>
                <a:ea typeface="Arial" panose="020B0604020202090204"/>
                <a:cs typeface="Arial" panose="020B0604020202090204"/>
                <a:sym typeface="+mn-ea"/>
              </a:rPr>
              <a:t>eam</a:t>
            </a:r>
            <a:endParaRPr lang="en-US" sz="2400" dirty="0"/>
          </a:p>
        </p:txBody>
      </p:sp>
      <p:sp>
        <p:nvSpPr>
          <p:cNvPr id="3" name="Slide Number Placeholder 2"/>
          <p:cNvSpPr>
            <a:spLocks noGrp="1"/>
          </p:cNvSpPr>
          <p:nvPr>
            <p:ph type="sldNum" sz="quarter" idx="12"/>
          </p:nvPr>
        </p:nvSpPr>
        <p:spPr/>
        <p:txBody>
          <a:bodyPr/>
          <a:lstStyle/>
          <a:p>
            <a:fld id="{4267CD5E-26CF-4249-8540-BB1D07FD4227}" type="slidenum">
              <a:rPr lang="en-US" smtClean="0"/>
              <a:t>40</a:t>
            </a:fld>
            <a:endParaRPr lang="en-US"/>
          </a:p>
        </p:txBody>
      </p:sp>
      <p:pic>
        <p:nvPicPr>
          <p:cNvPr id="133" name="picture 133"/>
          <p:cNvPicPr>
            <a:picLocks noChangeAspect="1"/>
          </p:cNvPicPr>
          <p:nvPr/>
        </p:nvPicPr>
        <p:blipFill>
          <a:blip r:embed="rId2"/>
          <a:srcRect/>
          <a:stretch/>
        </p:blipFill>
        <p:spPr>
          <a:xfrm rot="21600000">
            <a:off x="6795429" y="4158615"/>
            <a:ext cx="4890181" cy="2179320"/>
          </a:xfrm>
          <a:prstGeom prst="rect">
            <a:avLst/>
          </a:prstGeom>
        </p:spPr>
      </p:pic>
      <p:sp>
        <p:nvSpPr>
          <p:cNvPr id="5" name="Down Arrow 4"/>
          <p:cNvSpPr/>
          <p:nvPr/>
        </p:nvSpPr>
        <p:spPr>
          <a:xfrm>
            <a:off x="10572115" y="3587750"/>
            <a:ext cx="350520" cy="50609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440A548-C0D4-4418-940E-EDC2F1D9A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708B267-8CD2-4684-A57B-9F10707692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a:xfrm>
            <a:off x="6617740" y="802955"/>
            <a:ext cx="4766330" cy="1454051"/>
          </a:xfrm>
        </p:spPr>
        <p:txBody>
          <a:bodyPr vert="horz" lIns="91440" tIns="45720" rIns="91440" bIns="45720" rtlCol="0" anchor="ctr">
            <a:normAutofit/>
          </a:bodyPr>
          <a:lstStyle/>
          <a:p>
            <a:pPr defTabSz="914400"/>
            <a:r>
              <a:rPr lang="en-US" sz="3600" kern="1200" dirty="0">
                <a:solidFill>
                  <a:schemeClr val="tx2"/>
                </a:solidFill>
                <a:latin typeface="Arial" panose="020B0604020202020204" pitchFamily="34" charset="0"/>
                <a:cs typeface="Arial" panose="020B0604020202020204" pitchFamily="34" charset="0"/>
                <a:sym typeface="+mn-ea"/>
              </a:rPr>
              <a:t>FDD</a:t>
            </a:r>
            <a:r>
              <a:rPr lang="en-US" sz="3600" kern="1200" spc="770" dirty="0">
                <a:solidFill>
                  <a:schemeClr val="tx2"/>
                </a:solidFill>
                <a:latin typeface="Arial" panose="020B0604020202020204" pitchFamily="34" charset="0"/>
                <a:cs typeface="Arial" panose="020B0604020202020204" pitchFamily="34" charset="0"/>
                <a:sym typeface="+mn-ea"/>
              </a:rPr>
              <a:t> </a:t>
            </a:r>
            <a:r>
              <a:rPr lang="en-US" sz="3600" kern="1200" dirty="0">
                <a:solidFill>
                  <a:schemeClr val="tx2"/>
                </a:solidFill>
                <a:latin typeface="Arial" panose="020B0604020202020204" pitchFamily="34" charset="0"/>
                <a:cs typeface="Arial" panose="020B0604020202020204" pitchFamily="34" charset="0"/>
                <a:sym typeface="+mn-ea"/>
              </a:rPr>
              <a:t>Practices</a:t>
            </a:r>
            <a:endParaRPr lang="en-US" sz="3600" kern="1200" dirty="0">
              <a:solidFill>
                <a:schemeClr val="tx2"/>
              </a:solidFill>
              <a:latin typeface="Arial" panose="020B0604020202020204" pitchFamily="34" charset="0"/>
              <a:cs typeface="Arial" panose="020B0604020202020204" pitchFamily="34" charset="0"/>
            </a:endParaRPr>
          </a:p>
        </p:txBody>
      </p:sp>
      <p:grpSp>
        <p:nvGrpSpPr>
          <p:cNvPr id="14" name="Group 13">
            <a:extLst>
              <a:ext uri="{FF2B5EF4-FFF2-40B4-BE49-F238E27FC236}">
                <a16:creationId xmlns:a16="http://schemas.microsoft.com/office/drawing/2014/main" id="{41E5AB36-9328-47E9-95AD-E38AC1C0E18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369"/>
            <a:ext cx="6091008" cy="6858000"/>
            <a:chOff x="305" y="-369"/>
            <a:chExt cx="6091008" cy="6858000"/>
          </a:xfrm>
        </p:grpSpPr>
        <p:sp>
          <p:nvSpPr>
            <p:cNvPr id="15" name="Freeform: Shape 14">
              <a:extLst>
                <a:ext uri="{FF2B5EF4-FFF2-40B4-BE49-F238E27FC236}">
                  <a16:creationId xmlns:a16="http://schemas.microsoft.com/office/drawing/2014/main" id="{4532450F-A219-4BF5-88FA-A47084237C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9"/>
              <a:ext cx="6057007" cy="6858000"/>
            </a:xfrm>
            <a:custGeom>
              <a:avLst/>
              <a:gdLst>
                <a:gd name="connsiteX0" fmla="*/ 1423825 w 6057007"/>
                <a:gd name="connsiteY0" fmla="*/ 0 h 6858000"/>
                <a:gd name="connsiteX1" fmla="*/ 4262456 w 6057007"/>
                <a:gd name="connsiteY1" fmla="*/ 0 h 6858000"/>
                <a:gd name="connsiteX2" fmla="*/ 4371584 w 6057007"/>
                <a:gd name="connsiteY2" fmla="*/ 79625 h 6858000"/>
                <a:gd name="connsiteX3" fmla="*/ 5400299 w 6057007"/>
                <a:gd name="connsiteY3" fmla="*/ 1779691 h 6858000"/>
                <a:gd name="connsiteX4" fmla="*/ 5961759 w 6057007"/>
                <a:gd name="connsiteY4" fmla="*/ 4554903 h 6858000"/>
                <a:gd name="connsiteX5" fmla="*/ 4326541 w 6057007"/>
                <a:gd name="connsiteY5" fmla="*/ 6729688 h 6858000"/>
                <a:gd name="connsiteX6" fmla="*/ 4109121 w 6057007"/>
                <a:gd name="connsiteY6" fmla="*/ 6858000 h 6858000"/>
                <a:gd name="connsiteX7" fmla="*/ 1145358 w 6057007"/>
                <a:gd name="connsiteY7" fmla="*/ 6858000 h 6858000"/>
                <a:gd name="connsiteX8" fmla="*/ 1143587 w 6057007"/>
                <a:gd name="connsiteY8" fmla="*/ 6856705 h 6858000"/>
                <a:gd name="connsiteX9" fmla="*/ 162579 w 6057007"/>
                <a:gd name="connsiteY9" fmla="*/ 6240990 h 6858000"/>
                <a:gd name="connsiteX10" fmla="*/ 0 w 6057007"/>
                <a:gd name="connsiteY10" fmla="*/ 6125553 h 6858000"/>
                <a:gd name="connsiteX11" fmla="*/ 0 w 6057007"/>
                <a:gd name="connsiteY11" fmla="*/ 4670879 h 6858000"/>
                <a:gd name="connsiteX12" fmla="*/ 38388 w 6057007"/>
                <a:gd name="connsiteY12" fmla="*/ 4778792 h 6858000"/>
                <a:gd name="connsiteX13" fmla="*/ 155449 w 6057007"/>
                <a:gd name="connsiteY13" fmla="*/ 5029879 h 6858000"/>
                <a:gd name="connsiteX14" fmla="*/ 411802 w 6057007"/>
                <a:gd name="connsiteY14" fmla="*/ 5399531 h 6858000"/>
                <a:gd name="connsiteX15" fmla="*/ 806388 w 6057007"/>
                <a:gd name="connsiteY15" fmla="*/ 5659633 h 6858000"/>
                <a:gd name="connsiteX16" fmla="*/ 1801512 w 6057007"/>
                <a:gd name="connsiteY16" fmla="*/ 6314010 h 6858000"/>
                <a:gd name="connsiteX17" fmla="*/ 2653483 w 6057007"/>
                <a:gd name="connsiteY17" fmla="*/ 6529898 h 6858000"/>
                <a:gd name="connsiteX18" fmla="*/ 3666486 w 6057007"/>
                <a:gd name="connsiteY18" fmla="*/ 6190615 h 6858000"/>
                <a:gd name="connsiteX19" fmla="*/ 4658657 w 6057007"/>
                <a:gd name="connsiteY19" fmla="*/ 5428179 h 6858000"/>
                <a:gd name="connsiteX20" fmla="*/ 5222967 w 6057007"/>
                <a:gd name="connsiteY20" fmla="*/ 4356944 h 6858000"/>
                <a:gd name="connsiteX21" fmla="*/ 4724795 w 6057007"/>
                <a:gd name="connsiteY21" fmla="*/ 2210416 h 6858000"/>
                <a:gd name="connsiteX22" fmla="*/ 4473185 w 6057007"/>
                <a:gd name="connsiteY22" fmla="*/ 1691554 h 6858000"/>
                <a:gd name="connsiteX23" fmla="*/ 4046677 w 6057007"/>
                <a:gd name="connsiteY23" fmla="*/ 911781 h 6858000"/>
                <a:gd name="connsiteX24" fmla="*/ 3555564 w 6057007"/>
                <a:gd name="connsiteY24" fmla="*/ 585888 h 6858000"/>
                <a:gd name="connsiteX25" fmla="*/ 2405914 w 6057007"/>
                <a:gd name="connsiteY25" fmla="*/ 536282 h 6858000"/>
                <a:gd name="connsiteX26" fmla="*/ 1345719 w 6057007"/>
                <a:gd name="connsiteY26" fmla="*/ 957619 h 6858000"/>
                <a:gd name="connsiteX27" fmla="*/ 73341 w 6057007"/>
                <a:gd name="connsiteY27" fmla="*/ 2571698 h 6858000"/>
                <a:gd name="connsiteX28" fmla="*/ 0 w 6057007"/>
                <a:gd name="connsiteY28" fmla="*/ 2803810 h 6858000"/>
                <a:gd name="connsiteX29" fmla="*/ 0 w 6057007"/>
                <a:gd name="connsiteY29" fmla="*/ 1147591 h 6858000"/>
                <a:gd name="connsiteX30" fmla="*/ 142706 w 6057007"/>
                <a:gd name="connsiteY30" fmla="*/ 968763 h 6858000"/>
                <a:gd name="connsiteX31" fmla="*/ 971831 w 6057007"/>
                <a:gd name="connsiteY31" fmla="*/ 249890 h 6858000"/>
                <a:gd name="connsiteX32" fmla="*/ 1288677 w 6057007"/>
                <a:gd name="connsiteY32" fmla="*/ 6583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057007" h="6858000">
                  <a:moveTo>
                    <a:pt x="1423825" y="0"/>
                  </a:moveTo>
                  <a:lnTo>
                    <a:pt x="4262456" y="0"/>
                  </a:lnTo>
                  <a:lnTo>
                    <a:pt x="4371584" y="79625"/>
                  </a:lnTo>
                  <a:cubicBezTo>
                    <a:pt x="4860533" y="476670"/>
                    <a:pt x="5063885" y="1132812"/>
                    <a:pt x="5400299" y="1779691"/>
                  </a:cubicBezTo>
                  <a:cubicBezTo>
                    <a:pt x="5848849" y="2642194"/>
                    <a:pt x="6244956" y="3497996"/>
                    <a:pt x="5961759" y="4554903"/>
                  </a:cubicBezTo>
                  <a:cubicBezTo>
                    <a:pt x="5691575" y="5563242"/>
                    <a:pt x="5092427" y="6238887"/>
                    <a:pt x="4326541" y="6729688"/>
                  </a:cubicBezTo>
                  <a:lnTo>
                    <a:pt x="4109121" y="6858000"/>
                  </a:lnTo>
                  <a:lnTo>
                    <a:pt x="1145358" y="6858000"/>
                  </a:lnTo>
                  <a:lnTo>
                    <a:pt x="1143587" y="6856705"/>
                  </a:lnTo>
                  <a:cubicBezTo>
                    <a:pt x="699546" y="6541440"/>
                    <a:pt x="399287" y="6392433"/>
                    <a:pt x="162579" y="6240990"/>
                  </a:cubicBezTo>
                  <a:lnTo>
                    <a:pt x="0" y="6125553"/>
                  </a:lnTo>
                  <a:lnTo>
                    <a:pt x="0" y="4670879"/>
                  </a:lnTo>
                  <a:lnTo>
                    <a:pt x="38388" y="4778792"/>
                  </a:lnTo>
                  <a:cubicBezTo>
                    <a:pt x="72793" y="4862402"/>
                    <a:pt x="111802" y="4945953"/>
                    <a:pt x="155449" y="5029879"/>
                  </a:cubicBezTo>
                  <a:cubicBezTo>
                    <a:pt x="273464" y="5256810"/>
                    <a:pt x="351295" y="5344113"/>
                    <a:pt x="411802" y="5399531"/>
                  </a:cubicBezTo>
                  <a:cubicBezTo>
                    <a:pt x="500065" y="5480405"/>
                    <a:pt x="628514" y="5555615"/>
                    <a:pt x="806388" y="5659633"/>
                  </a:cubicBezTo>
                  <a:cubicBezTo>
                    <a:pt x="1044358" y="5798926"/>
                    <a:pt x="1370396" y="5989780"/>
                    <a:pt x="1801512" y="6314010"/>
                  </a:cubicBezTo>
                  <a:cubicBezTo>
                    <a:pt x="2037213" y="6491324"/>
                    <a:pt x="2315885" y="6561958"/>
                    <a:pt x="2653483" y="6529898"/>
                  </a:cubicBezTo>
                  <a:cubicBezTo>
                    <a:pt x="2962383" y="6500529"/>
                    <a:pt x="3312661" y="6383221"/>
                    <a:pt x="3666486" y="6190615"/>
                  </a:cubicBezTo>
                  <a:cubicBezTo>
                    <a:pt x="4083218" y="5963697"/>
                    <a:pt x="4407642" y="5714350"/>
                    <a:pt x="4658657" y="5428179"/>
                  </a:cubicBezTo>
                  <a:cubicBezTo>
                    <a:pt x="4927319" y="5121947"/>
                    <a:pt x="5111907" y="4771422"/>
                    <a:pt x="5222967" y="4356944"/>
                  </a:cubicBezTo>
                  <a:cubicBezTo>
                    <a:pt x="5418167" y="3628447"/>
                    <a:pt x="5139747" y="3007703"/>
                    <a:pt x="4724795" y="2210416"/>
                  </a:cubicBezTo>
                  <a:cubicBezTo>
                    <a:pt x="4631776" y="2031551"/>
                    <a:pt x="4551122" y="1858737"/>
                    <a:pt x="4473185" y="1691554"/>
                  </a:cubicBezTo>
                  <a:cubicBezTo>
                    <a:pt x="4326842" y="1377756"/>
                    <a:pt x="4200559" y="1106810"/>
                    <a:pt x="4046677" y="911781"/>
                  </a:cubicBezTo>
                  <a:cubicBezTo>
                    <a:pt x="3910561" y="739097"/>
                    <a:pt x="3763658" y="641647"/>
                    <a:pt x="3555564" y="585888"/>
                  </a:cubicBezTo>
                  <a:cubicBezTo>
                    <a:pt x="3178534" y="484863"/>
                    <a:pt x="2791842" y="468166"/>
                    <a:pt x="2405914" y="536282"/>
                  </a:cubicBezTo>
                  <a:cubicBezTo>
                    <a:pt x="2032757" y="602054"/>
                    <a:pt x="1676044" y="743871"/>
                    <a:pt x="1345719" y="957619"/>
                  </a:cubicBezTo>
                  <a:cubicBezTo>
                    <a:pt x="762775" y="1334788"/>
                    <a:pt x="318714" y="1900690"/>
                    <a:pt x="73341" y="2571698"/>
                  </a:cubicBezTo>
                  <a:lnTo>
                    <a:pt x="0" y="2803810"/>
                  </a:lnTo>
                  <a:lnTo>
                    <a:pt x="0" y="1147591"/>
                  </a:lnTo>
                  <a:lnTo>
                    <a:pt x="142706" y="968763"/>
                  </a:lnTo>
                  <a:cubicBezTo>
                    <a:pt x="388539" y="688063"/>
                    <a:pt x="668237" y="446316"/>
                    <a:pt x="971831" y="249890"/>
                  </a:cubicBezTo>
                  <a:cubicBezTo>
                    <a:pt x="1074829" y="183240"/>
                    <a:pt x="1180574" y="121805"/>
                    <a:pt x="1288677" y="6583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035AC662-4000-411A-9E33-6A4B6C0FCB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9"/>
              <a:ext cx="6091008" cy="6858000"/>
            </a:xfrm>
            <a:custGeom>
              <a:avLst/>
              <a:gdLst>
                <a:gd name="connsiteX0" fmla="*/ 0 w 6091008"/>
                <a:gd name="connsiteY0" fmla="*/ 5476844 h 6858000"/>
                <a:gd name="connsiteX1" fmla="*/ 15220 w 6091008"/>
                <a:gd name="connsiteY1" fmla="*/ 5501668 h 6858000"/>
                <a:gd name="connsiteX2" fmla="*/ 198940 w 6091008"/>
                <a:gd name="connsiteY2" fmla="*/ 5717964 h 6858000"/>
                <a:gd name="connsiteX3" fmla="*/ 251499 w 6091008"/>
                <a:gd name="connsiteY3" fmla="*/ 5763842 h 6858000"/>
                <a:gd name="connsiteX4" fmla="*/ 308460 w 6091008"/>
                <a:gd name="connsiteY4" fmla="*/ 5806337 h 6858000"/>
                <a:gd name="connsiteX5" fmla="*/ 368305 w 6091008"/>
                <a:gd name="connsiteY5" fmla="*/ 5847248 h 6858000"/>
                <a:gd name="connsiteX6" fmla="*/ 430451 w 6091008"/>
                <a:gd name="connsiteY6" fmla="*/ 5887305 h 6858000"/>
                <a:gd name="connsiteX7" fmla="*/ 975811 w 6091008"/>
                <a:gd name="connsiteY7" fmla="*/ 6205653 h 6858000"/>
                <a:gd name="connsiteX8" fmla="*/ 1510250 w 6091008"/>
                <a:gd name="connsiteY8" fmla="*/ 6575390 h 6858000"/>
                <a:gd name="connsiteX9" fmla="*/ 2002437 w 6091008"/>
                <a:gd name="connsiteY9" fmla="*/ 6825029 h 6858000"/>
                <a:gd name="connsiteX10" fmla="*/ 2137670 w 6091008"/>
                <a:gd name="connsiteY10" fmla="*/ 6856874 h 6858000"/>
                <a:gd name="connsiteX11" fmla="*/ 2145778 w 6091008"/>
                <a:gd name="connsiteY11" fmla="*/ 6858000 h 6858000"/>
                <a:gd name="connsiteX12" fmla="*/ 1098858 w 6091008"/>
                <a:gd name="connsiteY12" fmla="*/ 6858000 h 6858000"/>
                <a:gd name="connsiteX13" fmla="*/ 1004166 w 6091008"/>
                <a:gd name="connsiteY13" fmla="*/ 6786858 h 6858000"/>
                <a:gd name="connsiteX14" fmla="*/ 751974 w 6091008"/>
                <a:gd name="connsiteY14" fmla="*/ 6608169 h 6858000"/>
                <a:gd name="connsiteX15" fmla="*/ 623305 w 6091008"/>
                <a:gd name="connsiteY15" fmla="*/ 6522172 h 6858000"/>
                <a:gd name="connsiteX16" fmla="*/ 492346 w 6091008"/>
                <a:gd name="connsiteY16" fmla="*/ 6437477 h 6858000"/>
                <a:gd name="connsiteX17" fmla="*/ 358536 w 6091008"/>
                <a:gd name="connsiteY17" fmla="*/ 6352312 h 6858000"/>
                <a:gd name="connsiteX18" fmla="*/ 290710 w 6091008"/>
                <a:gd name="connsiteY18" fmla="*/ 6308820 h 6858000"/>
                <a:gd name="connsiteX19" fmla="*/ 221792 w 6091008"/>
                <a:gd name="connsiteY19" fmla="*/ 6263122 h 6858000"/>
                <a:gd name="connsiteX20" fmla="*/ 152460 w 6091008"/>
                <a:gd name="connsiteY20" fmla="*/ 6215106 h 6858000"/>
                <a:gd name="connsiteX21" fmla="*/ 83055 w 6091008"/>
                <a:gd name="connsiteY21" fmla="*/ 6163978 h 6858000"/>
                <a:gd name="connsiteX22" fmla="*/ 14161 w 6091008"/>
                <a:gd name="connsiteY22" fmla="*/ 6109014 h 6858000"/>
                <a:gd name="connsiteX23" fmla="*/ 0 w 6091008"/>
                <a:gd name="connsiteY23" fmla="*/ 6096195 h 6858000"/>
                <a:gd name="connsiteX24" fmla="*/ 3707444 w 6091008"/>
                <a:gd name="connsiteY24" fmla="*/ 0 h 6858000"/>
                <a:gd name="connsiteX25" fmla="*/ 4265528 w 6091008"/>
                <a:gd name="connsiteY25" fmla="*/ 0 h 6858000"/>
                <a:gd name="connsiteX26" fmla="*/ 4291472 w 6091008"/>
                <a:gd name="connsiteY26" fmla="*/ 15596 h 6858000"/>
                <a:gd name="connsiteX27" fmla="*/ 4431124 w 6091008"/>
                <a:gd name="connsiteY27" fmla="*/ 119052 h 6858000"/>
                <a:gd name="connsiteX28" fmla="*/ 4899570 w 6091008"/>
                <a:gd name="connsiteY28" fmla="*/ 643769 h 6858000"/>
                <a:gd name="connsiteX29" fmla="*/ 5247925 w 6091008"/>
                <a:gd name="connsiteY29" fmla="*/ 1232134 h 6858000"/>
                <a:gd name="connsiteX30" fmla="*/ 5401234 w 6091008"/>
                <a:gd name="connsiteY30" fmla="*/ 1518442 h 6858000"/>
                <a:gd name="connsiteX31" fmla="*/ 5480921 w 6091008"/>
                <a:gd name="connsiteY31" fmla="*/ 1662114 h 6858000"/>
                <a:gd name="connsiteX32" fmla="*/ 5561804 w 6091008"/>
                <a:gd name="connsiteY32" fmla="*/ 1812436 h 6858000"/>
                <a:gd name="connsiteX33" fmla="*/ 5855037 w 6091008"/>
                <a:gd name="connsiteY33" fmla="*/ 2457716 h 6858000"/>
                <a:gd name="connsiteX34" fmla="*/ 6052254 w 6091008"/>
                <a:gd name="connsiteY34" fmla="*/ 3193699 h 6858000"/>
                <a:gd name="connsiteX35" fmla="*/ 6073151 w 6091008"/>
                <a:gd name="connsiteY35" fmla="*/ 4004612 h 6858000"/>
                <a:gd name="connsiteX36" fmla="*/ 6067309 w 6091008"/>
                <a:gd name="connsiteY36" fmla="*/ 4055890 h 6858000"/>
                <a:gd name="connsiteX37" fmla="*/ 6059979 w 6091008"/>
                <a:gd name="connsiteY37" fmla="*/ 4106917 h 6858000"/>
                <a:gd name="connsiteX38" fmla="*/ 6052371 w 6091008"/>
                <a:gd name="connsiteY38" fmla="*/ 4158016 h 6858000"/>
                <a:gd name="connsiteX39" fmla="*/ 6043434 w 6091008"/>
                <a:gd name="connsiteY39" fmla="*/ 4208759 h 6858000"/>
                <a:gd name="connsiteX40" fmla="*/ 6023229 w 6091008"/>
                <a:gd name="connsiteY40" fmla="*/ 4309769 h 6858000"/>
                <a:gd name="connsiteX41" fmla="*/ 5999922 w 6091008"/>
                <a:gd name="connsiteY41" fmla="*/ 4409799 h 6858000"/>
                <a:gd name="connsiteX42" fmla="*/ 5987157 w 6091008"/>
                <a:gd name="connsiteY42" fmla="*/ 4459369 h 6858000"/>
                <a:gd name="connsiteX43" fmla="*/ 5973731 w 6091008"/>
                <a:gd name="connsiteY43" fmla="*/ 4508027 h 6858000"/>
                <a:gd name="connsiteX44" fmla="*/ 5944653 w 6091008"/>
                <a:gd name="connsiteY44" fmla="*/ 4602538 h 6858000"/>
                <a:gd name="connsiteX45" fmla="*/ 5915334 w 6091008"/>
                <a:gd name="connsiteY45" fmla="*/ 4696982 h 6858000"/>
                <a:gd name="connsiteX46" fmla="*/ 5881786 w 6091008"/>
                <a:gd name="connsiteY46" fmla="*/ 4790295 h 6858000"/>
                <a:gd name="connsiteX47" fmla="*/ 5539609 w 6091008"/>
                <a:gd name="connsiteY47" fmla="*/ 5504511 h 6858000"/>
                <a:gd name="connsiteX48" fmla="*/ 5432400 w 6091008"/>
                <a:gd name="connsiteY48" fmla="*/ 5669348 h 6858000"/>
                <a:gd name="connsiteX49" fmla="*/ 5404330 w 6091008"/>
                <a:gd name="connsiteY49" fmla="*/ 5709372 h 6858000"/>
                <a:gd name="connsiteX50" fmla="*/ 5375525 w 6091008"/>
                <a:gd name="connsiteY50" fmla="*/ 5748757 h 6858000"/>
                <a:gd name="connsiteX51" fmla="*/ 5317831 w 6091008"/>
                <a:gd name="connsiteY51" fmla="*/ 5827355 h 6858000"/>
                <a:gd name="connsiteX52" fmla="*/ 5288208 w 6091008"/>
                <a:gd name="connsiteY52" fmla="*/ 5865932 h 6858000"/>
                <a:gd name="connsiteX53" fmla="*/ 5273251 w 6091008"/>
                <a:gd name="connsiteY53" fmla="*/ 5885035 h 6858000"/>
                <a:gd name="connsiteX54" fmla="*/ 5256656 w 6091008"/>
                <a:gd name="connsiteY54" fmla="*/ 5902520 h 6858000"/>
                <a:gd name="connsiteX55" fmla="*/ 5189858 w 6091008"/>
                <a:gd name="connsiteY55" fmla="*/ 5971616 h 6858000"/>
                <a:gd name="connsiteX56" fmla="*/ 5156287 w 6091008"/>
                <a:gd name="connsiteY56" fmla="*/ 6005600 h 6858000"/>
                <a:gd name="connsiteX57" fmla="*/ 5121598 w 6091008"/>
                <a:gd name="connsiteY57" fmla="*/ 6037962 h 6858000"/>
                <a:gd name="connsiteX58" fmla="*/ 5051798 w 6091008"/>
                <a:gd name="connsiteY58" fmla="*/ 6101838 h 6858000"/>
                <a:gd name="connsiteX59" fmla="*/ 4463594 w 6091008"/>
                <a:gd name="connsiteY59" fmla="*/ 6532280 h 6858000"/>
                <a:gd name="connsiteX60" fmla="*/ 4388637 w 6091008"/>
                <a:gd name="connsiteY60" fmla="*/ 6579169 h 6858000"/>
                <a:gd name="connsiteX61" fmla="*/ 4312856 w 6091008"/>
                <a:gd name="connsiteY61" fmla="*/ 6623337 h 6858000"/>
                <a:gd name="connsiteX62" fmla="*/ 4237558 w 6091008"/>
                <a:gd name="connsiteY62" fmla="*/ 6667632 h 6858000"/>
                <a:gd name="connsiteX63" fmla="*/ 4161774 w 6091008"/>
                <a:gd name="connsiteY63" fmla="*/ 6709883 h 6858000"/>
                <a:gd name="connsiteX64" fmla="*/ 4010448 w 6091008"/>
                <a:gd name="connsiteY64" fmla="*/ 6792981 h 6858000"/>
                <a:gd name="connsiteX65" fmla="*/ 3935163 w 6091008"/>
                <a:gd name="connsiteY65" fmla="*/ 6834338 h 6858000"/>
                <a:gd name="connsiteX66" fmla="*/ 3892887 w 6091008"/>
                <a:gd name="connsiteY66" fmla="*/ 6858000 h 6858000"/>
                <a:gd name="connsiteX67" fmla="*/ 2743942 w 6091008"/>
                <a:gd name="connsiteY67" fmla="*/ 6858000 h 6858000"/>
                <a:gd name="connsiteX68" fmla="*/ 2852577 w 6091008"/>
                <a:gd name="connsiteY68" fmla="*/ 6838910 h 6858000"/>
                <a:gd name="connsiteX69" fmla="*/ 3143255 w 6091008"/>
                <a:gd name="connsiteY69" fmla="*/ 6759775 h 6858000"/>
                <a:gd name="connsiteX70" fmla="*/ 3430899 w 6091008"/>
                <a:gd name="connsiteY70" fmla="*/ 6650056 h 6858000"/>
                <a:gd name="connsiteX71" fmla="*/ 3713289 w 6091008"/>
                <a:gd name="connsiteY71" fmla="*/ 6514054 h 6858000"/>
                <a:gd name="connsiteX72" fmla="*/ 3981228 w 6091008"/>
                <a:gd name="connsiteY72" fmla="*/ 6334878 h 6858000"/>
                <a:gd name="connsiteX73" fmla="*/ 4107885 w 6091008"/>
                <a:gd name="connsiteY73" fmla="*/ 6233689 h 6858000"/>
                <a:gd name="connsiteX74" fmla="*/ 4169795 w 6091008"/>
                <a:gd name="connsiteY74" fmla="*/ 6181389 h 6858000"/>
                <a:gd name="connsiteX75" fmla="*/ 4229189 w 6091008"/>
                <a:gd name="connsiteY75" fmla="*/ 6125914 h 6858000"/>
                <a:gd name="connsiteX76" fmla="*/ 4652064 w 6091008"/>
                <a:gd name="connsiteY76" fmla="*/ 5641457 h 6858000"/>
                <a:gd name="connsiteX77" fmla="*/ 4697555 w 6091008"/>
                <a:gd name="connsiteY77" fmla="*/ 5576516 h 6858000"/>
                <a:gd name="connsiteX78" fmla="*/ 4720492 w 6091008"/>
                <a:gd name="connsiteY78" fmla="*/ 5544537 h 6858000"/>
                <a:gd name="connsiteX79" fmla="*/ 4741922 w 6091008"/>
                <a:gd name="connsiteY79" fmla="*/ 5511420 h 6858000"/>
                <a:gd name="connsiteX80" fmla="*/ 4784179 w 6091008"/>
                <a:gd name="connsiteY80" fmla="*/ 5445022 h 6858000"/>
                <a:gd name="connsiteX81" fmla="*/ 4794796 w 6091008"/>
                <a:gd name="connsiteY81" fmla="*/ 5428584 h 6858000"/>
                <a:gd name="connsiteX82" fmla="*/ 4807173 w 6091008"/>
                <a:gd name="connsiteY82" fmla="*/ 5413795 h 6858000"/>
                <a:gd name="connsiteX83" fmla="*/ 4830010 w 6091008"/>
                <a:gd name="connsiteY83" fmla="*/ 5382674 h 6858000"/>
                <a:gd name="connsiteX84" fmla="*/ 4874298 w 6091008"/>
                <a:gd name="connsiteY84" fmla="*/ 5319323 h 6858000"/>
                <a:gd name="connsiteX85" fmla="*/ 4896484 w 6091008"/>
                <a:gd name="connsiteY85" fmla="*/ 5287734 h 6858000"/>
                <a:gd name="connsiteX86" fmla="*/ 4918019 w 6091008"/>
                <a:gd name="connsiteY86" fmla="*/ 5255673 h 6858000"/>
                <a:gd name="connsiteX87" fmla="*/ 4999238 w 6091008"/>
                <a:gd name="connsiteY87" fmla="*/ 5124058 h 6858000"/>
                <a:gd name="connsiteX88" fmla="*/ 5251271 w 6091008"/>
                <a:gd name="connsiteY88" fmla="*/ 4554965 h 6858000"/>
                <a:gd name="connsiteX89" fmla="*/ 5276136 w 6091008"/>
                <a:gd name="connsiteY89" fmla="*/ 4480521 h 6858000"/>
                <a:gd name="connsiteX90" fmla="*/ 5297442 w 6091008"/>
                <a:gd name="connsiteY90" fmla="*/ 4404389 h 6858000"/>
                <a:gd name="connsiteX91" fmla="*/ 5318953 w 6091008"/>
                <a:gd name="connsiteY91" fmla="*/ 4328458 h 6858000"/>
                <a:gd name="connsiteX92" fmla="*/ 5328684 w 6091008"/>
                <a:gd name="connsiteY92" fmla="*/ 4291175 h 6858000"/>
                <a:gd name="connsiteX93" fmla="*/ 5337470 w 6091008"/>
                <a:gd name="connsiteY93" fmla="*/ 4254522 h 6858000"/>
                <a:gd name="connsiteX94" fmla="*/ 5353277 w 6091008"/>
                <a:gd name="connsiteY94" fmla="*/ 4181038 h 6858000"/>
                <a:gd name="connsiteX95" fmla="*/ 5366762 w 6091008"/>
                <a:gd name="connsiteY95" fmla="*/ 4107520 h 6858000"/>
                <a:gd name="connsiteX96" fmla="*/ 5373105 w 6091008"/>
                <a:gd name="connsiteY96" fmla="*/ 4070802 h 6858000"/>
                <a:gd name="connsiteX97" fmla="*/ 5378288 w 6091008"/>
                <a:gd name="connsiteY97" fmla="*/ 4034066 h 6858000"/>
                <a:gd name="connsiteX98" fmla="*/ 5383471 w 6091008"/>
                <a:gd name="connsiteY98" fmla="*/ 3997331 h 6858000"/>
                <a:gd name="connsiteX99" fmla="*/ 5387373 w 6091008"/>
                <a:gd name="connsiteY99" fmla="*/ 3960547 h 6858000"/>
                <a:gd name="connsiteX100" fmla="*/ 5375699 w 6091008"/>
                <a:gd name="connsiteY100" fmla="*/ 3369810 h 6858000"/>
                <a:gd name="connsiteX101" fmla="*/ 5225695 w 6091008"/>
                <a:gd name="connsiteY101" fmla="*/ 2777923 h 6858000"/>
                <a:gd name="connsiteX102" fmla="*/ 4989893 w 6091008"/>
                <a:gd name="connsiteY102" fmla="*/ 2181595 h 6858000"/>
                <a:gd name="connsiteX103" fmla="*/ 4856777 w 6091008"/>
                <a:gd name="connsiteY103" fmla="*/ 1872581 h 6858000"/>
                <a:gd name="connsiteX104" fmla="*/ 4729367 w 6091008"/>
                <a:gd name="connsiteY104" fmla="*/ 1547581 h 6858000"/>
                <a:gd name="connsiteX105" fmla="*/ 4510575 w 6091008"/>
                <a:gd name="connsiteY105" fmla="*/ 917244 h 6858000"/>
                <a:gd name="connsiteX106" fmla="*/ 4387446 w 6091008"/>
                <a:gd name="connsiteY106" fmla="*/ 626512 h 6858000"/>
                <a:gd name="connsiteX107" fmla="*/ 4227716 w 6091008"/>
                <a:gd name="connsiteY107" fmla="*/ 368510 h 6858000"/>
                <a:gd name="connsiteX108" fmla="*/ 4017774 w 6091008"/>
                <a:gd name="connsiteY108" fmla="*/ 161674 h 6858000"/>
                <a:gd name="connsiteX109" fmla="*/ 3761542 w 6091008"/>
                <a:gd name="connsiteY109" fmla="*/ 19860 h 6858000"/>
                <a:gd name="connsiteX110" fmla="*/ 3727185 w 6091008"/>
                <a:gd name="connsiteY110" fmla="*/ 6533 h 6858000"/>
                <a:gd name="connsiteX111" fmla="*/ 1325680 w 6091008"/>
                <a:gd name="connsiteY111" fmla="*/ 0 h 6858000"/>
                <a:gd name="connsiteX112" fmla="*/ 2347354 w 6091008"/>
                <a:gd name="connsiteY112" fmla="*/ 0 h 6858000"/>
                <a:gd name="connsiteX113" fmla="*/ 2262734 w 6091008"/>
                <a:gd name="connsiteY113" fmla="*/ 20581 h 6858000"/>
                <a:gd name="connsiteX114" fmla="*/ 1969830 w 6091008"/>
                <a:gd name="connsiteY114" fmla="*/ 118108 h 6858000"/>
                <a:gd name="connsiteX115" fmla="*/ 1897367 w 6091008"/>
                <a:gd name="connsiteY115" fmla="*/ 145059 h 6858000"/>
                <a:gd name="connsiteX116" fmla="*/ 1825860 w 6091008"/>
                <a:gd name="connsiteY116" fmla="*/ 175210 h 6858000"/>
                <a:gd name="connsiteX117" fmla="*/ 1754258 w 6091008"/>
                <a:gd name="connsiteY117" fmla="*/ 204746 h 6858000"/>
                <a:gd name="connsiteX118" fmla="*/ 1683442 w 6091008"/>
                <a:gd name="connsiteY118" fmla="*/ 237143 h 6858000"/>
                <a:gd name="connsiteX119" fmla="*/ 1612330 w 6091008"/>
                <a:gd name="connsiteY119" fmla="*/ 268724 h 6858000"/>
                <a:gd name="connsiteX120" fmla="*/ 1542244 w 6091008"/>
                <a:gd name="connsiteY120" fmla="*/ 303229 h 6858000"/>
                <a:gd name="connsiteX121" fmla="*/ 1471990 w 6091008"/>
                <a:gd name="connsiteY121" fmla="*/ 337395 h 6858000"/>
                <a:gd name="connsiteX122" fmla="*/ 1402813 w 6091008"/>
                <a:gd name="connsiteY122" fmla="*/ 374794 h 6858000"/>
                <a:gd name="connsiteX123" fmla="*/ 1333886 w 6091008"/>
                <a:gd name="connsiteY123" fmla="*/ 412702 h 6858000"/>
                <a:gd name="connsiteX124" fmla="*/ 1266278 w 6091008"/>
                <a:gd name="connsiteY124" fmla="*/ 453907 h 6858000"/>
                <a:gd name="connsiteX125" fmla="*/ 1199136 w 6091008"/>
                <a:gd name="connsiteY125" fmla="*/ 496266 h 6858000"/>
                <a:gd name="connsiteX126" fmla="*/ 1182302 w 6091008"/>
                <a:gd name="connsiteY126" fmla="*/ 506917 h 6858000"/>
                <a:gd name="connsiteX127" fmla="*/ 1166009 w 6091008"/>
                <a:gd name="connsiteY127" fmla="*/ 518449 h 6858000"/>
                <a:gd name="connsiteX128" fmla="*/ 1133302 w 6091008"/>
                <a:gd name="connsiteY128" fmla="*/ 541479 h 6858000"/>
                <a:gd name="connsiteX129" fmla="*/ 1067923 w 6091008"/>
                <a:gd name="connsiteY129" fmla="*/ 587403 h 6858000"/>
                <a:gd name="connsiteX130" fmla="*/ 1051509 w 6091008"/>
                <a:gd name="connsiteY130" fmla="*/ 598902 h 6858000"/>
                <a:gd name="connsiteX131" fmla="*/ 1035673 w 6091008"/>
                <a:gd name="connsiteY131" fmla="*/ 611145 h 6858000"/>
                <a:gd name="connsiteX132" fmla="*/ 1003878 w 6091008"/>
                <a:gd name="connsiteY132" fmla="*/ 635598 h 6858000"/>
                <a:gd name="connsiteX133" fmla="*/ 877673 w 6091008"/>
                <a:gd name="connsiteY133" fmla="*/ 735582 h 6858000"/>
                <a:gd name="connsiteX134" fmla="*/ 417533 w 6091008"/>
                <a:gd name="connsiteY134" fmla="*/ 1198720 h 6858000"/>
                <a:gd name="connsiteX135" fmla="*/ 54935 w 6091008"/>
                <a:gd name="connsiteY135" fmla="*/ 1756293 h 6858000"/>
                <a:gd name="connsiteX136" fmla="*/ 17844 w 6091008"/>
                <a:gd name="connsiteY136" fmla="*/ 1831433 h 6858000"/>
                <a:gd name="connsiteX137" fmla="*/ 0 w 6091008"/>
                <a:gd name="connsiteY137" fmla="*/ 1869131 h 6858000"/>
                <a:gd name="connsiteX138" fmla="*/ 0 w 6091008"/>
                <a:gd name="connsiteY138" fmla="*/ 1198550 h 6858000"/>
                <a:gd name="connsiteX139" fmla="*/ 185957 w 6091008"/>
                <a:gd name="connsiteY139" fmla="*/ 961506 h 6858000"/>
                <a:gd name="connsiteX140" fmla="*/ 689746 w 6091008"/>
                <a:gd name="connsiteY140" fmla="*/ 447064 h 6858000"/>
                <a:gd name="connsiteX141" fmla="*/ 827126 w 6091008"/>
                <a:gd name="connsiteY141" fmla="*/ 333881 h 6858000"/>
                <a:gd name="connsiteX142" fmla="*/ 968997 w 6091008"/>
                <a:gd name="connsiteY142" fmla="*/ 228085 h 6858000"/>
                <a:gd name="connsiteX143" fmla="*/ 1004883 w 6091008"/>
                <a:gd name="connsiteY143" fmla="*/ 202373 h 6858000"/>
                <a:gd name="connsiteX144" fmla="*/ 1022826 w 6091008"/>
                <a:gd name="connsiteY144" fmla="*/ 189517 h 6858000"/>
                <a:gd name="connsiteX145" fmla="*/ 1041187 w 6091008"/>
                <a:gd name="connsiteY145" fmla="*/ 177509 h 6858000"/>
                <a:gd name="connsiteX146" fmla="*/ 1114760 w 6091008"/>
                <a:gd name="connsiteY146" fmla="*/ 129512 h 6858000"/>
                <a:gd name="connsiteX147" fmla="*/ 1188498 w 6091008"/>
                <a:gd name="connsiteY147" fmla="*/ 81854 h 6858000"/>
                <a:gd name="connsiteX148" fmla="*/ 1263461 w 6091008"/>
                <a:gd name="connsiteY148" fmla="*/ 3688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Lst>
              <a:rect l="l" t="t" r="r" b="b"/>
              <a:pathLst>
                <a:path w="6091008" h="6858000">
                  <a:moveTo>
                    <a:pt x="0" y="5476844"/>
                  </a:moveTo>
                  <a:lnTo>
                    <a:pt x="15220" y="5501668"/>
                  </a:lnTo>
                  <a:cubicBezTo>
                    <a:pt x="69097" y="5585141"/>
                    <a:pt x="130925" y="5654403"/>
                    <a:pt x="198940" y="5717964"/>
                  </a:cubicBezTo>
                  <a:lnTo>
                    <a:pt x="251499" y="5763842"/>
                  </a:lnTo>
                  <a:lnTo>
                    <a:pt x="308460" y="5806337"/>
                  </a:lnTo>
                  <a:cubicBezTo>
                    <a:pt x="326685" y="5820934"/>
                    <a:pt x="348384" y="5833667"/>
                    <a:pt x="368305" y="5847248"/>
                  </a:cubicBezTo>
                  <a:cubicBezTo>
                    <a:pt x="388782" y="5860683"/>
                    <a:pt x="408424" y="5874336"/>
                    <a:pt x="430451" y="5887305"/>
                  </a:cubicBezTo>
                  <a:cubicBezTo>
                    <a:pt x="601703" y="5991186"/>
                    <a:pt x="792871" y="6091279"/>
                    <a:pt x="975811" y="6205653"/>
                  </a:cubicBezTo>
                  <a:cubicBezTo>
                    <a:pt x="1159565" y="6318920"/>
                    <a:pt x="1337666" y="6443625"/>
                    <a:pt x="1510250" y="6575390"/>
                  </a:cubicBezTo>
                  <a:cubicBezTo>
                    <a:pt x="1658997" y="6690317"/>
                    <a:pt x="1824862" y="6774210"/>
                    <a:pt x="2002437" y="6825029"/>
                  </a:cubicBezTo>
                  <a:cubicBezTo>
                    <a:pt x="2046812" y="6837803"/>
                    <a:pt x="2091936" y="6848385"/>
                    <a:pt x="2137670" y="6856874"/>
                  </a:cubicBezTo>
                  <a:lnTo>
                    <a:pt x="2145778" y="6858000"/>
                  </a:lnTo>
                  <a:lnTo>
                    <a:pt x="1098858" y="6858000"/>
                  </a:lnTo>
                  <a:lnTo>
                    <a:pt x="1004166" y="6786858"/>
                  </a:lnTo>
                  <a:cubicBezTo>
                    <a:pt x="920997" y="6725805"/>
                    <a:pt x="837118" y="6666016"/>
                    <a:pt x="751974" y="6608169"/>
                  </a:cubicBezTo>
                  <a:lnTo>
                    <a:pt x="623305" y="6522172"/>
                  </a:lnTo>
                  <a:lnTo>
                    <a:pt x="492346" y="6437477"/>
                  </a:lnTo>
                  <a:lnTo>
                    <a:pt x="358536" y="6352312"/>
                  </a:lnTo>
                  <a:lnTo>
                    <a:pt x="290710" y="6308820"/>
                  </a:lnTo>
                  <a:lnTo>
                    <a:pt x="221792" y="6263122"/>
                  </a:lnTo>
                  <a:cubicBezTo>
                    <a:pt x="198889" y="6248595"/>
                    <a:pt x="175526" y="6231442"/>
                    <a:pt x="152460" y="6215106"/>
                  </a:cubicBezTo>
                  <a:cubicBezTo>
                    <a:pt x="129301" y="6198154"/>
                    <a:pt x="105988" y="6183223"/>
                    <a:pt x="83055" y="6163978"/>
                  </a:cubicBezTo>
                  <a:lnTo>
                    <a:pt x="14161" y="6109014"/>
                  </a:lnTo>
                  <a:lnTo>
                    <a:pt x="0" y="6096195"/>
                  </a:lnTo>
                  <a:close/>
                  <a:moveTo>
                    <a:pt x="3707444" y="0"/>
                  </a:moveTo>
                  <a:lnTo>
                    <a:pt x="4265528" y="0"/>
                  </a:lnTo>
                  <a:lnTo>
                    <a:pt x="4291472" y="15596"/>
                  </a:lnTo>
                  <a:cubicBezTo>
                    <a:pt x="4339292" y="47637"/>
                    <a:pt x="4385917" y="82210"/>
                    <a:pt x="4431124" y="119052"/>
                  </a:cubicBezTo>
                  <a:cubicBezTo>
                    <a:pt x="4612085" y="266897"/>
                    <a:pt x="4766658" y="451392"/>
                    <a:pt x="4899570" y="643769"/>
                  </a:cubicBezTo>
                  <a:cubicBezTo>
                    <a:pt x="5032421" y="836866"/>
                    <a:pt x="5144168" y="1037706"/>
                    <a:pt x="5247925" y="1232134"/>
                  </a:cubicBezTo>
                  <a:cubicBezTo>
                    <a:pt x="5299886" y="1329516"/>
                    <a:pt x="5349860" y="1425631"/>
                    <a:pt x="5401234" y="1518442"/>
                  </a:cubicBezTo>
                  <a:lnTo>
                    <a:pt x="5480921" y="1662114"/>
                  </a:lnTo>
                  <a:cubicBezTo>
                    <a:pt x="5508162" y="1711659"/>
                    <a:pt x="5535098" y="1761858"/>
                    <a:pt x="5561804" y="1812436"/>
                  </a:cubicBezTo>
                  <a:cubicBezTo>
                    <a:pt x="5668394" y="2015131"/>
                    <a:pt x="5769309" y="2228374"/>
                    <a:pt x="5855037" y="2457716"/>
                  </a:cubicBezTo>
                  <a:cubicBezTo>
                    <a:pt x="5940757" y="2686612"/>
                    <a:pt x="6011031" y="2932566"/>
                    <a:pt x="6052254" y="3193699"/>
                  </a:cubicBezTo>
                  <a:cubicBezTo>
                    <a:pt x="6093625" y="3454283"/>
                    <a:pt x="6103924" y="3730828"/>
                    <a:pt x="6073151" y="4004612"/>
                  </a:cubicBezTo>
                  <a:lnTo>
                    <a:pt x="6067309" y="4055890"/>
                  </a:lnTo>
                  <a:cubicBezTo>
                    <a:pt x="6065066" y="4072953"/>
                    <a:pt x="6062462" y="4089919"/>
                    <a:pt x="6059979" y="4106917"/>
                  </a:cubicBezTo>
                  <a:lnTo>
                    <a:pt x="6052371" y="4158016"/>
                  </a:lnTo>
                  <a:cubicBezTo>
                    <a:pt x="6049766" y="4174982"/>
                    <a:pt x="6046401" y="4191890"/>
                    <a:pt x="6043434" y="4208759"/>
                  </a:cubicBezTo>
                  <a:cubicBezTo>
                    <a:pt x="6037102" y="4242536"/>
                    <a:pt x="6031011" y="4276380"/>
                    <a:pt x="6023229" y="4309769"/>
                  </a:cubicBezTo>
                  <a:cubicBezTo>
                    <a:pt x="6015690" y="4343223"/>
                    <a:pt x="6008874" y="4376870"/>
                    <a:pt x="5999922" y="4409799"/>
                  </a:cubicBezTo>
                  <a:lnTo>
                    <a:pt x="5987157" y="4459369"/>
                  </a:lnTo>
                  <a:cubicBezTo>
                    <a:pt x="5982945" y="4476053"/>
                    <a:pt x="5978687" y="4492427"/>
                    <a:pt x="5973731" y="4508027"/>
                  </a:cubicBezTo>
                  <a:lnTo>
                    <a:pt x="5944653" y="4602538"/>
                  </a:lnTo>
                  <a:lnTo>
                    <a:pt x="5915334" y="4696982"/>
                  </a:lnTo>
                  <a:cubicBezTo>
                    <a:pt x="5905346" y="4728457"/>
                    <a:pt x="5892944" y="4759283"/>
                    <a:pt x="5881786" y="4790295"/>
                  </a:cubicBezTo>
                  <a:cubicBezTo>
                    <a:pt x="5791737" y="5038923"/>
                    <a:pt x="5677271" y="5280123"/>
                    <a:pt x="5539609" y="5504511"/>
                  </a:cubicBezTo>
                  <a:lnTo>
                    <a:pt x="5432400" y="5669348"/>
                  </a:lnTo>
                  <a:cubicBezTo>
                    <a:pt x="5423763" y="5683225"/>
                    <a:pt x="5413823" y="5696165"/>
                    <a:pt x="5404330" y="5709372"/>
                  </a:cubicBezTo>
                  <a:lnTo>
                    <a:pt x="5375525" y="5748757"/>
                  </a:lnTo>
                  <a:lnTo>
                    <a:pt x="5317831" y="5827355"/>
                  </a:lnTo>
                  <a:cubicBezTo>
                    <a:pt x="5308217" y="5840529"/>
                    <a:pt x="5298639" y="5853567"/>
                    <a:pt x="5288208" y="5865932"/>
                  </a:cubicBezTo>
                  <a:cubicBezTo>
                    <a:pt x="5283153" y="5872232"/>
                    <a:pt x="5278509" y="5878936"/>
                    <a:pt x="5273251" y="5885035"/>
                  </a:cubicBezTo>
                  <a:cubicBezTo>
                    <a:pt x="5267908" y="5890963"/>
                    <a:pt x="5262120" y="5896624"/>
                    <a:pt x="5256656" y="5902520"/>
                  </a:cubicBezTo>
                  <a:lnTo>
                    <a:pt x="5189858" y="5971616"/>
                  </a:lnTo>
                  <a:cubicBezTo>
                    <a:pt x="5178681" y="5982899"/>
                    <a:pt x="5167959" y="5994892"/>
                    <a:pt x="5156287" y="6005600"/>
                  </a:cubicBezTo>
                  <a:lnTo>
                    <a:pt x="5121598" y="6037962"/>
                  </a:lnTo>
                  <a:lnTo>
                    <a:pt x="5051798" y="6101838"/>
                  </a:lnTo>
                  <a:cubicBezTo>
                    <a:pt x="4864110" y="6268956"/>
                    <a:pt x="4663874" y="6407541"/>
                    <a:pt x="4463594" y="6532280"/>
                  </a:cubicBezTo>
                  <a:cubicBezTo>
                    <a:pt x="4438472" y="6547774"/>
                    <a:pt x="4413434" y="6563439"/>
                    <a:pt x="4388637" y="6579169"/>
                  </a:cubicBezTo>
                  <a:lnTo>
                    <a:pt x="4312856" y="6623337"/>
                  </a:lnTo>
                  <a:lnTo>
                    <a:pt x="4237558" y="6667632"/>
                  </a:lnTo>
                  <a:cubicBezTo>
                    <a:pt x="4212548" y="6682715"/>
                    <a:pt x="4186842" y="6695553"/>
                    <a:pt x="4161774" y="6709883"/>
                  </a:cubicBezTo>
                  <a:cubicBezTo>
                    <a:pt x="4111167" y="6737392"/>
                    <a:pt x="4061123" y="6766670"/>
                    <a:pt x="4010448" y="6792981"/>
                  </a:cubicBezTo>
                  <a:cubicBezTo>
                    <a:pt x="3985322" y="6806562"/>
                    <a:pt x="3960037" y="6820248"/>
                    <a:pt x="3935163" y="6834338"/>
                  </a:cubicBezTo>
                  <a:lnTo>
                    <a:pt x="3892887" y="6858000"/>
                  </a:lnTo>
                  <a:lnTo>
                    <a:pt x="2743942" y="6858000"/>
                  </a:lnTo>
                  <a:lnTo>
                    <a:pt x="2852577" y="6838910"/>
                  </a:lnTo>
                  <a:cubicBezTo>
                    <a:pt x="2949686" y="6818527"/>
                    <a:pt x="3046805" y="6791706"/>
                    <a:pt x="3143255" y="6759775"/>
                  </a:cubicBezTo>
                  <a:cubicBezTo>
                    <a:pt x="3239807" y="6727945"/>
                    <a:pt x="3335416" y="6689975"/>
                    <a:pt x="3430899" y="6650056"/>
                  </a:cubicBezTo>
                  <a:cubicBezTo>
                    <a:pt x="3526299" y="6609969"/>
                    <a:pt x="3621242" y="6565786"/>
                    <a:pt x="3713289" y="6514054"/>
                  </a:cubicBezTo>
                  <a:cubicBezTo>
                    <a:pt x="3805137" y="6460650"/>
                    <a:pt x="3895762" y="6401178"/>
                    <a:pt x="3981228" y="6334878"/>
                  </a:cubicBezTo>
                  <a:cubicBezTo>
                    <a:pt x="4024934" y="6303166"/>
                    <a:pt x="4066572" y="6268544"/>
                    <a:pt x="4107885" y="6233689"/>
                  </a:cubicBezTo>
                  <a:cubicBezTo>
                    <a:pt x="4128602" y="6216277"/>
                    <a:pt x="4149365" y="6199173"/>
                    <a:pt x="4169795" y="6181389"/>
                  </a:cubicBezTo>
                  <a:cubicBezTo>
                    <a:pt x="4189729" y="6163032"/>
                    <a:pt x="4209542" y="6144643"/>
                    <a:pt x="4229189" y="6125914"/>
                  </a:cubicBezTo>
                  <a:cubicBezTo>
                    <a:pt x="4387326" y="5978255"/>
                    <a:pt x="4528049" y="5812977"/>
                    <a:pt x="4652064" y="5641457"/>
                  </a:cubicBezTo>
                  <a:lnTo>
                    <a:pt x="4697555" y="5576516"/>
                  </a:lnTo>
                  <a:lnTo>
                    <a:pt x="4720492" y="5544537"/>
                  </a:lnTo>
                  <a:cubicBezTo>
                    <a:pt x="4728246" y="5533956"/>
                    <a:pt x="4734819" y="5522469"/>
                    <a:pt x="4741922" y="5511420"/>
                  </a:cubicBezTo>
                  <a:lnTo>
                    <a:pt x="4784179" y="5445022"/>
                  </a:lnTo>
                  <a:cubicBezTo>
                    <a:pt x="4787730" y="5439497"/>
                    <a:pt x="4791161" y="5433940"/>
                    <a:pt x="4794796" y="5428584"/>
                  </a:cubicBezTo>
                  <a:cubicBezTo>
                    <a:pt x="4798637" y="5423432"/>
                    <a:pt x="4803091" y="5418884"/>
                    <a:pt x="4807173" y="5413795"/>
                  </a:cubicBezTo>
                  <a:cubicBezTo>
                    <a:pt x="4815384" y="5403926"/>
                    <a:pt x="4822656" y="5393214"/>
                    <a:pt x="4830010" y="5382674"/>
                  </a:cubicBezTo>
                  <a:lnTo>
                    <a:pt x="4874298" y="5319323"/>
                  </a:lnTo>
                  <a:lnTo>
                    <a:pt x="4896484" y="5287734"/>
                  </a:lnTo>
                  <a:cubicBezTo>
                    <a:pt x="4903839" y="5277191"/>
                    <a:pt x="4911520" y="5266885"/>
                    <a:pt x="4918019" y="5255673"/>
                  </a:cubicBezTo>
                  <a:lnTo>
                    <a:pt x="4999238" y="5124058"/>
                  </a:lnTo>
                  <a:cubicBezTo>
                    <a:pt x="5102559" y="4945225"/>
                    <a:pt x="5185787" y="4753943"/>
                    <a:pt x="5251271" y="4554965"/>
                  </a:cubicBezTo>
                  <a:cubicBezTo>
                    <a:pt x="5259371" y="4530051"/>
                    <a:pt x="5268846" y="4505799"/>
                    <a:pt x="5276136" y="4480521"/>
                  </a:cubicBezTo>
                  <a:lnTo>
                    <a:pt x="5297442" y="4404389"/>
                  </a:lnTo>
                  <a:lnTo>
                    <a:pt x="5318953" y="4328458"/>
                  </a:lnTo>
                  <a:cubicBezTo>
                    <a:pt x="5322895" y="4315679"/>
                    <a:pt x="5325929" y="4303390"/>
                    <a:pt x="5328684" y="4291175"/>
                  </a:cubicBezTo>
                  <a:lnTo>
                    <a:pt x="5337470" y="4254522"/>
                  </a:lnTo>
                  <a:cubicBezTo>
                    <a:pt x="5343899" y="4230045"/>
                    <a:pt x="5348129" y="4205565"/>
                    <a:pt x="5353277" y="4181038"/>
                  </a:cubicBezTo>
                  <a:cubicBezTo>
                    <a:pt x="5358786" y="4156608"/>
                    <a:pt x="5362533" y="4132000"/>
                    <a:pt x="5366762" y="4107520"/>
                  </a:cubicBezTo>
                  <a:cubicBezTo>
                    <a:pt x="5368877" y="4095280"/>
                    <a:pt x="5371390" y="4083000"/>
                    <a:pt x="5373105" y="4070802"/>
                  </a:cubicBezTo>
                  <a:lnTo>
                    <a:pt x="5378288" y="4034066"/>
                  </a:lnTo>
                  <a:lnTo>
                    <a:pt x="5383471" y="3997331"/>
                  </a:lnTo>
                  <a:lnTo>
                    <a:pt x="5387373" y="3960547"/>
                  </a:lnTo>
                  <a:cubicBezTo>
                    <a:pt x="5408513" y="3764258"/>
                    <a:pt x="5404752" y="3567184"/>
                    <a:pt x="5375699" y="3369810"/>
                  </a:cubicBezTo>
                  <a:cubicBezTo>
                    <a:pt x="5347044" y="3172396"/>
                    <a:pt x="5293473" y="2975222"/>
                    <a:pt x="5225695" y="2777923"/>
                  </a:cubicBezTo>
                  <a:cubicBezTo>
                    <a:pt x="5157675" y="2580560"/>
                    <a:pt x="5075729" y="2382997"/>
                    <a:pt x="4989893" y="2181595"/>
                  </a:cubicBezTo>
                  <a:lnTo>
                    <a:pt x="4856777" y="1872581"/>
                  </a:lnTo>
                  <a:cubicBezTo>
                    <a:pt x="4811108" y="1763784"/>
                    <a:pt x="4768691" y="1655416"/>
                    <a:pt x="4729367" y="1547581"/>
                  </a:cubicBezTo>
                  <a:cubicBezTo>
                    <a:pt x="4650320" y="1331954"/>
                    <a:pt x="4585048" y="1118545"/>
                    <a:pt x="4510575" y="917244"/>
                  </a:cubicBezTo>
                  <a:cubicBezTo>
                    <a:pt x="4473339" y="816594"/>
                    <a:pt x="4433491" y="718925"/>
                    <a:pt x="4387446" y="626512"/>
                  </a:cubicBezTo>
                  <a:cubicBezTo>
                    <a:pt x="4341559" y="533993"/>
                    <a:pt x="4289352" y="446701"/>
                    <a:pt x="4227716" y="368510"/>
                  </a:cubicBezTo>
                  <a:cubicBezTo>
                    <a:pt x="4166554" y="290006"/>
                    <a:pt x="4096194" y="220222"/>
                    <a:pt x="4017774" y="161674"/>
                  </a:cubicBezTo>
                  <a:cubicBezTo>
                    <a:pt x="3939391" y="102989"/>
                    <a:pt x="3853034" y="55709"/>
                    <a:pt x="3761542" y="19860"/>
                  </a:cubicBezTo>
                  <a:lnTo>
                    <a:pt x="3727185" y="6533"/>
                  </a:lnTo>
                  <a:close/>
                  <a:moveTo>
                    <a:pt x="1325680" y="0"/>
                  </a:moveTo>
                  <a:lnTo>
                    <a:pt x="2347354" y="0"/>
                  </a:lnTo>
                  <a:lnTo>
                    <a:pt x="2262734" y="20581"/>
                  </a:lnTo>
                  <a:cubicBezTo>
                    <a:pt x="2164073" y="49233"/>
                    <a:pt x="2066423" y="82020"/>
                    <a:pt x="1969830" y="118108"/>
                  </a:cubicBezTo>
                  <a:cubicBezTo>
                    <a:pt x="1945675" y="127092"/>
                    <a:pt x="1921391" y="135598"/>
                    <a:pt x="1897367" y="145059"/>
                  </a:cubicBezTo>
                  <a:cubicBezTo>
                    <a:pt x="1873522" y="155302"/>
                    <a:pt x="1849679" y="165546"/>
                    <a:pt x="1825860" y="175210"/>
                  </a:cubicBezTo>
                  <a:lnTo>
                    <a:pt x="1754258" y="204746"/>
                  </a:lnTo>
                  <a:lnTo>
                    <a:pt x="1683442" y="237143"/>
                  </a:lnTo>
                  <a:cubicBezTo>
                    <a:pt x="1659851" y="247896"/>
                    <a:pt x="1636127" y="258172"/>
                    <a:pt x="1612330" y="268724"/>
                  </a:cubicBezTo>
                  <a:lnTo>
                    <a:pt x="1542244" y="303229"/>
                  </a:lnTo>
                  <a:lnTo>
                    <a:pt x="1471990" y="337395"/>
                  </a:lnTo>
                  <a:cubicBezTo>
                    <a:pt x="1448660" y="349103"/>
                    <a:pt x="1425927" y="362441"/>
                    <a:pt x="1402813" y="374794"/>
                  </a:cubicBezTo>
                  <a:lnTo>
                    <a:pt x="1333886" y="412702"/>
                  </a:lnTo>
                  <a:cubicBezTo>
                    <a:pt x="1310940" y="425394"/>
                    <a:pt x="1288842" y="440228"/>
                    <a:pt x="1266278" y="453907"/>
                  </a:cubicBezTo>
                  <a:lnTo>
                    <a:pt x="1199136" y="496266"/>
                  </a:lnTo>
                  <a:lnTo>
                    <a:pt x="1182302" y="506917"/>
                  </a:lnTo>
                  <a:lnTo>
                    <a:pt x="1166009" y="518449"/>
                  </a:lnTo>
                  <a:lnTo>
                    <a:pt x="1133302" y="541479"/>
                  </a:lnTo>
                  <a:lnTo>
                    <a:pt x="1067923" y="587403"/>
                  </a:lnTo>
                  <a:lnTo>
                    <a:pt x="1051509" y="598902"/>
                  </a:lnTo>
                  <a:lnTo>
                    <a:pt x="1035673" y="611145"/>
                  </a:lnTo>
                  <a:lnTo>
                    <a:pt x="1003878" y="635598"/>
                  </a:lnTo>
                  <a:cubicBezTo>
                    <a:pt x="961473" y="668248"/>
                    <a:pt x="918407" y="699983"/>
                    <a:pt x="877673" y="735582"/>
                  </a:cubicBezTo>
                  <a:cubicBezTo>
                    <a:pt x="711850" y="872792"/>
                    <a:pt x="555901" y="1026776"/>
                    <a:pt x="417533" y="1198720"/>
                  </a:cubicBezTo>
                  <a:cubicBezTo>
                    <a:pt x="278999" y="1370325"/>
                    <a:pt x="156917" y="1557820"/>
                    <a:pt x="54935" y="1756293"/>
                  </a:cubicBezTo>
                  <a:lnTo>
                    <a:pt x="17844" y="1831433"/>
                  </a:lnTo>
                  <a:lnTo>
                    <a:pt x="0" y="1869131"/>
                  </a:lnTo>
                  <a:lnTo>
                    <a:pt x="0" y="1198550"/>
                  </a:lnTo>
                  <a:lnTo>
                    <a:pt x="185957" y="961506"/>
                  </a:lnTo>
                  <a:cubicBezTo>
                    <a:pt x="342426" y="776600"/>
                    <a:pt x="509755" y="602849"/>
                    <a:pt x="689746" y="447064"/>
                  </a:cubicBezTo>
                  <a:cubicBezTo>
                    <a:pt x="733932" y="406795"/>
                    <a:pt x="780859" y="370795"/>
                    <a:pt x="827126" y="333881"/>
                  </a:cubicBezTo>
                  <a:cubicBezTo>
                    <a:pt x="872886" y="295949"/>
                    <a:pt x="921195" y="262526"/>
                    <a:pt x="968997" y="228085"/>
                  </a:cubicBezTo>
                  <a:lnTo>
                    <a:pt x="1004883" y="202373"/>
                  </a:lnTo>
                  <a:lnTo>
                    <a:pt x="1022826" y="189517"/>
                  </a:lnTo>
                  <a:lnTo>
                    <a:pt x="1041187" y="177509"/>
                  </a:lnTo>
                  <a:lnTo>
                    <a:pt x="1114760" y="129512"/>
                  </a:lnTo>
                  <a:cubicBezTo>
                    <a:pt x="1139435" y="113750"/>
                    <a:pt x="1163439" y="96630"/>
                    <a:pt x="1188498" y="81854"/>
                  </a:cubicBezTo>
                  <a:lnTo>
                    <a:pt x="1263461" y="36880"/>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D01D44A9-1D51-461B-A228-06F6C500B0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9"/>
              <a:ext cx="6055600" cy="6858000"/>
            </a:xfrm>
            <a:custGeom>
              <a:avLst/>
              <a:gdLst>
                <a:gd name="connsiteX0" fmla="*/ 0 w 6055600"/>
                <a:gd name="connsiteY0" fmla="*/ 5960220 h 6858000"/>
                <a:gd name="connsiteX1" fmla="*/ 36039 w 6055600"/>
                <a:gd name="connsiteY1" fmla="*/ 6002605 h 6858000"/>
                <a:gd name="connsiteX2" fmla="*/ 92950 w 6055600"/>
                <a:gd name="connsiteY2" fmla="*/ 6059050 h 6858000"/>
                <a:gd name="connsiteX3" fmla="*/ 153706 w 6055600"/>
                <a:gd name="connsiteY3" fmla="*/ 6111427 h 6858000"/>
                <a:gd name="connsiteX4" fmla="*/ 216806 w 6055600"/>
                <a:gd name="connsiteY4" fmla="*/ 6161603 h 6858000"/>
                <a:gd name="connsiteX5" fmla="*/ 281945 w 6055600"/>
                <a:gd name="connsiteY5" fmla="*/ 6209777 h 6858000"/>
                <a:gd name="connsiteX6" fmla="*/ 553337 w 6055600"/>
                <a:gd name="connsiteY6" fmla="*/ 6391500 h 6858000"/>
                <a:gd name="connsiteX7" fmla="*/ 690543 w 6055600"/>
                <a:gd name="connsiteY7" fmla="*/ 6481634 h 6858000"/>
                <a:gd name="connsiteX8" fmla="*/ 827127 w 6055600"/>
                <a:gd name="connsiteY8" fmla="*/ 6573159 h 6858000"/>
                <a:gd name="connsiteX9" fmla="*/ 1095915 w 6055600"/>
                <a:gd name="connsiteY9" fmla="*/ 6762202 h 6858000"/>
                <a:gd name="connsiteX10" fmla="*/ 1224853 w 6055600"/>
                <a:gd name="connsiteY10" fmla="*/ 6858000 h 6858000"/>
                <a:gd name="connsiteX11" fmla="*/ 1154072 w 6055600"/>
                <a:gd name="connsiteY11" fmla="*/ 6858000 h 6858000"/>
                <a:gd name="connsiteX12" fmla="*/ 1073489 w 6055600"/>
                <a:gd name="connsiteY12" fmla="*/ 6799140 h 6858000"/>
                <a:gd name="connsiteX13" fmla="*/ 800175 w 6055600"/>
                <a:gd name="connsiteY13" fmla="*/ 6620441 h 6858000"/>
                <a:gd name="connsiteX14" fmla="*/ 231518 w 6055600"/>
                <a:gd name="connsiteY14" fmla="*/ 6299323 h 6858000"/>
                <a:gd name="connsiteX15" fmla="*/ 160401 w 6055600"/>
                <a:gd name="connsiteY15" fmla="*/ 6256627 h 6858000"/>
                <a:gd name="connsiteX16" fmla="*/ 89697 w 6055600"/>
                <a:gd name="connsiteY16" fmla="*/ 6211916 h 6858000"/>
                <a:gd name="connsiteX17" fmla="*/ 20148 w 6055600"/>
                <a:gd name="connsiteY17" fmla="*/ 6163835 h 6858000"/>
                <a:gd name="connsiteX18" fmla="*/ 0 w 6055600"/>
                <a:gd name="connsiteY18" fmla="*/ 6147796 h 6858000"/>
                <a:gd name="connsiteX19" fmla="*/ 3748345 w 6055600"/>
                <a:gd name="connsiteY19" fmla="*/ 0 h 6858000"/>
                <a:gd name="connsiteX20" fmla="*/ 4277792 w 6055600"/>
                <a:gd name="connsiteY20" fmla="*/ 0 h 6858000"/>
                <a:gd name="connsiteX21" fmla="*/ 4339531 w 6055600"/>
                <a:gd name="connsiteY21" fmla="*/ 40262 h 6858000"/>
                <a:gd name="connsiteX22" fmla="*/ 4476306 w 6055600"/>
                <a:gd name="connsiteY22" fmla="*/ 153922 h 6858000"/>
                <a:gd name="connsiteX23" fmla="*/ 4713639 w 6055600"/>
                <a:gd name="connsiteY23" fmla="*/ 422076 h 6858000"/>
                <a:gd name="connsiteX24" fmla="*/ 4906991 w 6055600"/>
                <a:gd name="connsiteY24" fmla="*/ 723463 h 6858000"/>
                <a:gd name="connsiteX25" fmla="*/ 5070511 w 6055600"/>
                <a:gd name="connsiteY25" fmla="*/ 1037524 h 6858000"/>
                <a:gd name="connsiteX26" fmla="*/ 5219493 w 6055600"/>
                <a:gd name="connsiteY26" fmla="*/ 1352079 h 6858000"/>
                <a:gd name="connsiteX27" fmla="*/ 5367779 w 6055600"/>
                <a:gd name="connsiteY27" fmla="*/ 1658945 h 6858000"/>
                <a:gd name="connsiteX28" fmla="*/ 5446095 w 6055600"/>
                <a:gd name="connsiteY28" fmla="*/ 1811301 h 6858000"/>
                <a:gd name="connsiteX29" fmla="*/ 5525115 w 6055600"/>
                <a:gd name="connsiteY29" fmla="*/ 1967103 h 6858000"/>
                <a:gd name="connsiteX30" fmla="*/ 5816642 w 6055600"/>
                <a:gd name="connsiteY30" fmla="*/ 2618837 h 6858000"/>
                <a:gd name="connsiteX31" fmla="*/ 6015787 w 6055600"/>
                <a:gd name="connsiteY31" fmla="*/ 3339957 h 6858000"/>
                <a:gd name="connsiteX32" fmla="*/ 6054206 w 6055600"/>
                <a:gd name="connsiteY32" fmla="*/ 3727239 h 6858000"/>
                <a:gd name="connsiteX33" fmla="*/ 6039811 w 6055600"/>
                <a:gd name="connsiteY33" fmla="*/ 4122735 h 6858000"/>
                <a:gd name="connsiteX34" fmla="*/ 5971601 w 6055600"/>
                <a:gd name="connsiteY34" fmla="*/ 4514288 h 6858000"/>
                <a:gd name="connsiteX35" fmla="*/ 5946751 w 6055600"/>
                <a:gd name="connsiteY35" fmla="*/ 4609838 h 6858000"/>
                <a:gd name="connsiteX36" fmla="*/ 5919986 w 6055600"/>
                <a:gd name="connsiteY36" fmla="*/ 4703178 h 6858000"/>
                <a:gd name="connsiteX37" fmla="*/ 5890731 w 6055600"/>
                <a:gd name="connsiteY37" fmla="*/ 4795992 h 6858000"/>
                <a:gd name="connsiteX38" fmla="*/ 5859058 w 6055600"/>
                <a:gd name="connsiteY38" fmla="*/ 4888015 h 6858000"/>
                <a:gd name="connsiteX39" fmla="*/ 5525053 w 6055600"/>
                <a:gd name="connsiteY39" fmla="*/ 5588449 h 6858000"/>
                <a:gd name="connsiteX40" fmla="*/ 5058962 w 6055600"/>
                <a:gd name="connsiteY40" fmla="*/ 6189929 h 6858000"/>
                <a:gd name="connsiteX41" fmla="*/ 4787706 w 6055600"/>
                <a:gd name="connsiteY41" fmla="*/ 6442985 h 6858000"/>
                <a:gd name="connsiteX42" fmla="*/ 4498686 w 6055600"/>
                <a:gd name="connsiteY42" fmla="*/ 6663678 h 6858000"/>
                <a:gd name="connsiteX43" fmla="*/ 4197167 w 6055600"/>
                <a:gd name="connsiteY43" fmla="*/ 6854053 h 6858000"/>
                <a:gd name="connsiteX44" fmla="*/ 4189720 w 6055600"/>
                <a:gd name="connsiteY44" fmla="*/ 6858000 h 6858000"/>
                <a:gd name="connsiteX45" fmla="*/ 3651929 w 6055600"/>
                <a:gd name="connsiteY45" fmla="*/ 6858000 h 6858000"/>
                <a:gd name="connsiteX46" fmla="*/ 3789040 w 6055600"/>
                <a:gd name="connsiteY46" fmla="*/ 6778034 h 6858000"/>
                <a:gd name="connsiteX47" fmla="*/ 4335568 w 6055600"/>
                <a:gd name="connsiteY47" fmla="*/ 6382709 h 6858000"/>
                <a:gd name="connsiteX48" fmla="*/ 4586923 w 6055600"/>
                <a:gd name="connsiteY48" fmla="*/ 6158577 h 6858000"/>
                <a:gd name="connsiteX49" fmla="*/ 4819585 w 6055600"/>
                <a:gd name="connsiteY49" fmla="*/ 5915847 h 6858000"/>
                <a:gd name="connsiteX50" fmla="*/ 5214727 w 6055600"/>
                <a:gd name="connsiteY50" fmla="*/ 5371094 h 6858000"/>
                <a:gd name="connsiteX51" fmla="*/ 5495409 w 6055600"/>
                <a:gd name="connsiteY51" fmla="*/ 4752778 h 6858000"/>
                <a:gd name="connsiteX52" fmla="*/ 5522322 w 6055600"/>
                <a:gd name="connsiteY52" fmla="*/ 4671511 h 6858000"/>
                <a:gd name="connsiteX53" fmla="*/ 5547631 w 6055600"/>
                <a:gd name="connsiteY53" fmla="*/ 4589675 h 6858000"/>
                <a:gd name="connsiteX54" fmla="*/ 5570792 w 6055600"/>
                <a:gd name="connsiteY54" fmla="*/ 4506978 h 6858000"/>
                <a:gd name="connsiteX55" fmla="*/ 5591541 w 6055600"/>
                <a:gd name="connsiteY55" fmla="*/ 4425334 h 6858000"/>
                <a:gd name="connsiteX56" fmla="*/ 5649500 w 6055600"/>
                <a:gd name="connsiteY56" fmla="*/ 4097286 h 6858000"/>
                <a:gd name="connsiteX57" fmla="*/ 5637615 w 6055600"/>
                <a:gd name="connsiteY57" fmla="*/ 3437524 h 6858000"/>
                <a:gd name="connsiteX58" fmla="*/ 5475454 w 6055600"/>
                <a:gd name="connsiteY58" fmla="*/ 2791575 h 6858000"/>
                <a:gd name="connsiteX59" fmla="*/ 5217600 w 6055600"/>
                <a:gd name="connsiteY59" fmla="*/ 2164719 h 6858000"/>
                <a:gd name="connsiteX60" fmla="*/ 5144941 w 6055600"/>
                <a:gd name="connsiteY60" fmla="*/ 2009490 h 6858000"/>
                <a:gd name="connsiteX61" fmla="*/ 5070052 w 6055600"/>
                <a:gd name="connsiteY61" fmla="*/ 1851823 h 6858000"/>
                <a:gd name="connsiteX62" fmla="*/ 4926984 w 6055600"/>
                <a:gd name="connsiteY62" fmla="*/ 1529226 h 6858000"/>
                <a:gd name="connsiteX63" fmla="*/ 4790925 w 6055600"/>
                <a:gd name="connsiteY63" fmla="*/ 1209923 h 6858000"/>
                <a:gd name="connsiteX64" fmla="*/ 4650559 w 6055600"/>
                <a:gd name="connsiteY64" fmla="*/ 902490 h 6858000"/>
                <a:gd name="connsiteX65" fmla="*/ 4491930 w 6055600"/>
                <a:gd name="connsiteY65" fmla="*/ 616919 h 6858000"/>
                <a:gd name="connsiteX66" fmla="*/ 4302323 w 6055600"/>
                <a:gd name="connsiteY66" fmla="*/ 366083 h 6858000"/>
                <a:gd name="connsiteX67" fmla="*/ 4072203 w 6055600"/>
                <a:gd name="connsiteY67" fmla="*/ 164982 h 6858000"/>
                <a:gd name="connsiteX68" fmla="*/ 3803964 w 6055600"/>
                <a:gd name="connsiteY68" fmla="*/ 21052 h 6858000"/>
                <a:gd name="connsiteX69" fmla="*/ 3768314 w 6055600"/>
                <a:gd name="connsiteY69" fmla="*/ 6826 h 6858000"/>
                <a:gd name="connsiteX70" fmla="*/ 1589779 w 6055600"/>
                <a:gd name="connsiteY70" fmla="*/ 0 h 6858000"/>
                <a:gd name="connsiteX71" fmla="*/ 1918056 w 6055600"/>
                <a:gd name="connsiteY71" fmla="*/ 0 h 6858000"/>
                <a:gd name="connsiteX72" fmla="*/ 1764243 w 6055600"/>
                <a:gd name="connsiteY72" fmla="*/ 55145 h 6858000"/>
                <a:gd name="connsiteX73" fmla="*/ 1313330 w 6055600"/>
                <a:gd name="connsiteY73" fmla="*/ 274424 h 6858000"/>
                <a:gd name="connsiteX74" fmla="*/ 295673 w 6055600"/>
                <a:gd name="connsiteY74" fmla="*/ 1187630 h 6858000"/>
                <a:gd name="connsiteX75" fmla="*/ 96207 w 6055600"/>
                <a:gd name="connsiteY75" fmla="*/ 1474327 h 6858000"/>
                <a:gd name="connsiteX76" fmla="*/ 0 w 6055600"/>
                <a:gd name="connsiteY76" fmla="*/ 1641460 h 6858000"/>
                <a:gd name="connsiteX77" fmla="*/ 0 w 6055600"/>
                <a:gd name="connsiteY77" fmla="*/ 1224218 h 6858000"/>
                <a:gd name="connsiteX78" fmla="*/ 150937 w 6055600"/>
                <a:gd name="connsiteY78" fmla="*/ 1040975 h 6858000"/>
                <a:gd name="connsiteX79" fmla="*/ 1264907 w 6055600"/>
                <a:gd name="connsiteY79" fmla="*/ 158248 h 6858000"/>
                <a:gd name="connsiteX80" fmla="*/ 1575167 w 6055600"/>
                <a:gd name="connsiteY80" fmla="*/ 567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6055600" h="6858000">
                  <a:moveTo>
                    <a:pt x="0" y="5960220"/>
                  </a:moveTo>
                  <a:lnTo>
                    <a:pt x="36039" y="6002605"/>
                  </a:lnTo>
                  <a:cubicBezTo>
                    <a:pt x="54896" y="6021530"/>
                    <a:pt x="73635" y="6040425"/>
                    <a:pt x="92950" y="6059050"/>
                  </a:cubicBezTo>
                  <a:lnTo>
                    <a:pt x="153706" y="6111427"/>
                  </a:lnTo>
                  <a:cubicBezTo>
                    <a:pt x="173546" y="6129485"/>
                    <a:pt x="195722" y="6144912"/>
                    <a:pt x="216806" y="6161603"/>
                  </a:cubicBezTo>
                  <a:cubicBezTo>
                    <a:pt x="238229" y="6177961"/>
                    <a:pt x="259466" y="6194551"/>
                    <a:pt x="281945" y="6209777"/>
                  </a:cubicBezTo>
                  <a:cubicBezTo>
                    <a:pt x="369940" y="6272709"/>
                    <a:pt x="461791" y="6332004"/>
                    <a:pt x="553337" y="6391500"/>
                  </a:cubicBezTo>
                  <a:lnTo>
                    <a:pt x="690543" y="6481634"/>
                  </a:lnTo>
                  <a:lnTo>
                    <a:pt x="827127" y="6573159"/>
                  </a:lnTo>
                  <a:cubicBezTo>
                    <a:pt x="917674" y="6634511"/>
                    <a:pt x="1007156" y="6697737"/>
                    <a:pt x="1095915" y="6762202"/>
                  </a:cubicBezTo>
                  <a:lnTo>
                    <a:pt x="1224853" y="6858000"/>
                  </a:lnTo>
                  <a:lnTo>
                    <a:pt x="1154072" y="6858000"/>
                  </a:lnTo>
                  <a:lnTo>
                    <a:pt x="1073489" y="6799140"/>
                  </a:lnTo>
                  <a:cubicBezTo>
                    <a:pt x="983882" y="6736908"/>
                    <a:pt x="892851" y="6677125"/>
                    <a:pt x="800175" y="6620441"/>
                  </a:cubicBezTo>
                  <a:cubicBezTo>
                    <a:pt x="615108" y="6506015"/>
                    <a:pt x="422939" y="6407807"/>
                    <a:pt x="231518" y="6299323"/>
                  </a:cubicBezTo>
                  <a:cubicBezTo>
                    <a:pt x="207467" y="6286226"/>
                    <a:pt x="184098" y="6271045"/>
                    <a:pt x="160401" y="6256627"/>
                  </a:cubicBezTo>
                  <a:cubicBezTo>
                    <a:pt x="136809" y="6241811"/>
                    <a:pt x="112558" y="6228518"/>
                    <a:pt x="89697" y="6211916"/>
                  </a:cubicBezTo>
                  <a:lnTo>
                    <a:pt x="20148" y="6163835"/>
                  </a:lnTo>
                  <a:lnTo>
                    <a:pt x="0" y="6147796"/>
                  </a:lnTo>
                  <a:close/>
                  <a:moveTo>
                    <a:pt x="3748345" y="0"/>
                  </a:moveTo>
                  <a:lnTo>
                    <a:pt x="4277792" y="0"/>
                  </a:lnTo>
                  <a:lnTo>
                    <a:pt x="4339531" y="40262"/>
                  </a:lnTo>
                  <a:cubicBezTo>
                    <a:pt x="4386991" y="75346"/>
                    <a:pt x="4432680" y="113353"/>
                    <a:pt x="4476306" y="153922"/>
                  </a:cubicBezTo>
                  <a:cubicBezTo>
                    <a:pt x="4563779" y="234693"/>
                    <a:pt x="4642423" y="325982"/>
                    <a:pt x="4713639" y="422076"/>
                  </a:cubicBezTo>
                  <a:cubicBezTo>
                    <a:pt x="4784481" y="518635"/>
                    <a:pt x="4848552" y="619893"/>
                    <a:pt x="4906991" y="723463"/>
                  </a:cubicBezTo>
                  <a:cubicBezTo>
                    <a:pt x="4965582" y="826932"/>
                    <a:pt x="5019421" y="932243"/>
                    <a:pt x="5070511" y="1037524"/>
                  </a:cubicBezTo>
                  <a:cubicBezTo>
                    <a:pt x="5121871" y="1142738"/>
                    <a:pt x="5170833" y="1248016"/>
                    <a:pt x="5219493" y="1352079"/>
                  </a:cubicBezTo>
                  <a:cubicBezTo>
                    <a:pt x="5268459" y="1455943"/>
                    <a:pt x="5317204" y="1558756"/>
                    <a:pt x="5367779" y="1658945"/>
                  </a:cubicBezTo>
                  <a:lnTo>
                    <a:pt x="5446095" y="1811301"/>
                  </a:lnTo>
                  <a:cubicBezTo>
                    <a:pt x="5472584" y="1862992"/>
                    <a:pt x="5498885" y="1914915"/>
                    <a:pt x="5525115" y="1967103"/>
                  </a:cubicBezTo>
                  <a:cubicBezTo>
                    <a:pt x="5629428" y="2176256"/>
                    <a:pt x="5730254" y="2391411"/>
                    <a:pt x="5816642" y="2618837"/>
                  </a:cubicBezTo>
                  <a:cubicBezTo>
                    <a:pt x="5902562" y="2846137"/>
                    <a:pt x="5974641" y="3086291"/>
                    <a:pt x="6015787" y="3339957"/>
                  </a:cubicBezTo>
                  <a:cubicBezTo>
                    <a:pt x="6036373" y="3466512"/>
                    <a:pt x="6050262" y="3596084"/>
                    <a:pt x="6054206" y="3727239"/>
                  </a:cubicBezTo>
                  <a:cubicBezTo>
                    <a:pt x="6058266" y="3858425"/>
                    <a:pt x="6053460" y="3990915"/>
                    <a:pt x="6039811" y="4122735"/>
                  </a:cubicBezTo>
                  <a:cubicBezTo>
                    <a:pt x="6026397" y="4254618"/>
                    <a:pt x="6002552" y="4385688"/>
                    <a:pt x="5971601" y="4514288"/>
                  </a:cubicBezTo>
                  <a:cubicBezTo>
                    <a:pt x="5963342" y="4546050"/>
                    <a:pt x="5955885" y="4579019"/>
                    <a:pt x="5946751" y="4609838"/>
                  </a:cubicBezTo>
                  <a:lnTo>
                    <a:pt x="5919986" y="4703178"/>
                  </a:lnTo>
                  <a:lnTo>
                    <a:pt x="5890731" y="4795992"/>
                  </a:lnTo>
                  <a:cubicBezTo>
                    <a:pt x="5880825" y="4826888"/>
                    <a:pt x="5869667" y="4857307"/>
                    <a:pt x="5859058" y="4888015"/>
                  </a:cubicBezTo>
                  <a:cubicBezTo>
                    <a:pt x="5772112" y="5132558"/>
                    <a:pt x="5660551" y="5369373"/>
                    <a:pt x="5525053" y="5588449"/>
                  </a:cubicBezTo>
                  <a:cubicBezTo>
                    <a:pt x="5389674" y="5807557"/>
                    <a:pt x="5232835" y="6010440"/>
                    <a:pt x="5058962" y="6189929"/>
                  </a:cubicBezTo>
                  <a:cubicBezTo>
                    <a:pt x="4972125" y="6279771"/>
                    <a:pt x="4880998" y="6363650"/>
                    <a:pt x="4787706" y="6442985"/>
                  </a:cubicBezTo>
                  <a:cubicBezTo>
                    <a:pt x="4693655" y="6521410"/>
                    <a:pt x="4597439" y="6595290"/>
                    <a:pt x="4498686" y="6663678"/>
                  </a:cubicBezTo>
                  <a:cubicBezTo>
                    <a:pt x="4399893" y="6731984"/>
                    <a:pt x="4299240" y="6795191"/>
                    <a:pt x="4197167" y="6854053"/>
                  </a:cubicBezTo>
                  <a:lnTo>
                    <a:pt x="4189720" y="6858000"/>
                  </a:lnTo>
                  <a:lnTo>
                    <a:pt x="3651929" y="6858000"/>
                  </a:lnTo>
                  <a:lnTo>
                    <a:pt x="3789040" y="6778034"/>
                  </a:lnTo>
                  <a:cubicBezTo>
                    <a:pt x="3978462" y="6656931"/>
                    <a:pt x="4162446" y="6525734"/>
                    <a:pt x="4335568" y="6382709"/>
                  </a:cubicBezTo>
                  <a:cubicBezTo>
                    <a:pt x="4422084" y="6310901"/>
                    <a:pt x="4506335" y="6236787"/>
                    <a:pt x="4586923" y="6158577"/>
                  </a:cubicBezTo>
                  <a:cubicBezTo>
                    <a:pt x="4668153" y="6081248"/>
                    <a:pt x="4745649" y="6000086"/>
                    <a:pt x="4819585" y="5915847"/>
                  </a:cubicBezTo>
                  <a:cubicBezTo>
                    <a:pt x="4967573" y="5747401"/>
                    <a:pt x="5101426" y="5566247"/>
                    <a:pt x="5214727" y="5371094"/>
                  </a:cubicBezTo>
                  <a:cubicBezTo>
                    <a:pt x="5327795" y="5175879"/>
                    <a:pt x="5421090" y="4968427"/>
                    <a:pt x="5495409" y="4752778"/>
                  </a:cubicBezTo>
                  <a:cubicBezTo>
                    <a:pt x="5504291" y="4725712"/>
                    <a:pt x="5513872" y="4698834"/>
                    <a:pt x="5522322" y="4671511"/>
                  </a:cubicBezTo>
                  <a:lnTo>
                    <a:pt x="5547631" y="4589675"/>
                  </a:lnTo>
                  <a:lnTo>
                    <a:pt x="5570792" y="4506978"/>
                  </a:lnTo>
                  <a:cubicBezTo>
                    <a:pt x="5578845" y="4479265"/>
                    <a:pt x="5584485" y="4452605"/>
                    <a:pt x="5591541" y="4425334"/>
                  </a:cubicBezTo>
                  <a:cubicBezTo>
                    <a:pt x="5618002" y="4316765"/>
                    <a:pt x="5636850" y="4207148"/>
                    <a:pt x="5649500" y="4097286"/>
                  </a:cubicBezTo>
                  <a:cubicBezTo>
                    <a:pt x="5674602" y="3877368"/>
                    <a:pt x="5668749" y="3656091"/>
                    <a:pt x="5637615" y="3437524"/>
                  </a:cubicBezTo>
                  <a:cubicBezTo>
                    <a:pt x="5605861" y="3218934"/>
                    <a:pt x="5549060" y="3003118"/>
                    <a:pt x="5475454" y="2791575"/>
                  </a:cubicBezTo>
                  <a:cubicBezTo>
                    <a:pt x="5402070" y="2579668"/>
                    <a:pt x="5313111" y="2371656"/>
                    <a:pt x="5217600" y="2164719"/>
                  </a:cubicBezTo>
                  <a:cubicBezTo>
                    <a:pt x="5193627" y="2112994"/>
                    <a:pt x="5169419" y="2061207"/>
                    <a:pt x="5144941" y="2009490"/>
                  </a:cubicBezTo>
                  <a:lnTo>
                    <a:pt x="5070052" y="1851823"/>
                  </a:lnTo>
                  <a:cubicBezTo>
                    <a:pt x="5020031" y="1744421"/>
                    <a:pt x="4972748" y="1636620"/>
                    <a:pt x="4926984" y="1529226"/>
                  </a:cubicBezTo>
                  <a:lnTo>
                    <a:pt x="4790925" y="1209923"/>
                  </a:lnTo>
                  <a:cubicBezTo>
                    <a:pt x="4745458" y="1105158"/>
                    <a:pt x="4699567" y="1001976"/>
                    <a:pt x="4650559" y="902490"/>
                  </a:cubicBezTo>
                  <a:cubicBezTo>
                    <a:pt x="4601243" y="803205"/>
                    <a:pt x="4549606" y="706978"/>
                    <a:pt x="4491930" y="616919"/>
                  </a:cubicBezTo>
                  <a:cubicBezTo>
                    <a:pt x="4434712" y="526559"/>
                    <a:pt x="4372370" y="441762"/>
                    <a:pt x="4302323" y="366083"/>
                  </a:cubicBezTo>
                  <a:cubicBezTo>
                    <a:pt x="4232428" y="290304"/>
                    <a:pt x="4155542" y="222846"/>
                    <a:pt x="4072203" y="164982"/>
                  </a:cubicBezTo>
                  <a:cubicBezTo>
                    <a:pt x="3988864" y="107118"/>
                    <a:pt x="3898693" y="59316"/>
                    <a:pt x="3803964" y="21052"/>
                  </a:cubicBezTo>
                  <a:lnTo>
                    <a:pt x="3768314" y="6826"/>
                  </a:lnTo>
                  <a:close/>
                  <a:moveTo>
                    <a:pt x="1589779" y="0"/>
                  </a:moveTo>
                  <a:lnTo>
                    <a:pt x="1918056" y="0"/>
                  </a:lnTo>
                  <a:lnTo>
                    <a:pt x="1764243" y="55145"/>
                  </a:lnTo>
                  <a:cubicBezTo>
                    <a:pt x="1609764" y="115414"/>
                    <a:pt x="1458840" y="188978"/>
                    <a:pt x="1313330" y="274424"/>
                  </a:cubicBezTo>
                  <a:cubicBezTo>
                    <a:pt x="924625" y="501532"/>
                    <a:pt x="576885" y="817476"/>
                    <a:pt x="295673" y="1187630"/>
                  </a:cubicBezTo>
                  <a:cubicBezTo>
                    <a:pt x="225216" y="1280162"/>
                    <a:pt x="158640" y="1375858"/>
                    <a:pt x="96207" y="1474327"/>
                  </a:cubicBezTo>
                  <a:lnTo>
                    <a:pt x="0" y="1641460"/>
                  </a:lnTo>
                  <a:lnTo>
                    <a:pt x="0" y="1224218"/>
                  </a:lnTo>
                  <a:lnTo>
                    <a:pt x="150937" y="1040975"/>
                  </a:lnTo>
                  <a:cubicBezTo>
                    <a:pt x="478530" y="677729"/>
                    <a:pt x="858178" y="381092"/>
                    <a:pt x="1264907" y="158248"/>
                  </a:cubicBezTo>
                  <a:cubicBezTo>
                    <a:pt x="1366631" y="102619"/>
                    <a:pt x="1470177" y="51760"/>
                    <a:pt x="1575167" y="567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209" descr="Logo&#10;&#10;Description automatically generated with low confidence">
            <a:extLst>
              <a:ext uri="{FF2B5EF4-FFF2-40B4-BE49-F238E27FC236}">
                <a16:creationId xmlns:a16="http://schemas.microsoft.com/office/drawing/2014/main" id="{9A0AD9DF-351F-4488-14AC-54937C751154}"/>
              </a:ext>
            </a:extLst>
          </p:cNvPr>
          <p:cNvPicPr>
            <a:picLocks noChangeAspect="1"/>
          </p:cNvPicPr>
          <p:nvPr/>
        </p:nvPicPr>
        <p:blipFill rotWithShape="1">
          <a:blip r:embed="rId2"/>
          <a:srcRect l="36523"/>
          <a:stretch/>
        </p:blipFill>
        <p:spPr>
          <a:xfrm rot="21600000">
            <a:off x="674437" y="2286599"/>
            <a:ext cx="3785616" cy="2613985"/>
          </a:xfrm>
          <a:prstGeom prst="rect">
            <a:avLst/>
          </a:prstGeom>
        </p:spPr>
      </p:pic>
      <p:sp>
        <p:nvSpPr>
          <p:cNvPr id="2" name="Content Placeholder 1"/>
          <p:cNvSpPr>
            <a:spLocks noGrp="1"/>
          </p:cNvSpPr>
          <p:nvPr>
            <p:ph idx="1"/>
          </p:nvPr>
        </p:nvSpPr>
        <p:spPr>
          <a:xfrm>
            <a:off x="6621072" y="2421683"/>
            <a:ext cx="4765949" cy="3353476"/>
          </a:xfrm>
        </p:spPr>
        <p:txBody>
          <a:bodyPr vert="horz" lIns="91440" tIns="45720" rIns="91440" bIns="45720" rtlCol="0" anchor="t">
            <a:normAutofit fontScale="92500" lnSpcReduction="20000"/>
          </a:bodyPr>
          <a:lstStyle/>
          <a:p>
            <a:pPr defTabSz="914400" fontAlgn="auto">
              <a:buFont typeface="Arial" panose="020B0604020202020204" pitchFamily="34" charset="0"/>
              <a:buChar char="•"/>
            </a:pPr>
            <a:endParaRPr lang="en-US" altLang="en-US" sz="2400" dirty="0">
              <a:solidFill>
                <a:schemeClr val="tx2"/>
              </a:solidFill>
              <a:latin typeface="Arial" panose="020B0604020202020204" pitchFamily="34" charset="0"/>
              <a:cs typeface="Arial" panose="020B0604020202020204" pitchFamily="34" charset="0"/>
            </a:endParaRPr>
          </a:p>
          <a:p>
            <a:pPr marL="0" indent="0" defTabSz="914400" fontAlgn="auto">
              <a:lnSpc>
                <a:spcPct val="100000"/>
              </a:lnSpc>
              <a:spcBef>
                <a:spcPts val="600"/>
              </a:spcBef>
              <a:buFont typeface="Arial" panose="020B0604020202020204" pitchFamily="34" charset="0"/>
              <a:buChar char="•"/>
            </a:pPr>
            <a:r>
              <a:rPr lang="en-US" sz="2400" spc="-40" dirty="0">
                <a:solidFill>
                  <a:schemeClr val="tx2"/>
                </a:solidFill>
                <a:latin typeface="Arial" panose="020B0604020202020204" pitchFamily="34" charset="0"/>
                <a:cs typeface="Arial" panose="020B0604020202020204" pitchFamily="34" charset="0"/>
                <a:sym typeface="+mn-ea"/>
              </a:rPr>
              <a:t>  Domain Object Modelin</a:t>
            </a:r>
            <a:r>
              <a:rPr lang="en-US" sz="2400" spc="-30" dirty="0">
                <a:solidFill>
                  <a:schemeClr val="tx2"/>
                </a:solidFill>
                <a:latin typeface="Arial" panose="020B0604020202020204" pitchFamily="34" charset="0"/>
                <a:cs typeface="Arial" panose="020B0604020202020204" pitchFamily="34" charset="0"/>
                <a:sym typeface="+mn-ea"/>
              </a:rPr>
              <a:t>g</a:t>
            </a:r>
            <a:endParaRPr lang="en-US" altLang="en-US" sz="2400" dirty="0">
              <a:solidFill>
                <a:schemeClr val="tx2"/>
              </a:solidFill>
              <a:latin typeface="Arial" panose="020B0604020202020204" pitchFamily="34" charset="0"/>
              <a:cs typeface="Arial" panose="020B0604020202020204" pitchFamily="34" charset="0"/>
            </a:endParaRPr>
          </a:p>
          <a:p>
            <a:pPr marL="0" indent="0" defTabSz="914400" fontAlgn="auto">
              <a:lnSpc>
                <a:spcPct val="100000"/>
              </a:lnSpc>
              <a:spcBef>
                <a:spcPts val="600"/>
              </a:spcBef>
              <a:buFont typeface="Arial" panose="020B0604020202020204" pitchFamily="34" charset="0"/>
              <a:buChar char="•"/>
            </a:pPr>
            <a:r>
              <a:rPr lang="en-US" sz="2400" spc="-50" dirty="0">
                <a:solidFill>
                  <a:schemeClr val="tx2"/>
                </a:solidFill>
                <a:latin typeface="Arial" panose="020B0604020202020204" pitchFamily="34" charset="0"/>
                <a:cs typeface="Arial" panose="020B0604020202020204" pitchFamily="34" charset="0"/>
                <a:sym typeface="+mn-ea"/>
              </a:rPr>
              <a:t>  Developing by Featur</a:t>
            </a:r>
            <a:r>
              <a:rPr lang="en-US" sz="2400" spc="-10" dirty="0">
                <a:solidFill>
                  <a:schemeClr val="tx2"/>
                </a:solidFill>
                <a:latin typeface="Arial" panose="020B0604020202020204" pitchFamily="34" charset="0"/>
                <a:cs typeface="Arial" panose="020B0604020202020204" pitchFamily="34" charset="0"/>
                <a:sym typeface="+mn-ea"/>
              </a:rPr>
              <a:t>e</a:t>
            </a:r>
            <a:r>
              <a:rPr lang="en-US" sz="2400" dirty="0">
                <a:solidFill>
                  <a:schemeClr val="tx2"/>
                </a:solidFill>
                <a:latin typeface="Arial" panose="020B0604020202020204" pitchFamily="34" charset="0"/>
                <a:cs typeface="Arial" panose="020B0604020202020204" pitchFamily="34" charset="0"/>
                <a:sym typeface="+mn-ea"/>
              </a:rPr>
              <a:t>                 </a:t>
            </a:r>
          </a:p>
          <a:p>
            <a:pPr marL="0" indent="0" defTabSz="914400" fontAlgn="auto">
              <a:lnSpc>
                <a:spcPct val="100000"/>
              </a:lnSpc>
              <a:spcBef>
                <a:spcPts val="600"/>
              </a:spcBef>
              <a:buFont typeface="Arial" panose="020B0604020202020204" pitchFamily="34" charset="0"/>
              <a:buChar char="•"/>
            </a:pPr>
            <a:r>
              <a:rPr lang="en-US" sz="2400" spc="-70" dirty="0">
                <a:solidFill>
                  <a:schemeClr val="tx2"/>
                </a:solidFill>
                <a:latin typeface="Arial" panose="020B0604020202020204" pitchFamily="34" charset="0"/>
                <a:cs typeface="Arial" panose="020B0604020202020204" pitchFamily="34" charset="0"/>
                <a:sym typeface="+mn-ea"/>
              </a:rPr>
              <a:t>  Individual Class/Code Ownershi</a:t>
            </a:r>
            <a:r>
              <a:rPr lang="en-US" sz="2400" spc="-40" dirty="0">
                <a:solidFill>
                  <a:schemeClr val="tx2"/>
                </a:solidFill>
                <a:latin typeface="Arial" panose="020B0604020202020204" pitchFamily="34" charset="0"/>
                <a:cs typeface="Arial" panose="020B0604020202020204" pitchFamily="34" charset="0"/>
                <a:sym typeface="+mn-ea"/>
              </a:rPr>
              <a:t>p</a:t>
            </a:r>
          </a:p>
          <a:p>
            <a:pPr marL="0" indent="0" defTabSz="914400" fontAlgn="auto">
              <a:lnSpc>
                <a:spcPct val="100000"/>
              </a:lnSpc>
              <a:spcBef>
                <a:spcPts val="600"/>
              </a:spcBef>
              <a:buFont typeface="Arial" panose="020B0604020202020204" pitchFamily="34" charset="0"/>
              <a:buChar char="•"/>
            </a:pPr>
            <a:r>
              <a:rPr lang="en-US" sz="2400" spc="-130" dirty="0">
                <a:solidFill>
                  <a:schemeClr val="tx2"/>
                </a:solidFill>
                <a:latin typeface="Arial" panose="020B0604020202020204" pitchFamily="34" charset="0"/>
                <a:cs typeface="Arial" panose="020B0604020202020204" pitchFamily="34" charset="0"/>
                <a:sym typeface="+mn-ea"/>
              </a:rPr>
              <a:t>  Feature Team</a:t>
            </a:r>
            <a:r>
              <a:rPr lang="en-US" sz="2400" spc="-10" dirty="0">
                <a:solidFill>
                  <a:schemeClr val="tx2"/>
                </a:solidFill>
                <a:latin typeface="Arial" panose="020B0604020202020204" pitchFamily="34" charset="0"/>
                <a:cs typeface="Arial" panose="020B0604020202020204" pitchFamily="34" charset="0"/>
                <a:sym typeface="+mn-ea"/>
              </a:rPr>
              <a:t>s</a:t>
            </a:r>
          </a:p>
          <a:p>
            <a:pPr marL="0" indent="0" defTabSz="914400" fontAlgn="auto">
              <a:lnSpc>
                <a:spcPct val="100000"/>
              </a:lnSpc>
              <a:spcBef>
                <a:spcPts val="600"/>
              </a:spcBef>
              <a:buFont typeface="Arial" panose="020B0604020202020204" pitchFamily="34" charset="0"/>
              <a:buChar char="•"/>
            </a:pPr>
            <a:r>
              <a:rPr lang="en-US" sz="2400" spc="-90" dirty="0">
                <a:solidFill>
                  <a:schemeClr val="tx2"/>
                </a:solidFill>
                <a:latin typeface="Arial" panose="020B0604020202020204" pitchFamily="34" charset="0"/>
                <a:cs typeface="Arial" panose="020B0604020202020204" pitchFamily="34" charset="0"/>
                <a:sym typeface="+mn-ea"/>
              </a:rPr>
              <a:t>  Inspections</a:t>
            </a:r>
            <a:endParaRPr lang="en-US" altLang="en-US" sz="2400" dirty="0">
              <a:solidFill>
                <a:schemeClr val="tx2"/>
              </a:solidFill>
              <a:latin typeface="Arial" panose="020B0604020202020204" pitchFamily="34" charset="0"/>
              <a:cs typeface="Arial" panose="020B0604020202020204" pitchFamily="34" charset="0"/>
            </a:endParaRPr>
          </a:p>
          <a:p>
            <a:pPr marL="0" indent="0" defTabSz="914400" fontAlgn="auto">
              <a:lnSpc>
                <a:spcPct val="100000"/>
              </a:lnSpc>
              <a:spcBef>
                <a:spcPts val="600"/>
              </a:spcBef>
              <a:buFont typeface="Arial" panose="020B0604020202020204" pitchFamily="34" charset="0"/>
              <a:buChar char="•"/>
            </a:pPr>
            <a:r>
              <a:rPr lang="en-US" sz="2400" spc="-60" dirty="0">
                <a:solidFill>
                  <a:schemeClr val="tx2"/>
                </a:solidFill>
                <a:latin typeface="Arial" panose="020B0604020202020204" pitchFamily="34" charset="0"/>
                <a:cs typeface="Arial" panose="020B0604020202020204" pitchFamily="34" charset="0"/>
                <a:sym typeface="+mn-ea"/>
              </a:rPr>
              <a:t>  Regular Build</a:t>
            </a:r>
            <a:r>
              <a:rPr lang="en-US" sz="2400" spc="-50" dirty="0">
                <a:solidFill>
                  <a:schemeClr val="tx2"/>
                </a:solidFill>
                <a:latin typeface="Arial" panose="020B0604020202020204" pitchFamily="34" charset="0"/>
                <a:cs typeface="Arial" panose="020B0604020202020204" pitchFamily="34" charset="0"/>
                <a:sym typeface="+mn-ea"/>
              </a:rPr>
              <a:t>s</a:t>
            </a:r>
            <a:endParaRPr lang="en-US" altLang="en-US" sz="2400" dirty="0">
              <a:solidFill>
                <a:schemeClr val="tx2"/>
              </a:solidFill>
              <a:latin typeface="Arial" panose="020B0604020202020204" pitchFamily="34" charset="0"/>
              <a:cs typeface="Arial" panose="020B0604020202020204" pitchFamily="34" charset="0"/>
            </a:endParaRPr>
          </a:p>
          <a:p>
            <a:pPr marL="0" indent="0" defTabSz="914400" fontAlgn="auto">
              <a:lnSpc>
                <a:spcPct val="100000"/>
              </a:lnSpc>
              <a:spcBef>
                <a:spcPts val="600"/>
              </a:spcBef>
              <a:buFont typeface="Arial" panose="020B0604020202020204" pitchFamily="34" charset="0"/>
              <a:buChar char="•"/>
            </a:pPr>
            <a:r>
              <a:rPr lang="en-US" sz="2400" spc="-80" dirty="0">
                <a:solidFill>
                  <a:schemeClr val="tx2"/>
                </a:solidFill>
                <a:latin typeface="Arial" panose="020B0604020202020204" pitchFamily="34" charset="0"/>
                <a:cs typeface="Arial" panose="020B0604020202020204" pitchFamily="34" charset="0"/>
                <a:sym typeface="+mn-ea"/>
              </a:rPr>
              <a:t>  Configuration Management</a:t>
            </a:r>
            <a:r>
              <a:rPr lang="en-US" sz="2400" dirty="0">
                <a:solidFill>
                  <a:schemeClr val="tx2"/>
                </a:solidFill>
                <a:latin typeface="Arial" panose="020B0604020202020204" pitchFamily="34" charset="0"/>
                <a:cs typeface="Arial" panose="020B0604020202020204" pitchFamily="34" charset="0"/>
                <a:sym typeface="+mn-ea"/>
              </a:rPr>
              <a:t>         </a:t>
            </a:r>
          </a:p>
          <a:p>
            <a:pPr marL="0" indent="0" defTabSz="914400" fontAlgn="auto">
              <a:lnSpc>
                <a:spcPct val="100000"/>
              </a:lnSpc>
              <a:spcBef>
                <a:spcPts val="600"/>
              </a:spcBef>
              <a:buFont typeface="Arial" panose="020B0604020202020204" pitchFamily="34" charset="0"/>
              <a:buChar char="•"/>
            </a:pPr>
            <a:r>
              <a:rPr lang="en-US" sz="2400" spc="-70" dirty="0">
                <a:solidFill>
                  <a:schemeClr val="tx2"/>
                </a:solidFill>
                <a:latin typeface="Arial" panose="020B0604020202020204" pitchFamily="34" charset="0"/>
                <a:cs typeface="Arial" panose="020B0604020202020204" pitchFamily="34" charset="0"/>
                <a:sym typeface="+mn-ea"/>
              </a:rPr>
              <a:t>  Reporting / Visibility of Resu</a:t>
            </a:r>
            <a:r>
              <a:rPr lang="en-US" sz="2400" spc="-60" dirty="0">
                <a:solidFill>
                  <a:schemeClr val="tx2"/>
                </a:solidFill>
                <a:latin typeface="Arial" panose="020B0604020202020204" pitchFamily="34" charset="0"/>
                <a:cs typeface="Arial" panose="020B0604020202020204" pitchFamily="34" charset="0"/>
                <a:sym typeface="+mn-ea"/>
              </a:rPr>
              <a:t>l</a:t>
            </a:r>
            <a:r>
              <a:rPr lang="en-US" sz="2400" dirty="0">
                <a:solidFill>
                  <a:schemeClr val="tx2"/>
                </a:solidFill>
                <a:latin typeface="Arial" panose="020B0604020202020204" pitchFamily="34" charset="0"/>
                <a:cs typeface="Arial" panose="020B0604020202020204" pitchFamily="34" charset="0"/>
                <a:sym typeface="+mn-ea"/>
              </a:rPr>
              <a:t>ts</a:t>
            </a:r>
          </a:p>
        </p:txBody>
      </p:sp>
      <p:sp>
        <p:nvSpPr>
          <p:cNvPr id="3" name="Slide Number Placeholder 2"/>
          <p:cNvSpPr>
            <a:spLocks noGrp="1"/>
          </p:cNvSpPr>
          <p:nvPr>
            <p:ph type="sldNum" sz="quarter" idx="12"/>
          </p:nvPr>
        </p:nvSpPr>
        <p:spPr>
          <a:xfrm>
            <a:off x="8610600" y="6356350"/>
            <a:ext cx="2743200" cy="365125"/>
          </a:xfrm>
        </p:spPr>
        <p:txBody>
          <a:bodyPr vert="horz" lIns="91440" tIns="45720" rIns="91440" bIns="45720" rtlCol="0" anchor="ctr">
            <a:normAutofit/>
          </a:bodyPr>
          <a:lstStyle/>
          <a:p>
            <a:pPr defTabSz="914400">
              <a:spcAft>
                <a:spcPts val="600"/>
              </a:spcAft>
            </a:pPr>
            <a:fld id="{4267CD5E-26CF-4249-8540-BB1D07FD4227}" type="slidenum">
              <a:rPr lang="en-US" smtClean="0">
                <a:solidFill>
                  <a:schemeClr val="tx1">
                    <a:tint val="75000"/>
                  </a:schemeClr>
                </a:solidFill>
                <a:latin typeface="+mn-lt"/>
              </a:rPr>
              <a:pPr defTabSz="914400">
                <a:spcAft>
                  <a:spcPts val="600"/>
                </a:spcAft>
              </a:pPr>
              <a:t>41</a:t>
            </a:fld>
            <a:endParaRPr lang="en-US">
              <a:solidFill>
                <a:schemeClr val="tx1">
                  <a:tint val="75000"/>
                </a:schemeClr>
              </a:solidFill>
              <a:latin typeface="+mn-lt"/>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dirty="0">
                <a:solidFill>
                  <a:srgbClr val="000000">
                    <a:alpha val="100000"/>
                  </a:srgbClr>
                </a:solidFill>
                <a:latin typeface="Arial" panose="020B0604020202090204"/>
                <a:ea typeface="Arial" panose="020B0604020202090204"/>
                <a:cs typeface="Arial" panose="020B0604020202090204"/>
                <a:sym typeface="+mn-ea"/>
              </a:rPr>
              <a:t>Domain</a:t>
            </a:r>
            <a:r>
              <a:rPr spc="47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object</a:t>
            </a:r>
            <a:r>
              <a:rPr spc="46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modeling</a:t>
            </a:r>
            <a:endParaRPr lang="en-US"/>
          </a:p>
        </p:txBody>
      </p:sp>
      <p:sp>
        <p:nvSpPr>
          <p:cNvPr id="2" name="Content Placeholder 1"/>
          <p:cNvSpPr>
            <a:spLocks noGrp="1"/>
          </p:cNvSpPr>
          <p:nvPr>
            <p:ph idx="1"/>
          </p:nvPr>
        </p:nvSpPr>
        <p:spPr>
          <a:xfrm>
            <a:off x="646430" y="1099820"/>
            <a:ext cx="11038840" cy="3879215"/>
          </a:xfrm>
        </p:spPr>
        <p:txBody>
          <a:bodyPr>
            <a:noAutofit/>
          </a:bodyPr>
          <a:lstStyle/>
          <a:p>
            <a:pPr indent="0" algn="l" rtl="0" eaLnBrk="0" fontAlgn="auto">
              <a:lnSpc>
                <a:spcPct val="150000"/>
              </a:lnSpc>
            </a:pPr>
            <a:r>
              <a:rPr lang="en-US" sz="2000" spc="-50" dirty="0">
                <a:solidFill>
                  <a:srgbClr val="000000">
                    <a:alpha val="100000"/>
                  </a:srgbClr>
                </a:solidFill>
                <a:latin typeface="Arial" panose="020B0604020202090204"/>
                <a:ea typeface="Arial" panose="020B0604020202090204"/>
                <a:cs typeface="Arial" panose="020B0604020202090204"/>
                <a:sym typeface="+mn-ea"/>
              </a:rPr>
              <a:t>  </a:t>
            </a:r>
            <a:r>
              <a:rPr sz="2000" spc="-50" dirty="0">
                <a:solidFill>
                  <a:srgbClr val="000000">
                    <a:alpha val="100000"/>
                  </a:srgbClr>
                </a:solidFill>
                <a:latin typeface="Arial" panose="020B0604020202090204"/>
                <a:ea typeface="Arial" panose="020B0604020202090204"/>
                <a:cs typeface="Arial" panose="020B0604020202090204"/>
                <a:sym typeface="+mn-ea"/>
              </a:rPr>
              <a:t>Construct class diagrams for </a:t>
            </a:r>
            <a:r>
              <a:rPr sz="2000" b="1" i="1" spc="-50" dirty="0">
                <a:solidFill>
                  <a:srgbClr val="000000">
                    <a:alpha val="100000"/>
                  </a:srgbClr>
                </a:solidFill>
                <a:latin typeface="Arial" panose="020B0604020202090204"/>
                <a:ea typeface="Arial" panose="020B0604020202090204"/>
                <a:cs typeface="Arial" panose="020B0604020202090204"/>
                <a:sym typeface="+mn-ea"/>
              </a:rPr>
              <a:t>all</a:t>
            </a:r>
            <a:r>
              <a:rPr sz="2000" spc="-50" dirty="0">
                <a:solidFill>
                  <a:srgbClr val="000000">
                    <a:alpha val="100000"/>
                  </a:srgbClr>
                </a:solidFill>
                <a:latin typeface="Arial" panose="020B0604020202090204"/>
                <a:ea typeface="Arial" panose="020B0604020202090204"/>
                <a:cs typeface="Arial" panose="020B0604020202090204"/>
                <a:sym typeface="+mn-ea"/>
              </a:rPr>
              <a:t> significant object t</a:t>
            </a:r>
            <a:r>
              <a:rPr sz="2000" dirty="0">
                <a:solidFill>
                  <a:srgbClr val="000000">
                    <a:alpha val="100000"/>
                  </a:srgbClr>
                </a:solidFill>
                <a:latin typeface="Arial" panose="020B0604020202090204"/>
                <a:ea typeface="Arial" panose="020B0604020202090204"/>
                <a:cs typeface="Arial" panose="020B0604020202090204"/>
                <a:sym typeface="+mn-ea"/>
              </a:rPr>
              <a:t>ypes            </a:t>
            </a:r>
          </a:p>
          <a:p>
            <a:pPr lvl="1" indent="0" algn="l" rtl="0" eaLnBrk="0" fontAlgn="auto">
              <a:lnSpc>
                <a:spcPct val="150000"/>
              </a:lnSpc>
            </a:pPr>
            <a:r>
              <a:rPr sz="2000" spc="-60" dirty="0">
                <a:solidFill>
                  <a:srgbClr val="000000">
                    <a:alpha val="100000"/>
                  </a:srgbClr>
                </a:solidFill>
                <a:latin typeface="Arial" panose="020B0604020202090204"/>
                <a:ea typeface="Arial" panose="020B0604020202090204"/>
                <a:cs typeface="Arial" panose="020B0604020202090204"/>
                <a:sym typeface="+mn-ea"/>
              </a:rPr>
              <a:t>  Define the class names and description, but not all det</a:t>
            </a:r>
            <a:r>
              <a:rPr sz="2000" spc="-50" dirty="0">
                <a:solidFill>
                  <a:srgbClr val="000000">
                    <a:alpha val="100000"/>
                  </a:srgbClr>
                </a:solidFill>
                <a:latin typeface="Arial" panose="020B0604020202090204"/>
                <a:ea typeface="Arial" panose="020B0604020202090204"/>
                <a:cs typeface="Arial" panose="020B0604020202090204"/>
                <a:sym typeface="+mn-ea"/>
              </a:rPr>
              <a:t>a</a:t>
            </a:r>
            <a:r>
              <a:rPr sz="2000" dirty="0">
                <a:solidFill>
                  <a:srgbClr val="000000">
                    <a:alpha val="100000"/>
                  </a:srgbClr>
                </a:solidFill>
                <a:latin typeface="Arial" panose="020B0604020202090204"/>
                <a:ea typeface="Arial" panose="020B0604020202090204"/>
                <a:cs typeface="Arial" panose="020B0604020202090204"/>
                <a:sym typeface="+mn-ea"/>
              </a:rPr>
              <a:t>ils</a:t>
            </a:r>
          </a:p>
          <a:p>
            <a:pPr indent="0" algn="l" rtl="0" eaLnBrk="0" fontAlgn="auto">
              <a:lnSpc>
                <a:spcPct val="150000"/>
              </a:lnSpc>
            </a:pPr>
            <a:r>
              <a:rPr sz="2000" spc="-70" dirty="0">
                <a:solidFill>
                  <a:srgbClr val="000000">
                    <a:alpha val="100000"/>
                  </a:srgbClr>
                </a:solidFill>
                <a:latin typeface="Arial" panose="020B0604020202090204"/>
                <a:ea typeface="Arial" panose="020B0604020202090204"/>
                <a:cs typeface="Arial" panose="020B0604020202090204"/>
                <a:sym typeface="+mn-ea"/>
              </a:rPr>
              <a:t>  Supplement with UML sequence diagrams showing int</a:t>
            </a:r>
            <a:r>
              <a:rPr sz="2000" spc="-60" dirty="0">
                <a:solidFill>
                  <a:srgbClr val="000000">
                    <a:alpha val="100000"/>
                  </a:srgbClr>
                </a:solidFill>
                <a:latin typeface="Arial" panose="020B0604020202090204"/>
                <a:ea typeface="Arial" panose="020B0604020202090204"/>
                <a:cs typeface="Arial" panose="020B0604020202090204"/>
                <a:sym typeface="+mn-ea"/>
              </a:rPr>
              <a:t>e</a:t>
            </a:r>
            <a:r>
              <a:rPr sz="2000" dirty="0">
                <a:solidFill>
                  <a:srgbClr val="000000">
                    <a:alpha val="100000"/>
                  </a:srgbClr>
                </a:solidFill>
                <a:latin typeface="Arial" panose="020B0604020202090204"/>
                <a:ea typeface="Arial" panose="020B0604020202090204"/>
                <a:cs typeface="Arial" panose="020B0604020202090204"/>
                <a:sym typeface="+mn-ea"/>
              </a:rPr>
              <a:t>ractions </a:t>
            </a:r>
            <a:r>
              <a:rPr sz="2000" spc="-40" dirty="0">
                <a:solidFill>
                  <a:srgbClr val="000000">
                    <a:alpha val="100000"/>
                  </a:srgbClr>
                </a:solidFill>
                <a:latin typeface="Arial" panose="020B0604020202090204"/>
                <a:ea typeface="Arial" panose="020B0604020202090204"/>
                <a:cs typeface="Arial" panose="020B0604020202090204"/>
                <a:sym typeface="+mn-ea"/>
              </a:rPr>
              <a:t>between object</a:t>
            </a:r>
            <a:r>
              <a:rPr sz="2000" spc="-20" dirty="0">
                <a:solidFill>
                  <a:srgbClr val="000000">
                    <a:alpha val="100000"/>
                  </a:srgbClr>
                </a:solidFill>
                <a:latin typeface="Arial" panose="020B0604020202090204"/>
                <a:ea typeface="Arial" panose="020B0604020202090204"/>
                <a:cs typeface="Arial" panose="020B0604020202090204"/>
                <a:sym typeface="+mn-ea"/>
              </a:rPr>
              <a:t>s</a:t>
            </a:r>
          </a:p>
          <a:p>
            <a:pPr indent="0" algn="l" rtl="0" eaLnBrk="0" fontAlgn="auto">
              <a:lnSpc>
                <a:spcPct val="150000"/>
              </a:lnSpc>
            </a:pPr>
            <a:r>
              <a:rPr sz="2000" spc="-20" dirty="0">
                <a:solidFill>
                  <a:srgbClr val="000000">
                    <a:alpha val="100000"/>
                  </a:srgbClr>
                </a:solidFill>
                <a:latin typeface="Arial" panose="020B0604020202090204"/>
                <a:ea typeface="Arial" panose="020B0604020202090204"/>
                <a:cs typeface="Arial" panose="020B0604020202090204"/>
                <a:sym typeface="+mn-ea"/>
              </a:rPr>
              <a:t>  </a:t>
            </a:r>
            <a:r>
              <a:rPr sz="2000" spc="-40" dirty="0">
                <a:solidFill>
                  <a:srgbClr val="000000">
                    <a:alpha val="100000"/>
                  </a:srgbClr>
                </a:solidFill>
                <a:latin typeface="Arial" panose="020B0604020202090204"/>
                <a:ea typeface="Arial" panose="020B0604020202090204"/>
                <a:cs typeface="Arial" panose="020B0604020202090204"/>
                <a:sym typeface="+mn-ea"/>
              </a:rPr>
              <a:t>Coad developed modeling in color during Singapore project </a:t>
            </a:r>
            <a:r>
              <a:rPr sz="2000" dirty="0">
                <a:solidFill>
                  <a:srgbClr val="000000">
                    <a:alpha val="100000"/>
                  </a:srgbClr>
                </a:solidFill>
                <a:latin typeface="Arial" panose="020B0604020202090204"/>
                <a:ea typeface="Arial" panose="020B0604020202090204"/>
                <a:cs typeface="Arial" panose="020B0604020202090204"/>
                <a:sym typeface="+mn-ea"/>
              </a:rPr>
              <a:t>to </a:t>
            </a:r>
            <a:r>
              <a:rPr sz="2000" spc="-80" dirty="0">
                <a:solidFill>
                  <a:srgbClr val="000000">
                    <a:alpha val="100000"/>
                  </a:srgbClr>
                </a:solidFill>
                <a:latin typeface="Arial" panose="020B0604020202090204"/>
                <a:ea typeface="Arial" panose="020B0604020202090204"/>
                <a:cs typeface="Arial" panose="020B0604020202090204"/>
                <a:sym typeface="+mn-ea"/>
              </a:rPr>
              <a:t>standardize class patte</a:t>
            </a:r>
            <a:r>
              <a:rPr sz="2000" dirty="0">
                <a:solidFill>
                  <a:srgbClr val="000000">
                    <a:alpha val="100000"/>
                  </a:srgbClr>
                </a:solidFill>
                <a:latin typeface="Arial" panose="020B0604020202090204"/>
                <a:ea typeface="Arial" panose="020B0604020202090204"/>
                <a:cs typeface="Arial" panose="020B0604020202090204"/>
                <a:sym typeface="+mn-ea"/>
              </a:rPr>
              <a:t>rns</a:t>
            </a:r>
            <a:endParaRPr lang="en-US" altLang="en-US" sz="2000" dirty="0"/>
          </a:p>
          <a:p>
            <a:pPr indent="0" algn="l" rtl="0" fontAlgn="auto">
              <a:lnSpc>
                <a:spcPct val="150000"/>
              </a:lnSpc>
            </a:pPr>
            <a:endParaRPr lang="en-US" altLang="en-US" sz="2000" dirty="0"/>
          </a:p>
        </p:txBody>
      </p:sp>
      <p:sp>
        <p:nvSpPr>
          <p:cNvPr id="3" name="Slide Number Placeholder 2"/>
          <p:cNvSpPr>
            <a:spLocks noGrp="1"/>
          </p:cNvSpPr>
          <p:nvPr>
            <p:ph type="sldNum" sz="quarter" idx="12"/>
          </p:nvPr>
        </p:nvSpPr>
        <p:spPr/>
        <p:txBody>
          <a:bodyPr/>
          <a:lstStyle/>
          <a:p>
            <a:fld id="{4267CD5E-26CF-4249-8540-BB1D07FD4227}" type="slidenum">
              <a:rPr lang="en-US" smtClean="0"/>
              <a:t>42</a:t>
            </a:fld>
            <a:endParaRPr lang="en-US"/>
          </a:p>
        </p:txBody>
      </p:sp>
      <p:pic>
        <p:nvPicPr>
          <p:cNvPr id="156" name="picture 156"/>
          <p:cNvPicPr>
            <a:picLocks noChangeAspect="1"/>
          </p:cNvPicPr>
          <p:nvPr/>
        </p:nvPicPr>
        <p:blipFill>
          <a:blip r:embed="rId2"/>
          <a:stretch>
            <a:fillRect/>
          </a:stretch>
        </p:blipFill>
        <p:spPr>
          <a:xfrm rot="21600000">
            <a:off x="3820160" y="3646170"/>
            <a:ext cx="3906520" cy="2754630"/>
          </a:xfrm>
          <a:prstGeom prst="rect">
            <a:avLst/>
          </a:prstGeom>
        </p:spPr>
      </p:pic>
      <p:pic>
        <p:nvPicPr>
          <p:cNvPr id="5" name="picture 209">
            <a:extLst>
              <a:ext uri="{FF2B5EF4-FFF2-40B4-BE49-F238E27FC236}">
                <a16:creationId xmlns:a16="http://schemas.microsoft.com/office/drawing/2014/main" id="{7102F284-CFD5-3B97-F30E-CDF4D2448670}"/>
              </a:ext>
            </a:extLst>
          </p:cNvPr>
          <p:cNvPicPr>
            <a:picLocks noChangeAspect="1"/>
          </p:cNvPicPr>
          <p:nvPr/>
        </p:nvPicPr>
        <p:blipFill rotWithShape="1">
          <a:blip r:embed="rId3"/>
          <a:srcRect l="36523"/>
          <a:stretch/>
        </p:blipFill>
        <p:spPr>
          <a:xfrm rot="21600000">
            <a:off x="8567726" y="521364"/>
            <a:ext cx="2179787" cy="1546524"/>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spc="-10" dirty="0">
                <a:solidFill>
                  <a:srgbClr val="000000">
                    <a:alpha val="100000"/>
                  </a:srgbClr>
                </a:solidFill>
                <a:latin typeface="Arial" panose="020B0604020202090204"/>
                <a:ea typeface="Arial" panose="020B0604020202090204"/>
                <a:cs typeface="Arial" panose="020B0604020202090204"/>
                <a:sym typeface="+mn-ea"/>
              </a:rPr>
              <a:t>De</a:t>
            </a:r>
            <a:r>
              <a:rPr dirty="0">
                <a:solidFill>
                  <a:srgbClr val="000000">
                    <a:alpha val="100000"/>
                  </a:srgbClr>
                </a:solidFill>
                <a:latin typeface="Arial" panose="020B0604020202090204"/>
                <a:ea typeface="Arial" panose="020B0604020202090204"/>
                <a:cs typeface="Arial" panose="020B0604020202090204"/>
                <a:sym typeface="+mn-ea"/>
              </a:rPr>
              <a:t>veloping</a:t>
            </a:r>
            <a:r>
              <a:rPr spc="-1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by</a:t>
            </a:r>
            <a:r>
              <a:rPr spc="-1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feature</a:t>
            </a:r>
            <a:endParaRPr lang="en-US"/>
          </a:p>
        </p:txBody>
      </p:sp>
      <p:sp>
        <p:nvSpPr>
          <p:cNvPr id="2" name="Content Placeholder 1"/>
          <p:cNvSpPr>
            <a:spLocks noGrp="1"/>
          </p:cNvSpPr>
          <p:nvPr>
            <p:ph idx="1"/>
          </p:nvPr>
        </p:nvSpPr>
        <p:spPr>
          <a:xfrm>
            <a:off x="646430" y="1099820"/>
            <a:ext cx="10709275" cy="4787265"/>
          </a:xfrm>
        </p:spPr>
        <p:txBody>
          <a:bodyPr>
            <a:normAutofit/>
          </a:bodyPr>
          <a:lstStyle/>
          <a:p>
            <a:pPr indent="0" algn="l" rtl="0" eaLnBrk="0" fontAlgn="auto">
              <a:lnSpc>
                <a:spcPct val="100000"/>
              </a:lnSpc>
            </a:pPr>
            <a:endParaRPr lang="en-US" altLang="en-US" dirty="0"/>
          </a:p>
          <a:p>
            <a:pPr marL="12700" indent="0" eaLnBrk="0">
              <a:lnSpc>
                <a:spcPct val="100000"/>
              </a:lnSpc>
              <a:buNone/>
            </a:pPr>
            <a:r>
              <a:rPr spc="-50" dirty="0">
                <a:solidFill>
                  <a:srgbClr val="000000">
                    <a:alpha val="100000"/>
                  </a:srgbClr>
                </a:solidFill>
                <a:latin typeface="Arial" panose="020B0604020202090204"/>
                <a:ea typeface="Arial" panose="020B0604020202090204"/>
                <a:cs typeface="Arial" panose="020B0604020202090204"/>
                <a:sym typeface="+mn-ea"/>
              </a:rPr>
              <a:t>A feature is a small, client valued function expressed in </a:t>
            </a:r>
            <a:r>
              <a:rPr spc="-40" dirty="0">
                <a:solidFill>
                  <a:srgbClr val="000000">
                    <a:alpha val="100000"/>
                  </a:srgbClr>
                </a:solidFill>
                <a:latin typeface="Arial" panose="020B0604020202090204"/>
                <a:ea typeface="Arial" panose="020B0604020202090204"/>
                <a:cs typeface="Arial" panose="020B0604020202090204"/>
                <a:sym typeface="+mn-ea"/>
              </a:rPr>
              <a:t>t</a:t>
            </a:r>
            <a:r>
              <a:rPr dirty="0">
                <a:solidFill>
                  <a:srgbClr val="000000">
                    <a:alpha val="100000"/>
                  </a:srgbClr>
                </a:solidFill>
                <a:latin typeface="Arial" panose="020B0604020202090204"/>
                <a:ea typeface="Arial" panose="020B0604020202090204"/>
                <a:cs typeface="Arial" panose="020B0604020202090204"/>
                <a:sym typeface="+mn-ea"/>
              </a:rPr>
              <a:t>he</a:t>
            </a:r>
            <a:r>
              <a:rPr spc="-5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form</a:t>
            </a:r>
            <a:r>
              <a:rPr spc="-50" dirty="0">
                <a:solidFill>
                  <a:srgbClr val="000000">
                    <a:alpha val="100000"/>
                  </a:srgbClr>
                </a:solidFill>
                <a:latin typeface="Arial" panose="020B0604020202090204"/>
                <a:ea typeface="Arial" panose="020B0604020202090204"/>
                <a:cs typeface="Arial" panose="020B0604020202090204"/>
                <a:sym typeface="+mn-ea"/>
              </a:rPr>
              <a:t>:</a:t>
            </a:r>
            <a:endParaRPr lang="en-US" altLang="en-US" dirty="0"/>
          </a:p>
          <a:p>
            <a:pPr marL="29210" indent="0" algn="l" rtl="0" eaLnBrk="0" fontAlgn="auto">
              <a:lnSpc>
                <a:spcPct val="100000"/>
              </a:lnSpc>
              <a:spcBef>
                <a:spcPts val="20"/>
              </a:spcBef>
              <a:buNone/>
            </a:pPr>
            <a:r>
              <a:rPr spc="-10" dirty="0">
                <a:solidFill>
                  <a:srgbClr val="000000">
                    <a:alpha val="100000"/>
                  </a:srgbClr>
                </a:solidFill>
                <a:latin typeface="Arial" panose="020B0604020202090204"/>
                <a:ea typeface="Arial" panose="020B0604020202090204"/>
                <a:cs typeface="Arial" panose="020B0604020202090204"/>
                <a:sym typeface="+mn-ea"/>
              </a:rPr>
              <a:t>&lt;</a:t>
            </a:r>
            <a:r>
              <a:rPr spc="-10" dirty="0">
                <a:solidFill>
                  <a:srgbClr val="FF0000">
                    <a:alpha val="100000"/>
                  </a:srgbClr>
                </a:solidFill>
                <a:latin typeface="Arial" panose="020B0604020202090204"/>
                <a:ea typeface="Arial" panose="020B0604020202090204"/>
                <a:cs typeface="Arial" panose="020B0604020202090204"/>
                <a:sym typeface="+mn-ea"/>
              </a:rPr>
              <a:t>action</a:t>
            </a:r>
            <a:r>
              <a:rPr spc="-10" dirty="0">
                <a:solidFill>
                  <a:srgbClr val="000000">
                    <a:alpha val="100000"/>
                  </a:srgbClr>
                </a:solidFill>
                <a:latin typeface="Arial" panose="020B0604020202090204"/>
                <a:ea typeface="Arial" panose="020B0604020202090204"/>
                <a:cs typeface="Arial" panose="020B0604020202090204"/>
                <a:sym typeface="+mn-ea"/>
              </a:rPr>
              <a:t>&gt; &lt;</a:t>
            </a:r>
            <a:r>
              <a:rPr spc="-10" dirty="0">
                <a:solidFill>
                  <a:srgbClr val="3366FF">
                    <a:alpha val="100000"/>
                  </a:srgbClr>
                </a:solidFill>
                <a:latin typeface="Arial" panose="020B0604020202090204"/>
                <a:ea typeface="Arial" panose="020B0604020202090204"/>
                <a:cs typeface="Arial" panose="020B0604020202090204"/>
                <a:sym typeface="+mn-ea"/>
              </a:rPr>
              <a:t>res</a:t>
            </a:r>
            <a:r>
              <a:rPr dirty="0">
                <a:solidFill>
                  <a:srgbClr val="3366FF">
                    <a:alpha val="100000"/>
                  </a:srgbClr>
                </a:solidFill>
                <a:latin typeface="Arial" panose="020B0604020202090204"/>
                <a:ea typeface="Arial" panose="020B0604020202090204"/>
                <a:cs typeface="Arial" panose="020B0604020202090204"/>
                <a:sym typeface="+mn-ea"/>
              </a:rPr>
              <a:t>ult</a:t>
            </a:r>
            <a:r>
              <a:rPr spc="-10" dirty="0">
                <a:solidFill>
                  <a:srgbClr val="000000">
                    <a:alpha val="100000"/>
                  </a:srgbClr>
                </a:solidFill>
                <a:latin typeface="Arial" panose="020B0604020202090204"/>
                <a:ea typeface="Arial" panose="020B0604020202090204"/>
                <a:cs typeface="Arial" panose="020B0604020202090204"/>
                <a:sym typeface="+mn-ea"/>
              </a:rPr>
              <a:t>&gt; &lt;</a:t>
            </a:r>
            <a:r>
              <a:rPr dirty="0">
                <a:solidFill>
                  <a:srgbClr val="65EE15">
                    <a:alpha val="100000"/>
                  </a:srgbClr>
                </a:solidFill>
                <a:latin typeface="Arial" panose="020B0604020202090204"/>
                <a:ea typeface="Arial" panose="020B0604020202090204"/>
                <a:cs typeface="Arial" panose="020B0604020202090204"/>
                <a:sym typeface="+mn-ea"/>
              </a:rPr>
              <a:t>object</a:t>
            </a:r>
            <a:r>
              <a:rPr spc="-10" dirty="0">
                <a:solidFill>
                  <a:srgbClr val="000000">
                    <a:alpha val="100000"/>
                  </a:srgbClr>
                </a:solidFill>
                <a:latin typeface="Arial" panose="020B0604020202090204"/>
                <a:ea typeface="Arial" panose="020B0604020202090204"/>
                <a:cs typeface="Arial" panose="020B0604020202090204"/>
                <a:sym typeface="+mn-ea"/>
              </a:rPr>
              <a:t>&gt;</a:t>
            </a:r>
            <a:endParaRPr lang="en-US" altLang="en-US" dirty="0"/>
          </a:p>
          <a:p>
            <a:pPr marL="35560" indent="0" algn="l" rtl="0" eaLnBrk="0" fontAlgn="auto">
              <a:lnSpc>
                <a:spcPct val="100000"/>
              </a:lnSpc>
              <a:spcBef>
                <a:spcPts val="565"/>
              </a:spcBef>
              <a:buNone/>
            </a:pPr>
            <a:r>
              <a:rPr spc="-90" dirty="0">
                <a:solidFill>
                  <a:srgbClr val="000000">
                    <a:alpha val="100000"/>
                  </a:srgbClr>
                </a:solidFill>
                <a:latin typeface="Arial" panose="020B0604020202090204"/>
                <a:ea typeface="Arial" panose="020B0604020202090204"/>
                <a:cs typeface="Arial" panose="020B0604020202090204"/>
                <a:sym typeface="+mn-ea"/>
              </a:rPr>
              <a:t>Example</a:t>
            </a:r>
            <a:r>
              <a:rPr spc="-20" dirty="0">
                <a:solidFill>
                  <a:srgbClr val="000000">
                    <a:alpha val="100000"/>
                  </a:srgbClr>
                </a:solidFill>
                <a:latin typeface="Arial" panose="020B0604020202090204"/>
                <a:ea typeface="Arial" panose="020B0604020202090204"/>
                <a:cs typeface="Arial" panose="020B0604020202090204"/>
                <a:sym typeface="+mn-ea"/>
              </a:rPr>
              <a:t>s</a:t>
            </a:r>
            <a:r>
              <a:rPr spc="-90" dirty="0">
                <a:solidFill>
                  <a:srgbClr val="000000">
                    <a:alpha val="100000"/>
                  </a:srgbClr>
                </a:solidFill>
                <a:latin typeface="Arial" panose="020B0604020202090204"/>
                <a:ea typeface="Arial" panose="020B0604020202090204"/>
                <a:cs typeface="Arial" panose="020B0604020202090204"/>
                <a:sym typeface="+mn-ea"/>
              </a:rPr>
              <a:t>:</a:t>
            </a:r>
            <a:endParaRPr lang="en-US" altLang="en-US" dirty="0"/>
          </a:p>
          <a:p>
            <a:pPr marL="482600" indent="0" algn="l" rtl="0" eaLnBrk="0" fontAlgn="auto">
              <a:lnSpc>
                <a:spcPct val="100000"/>
              </a:lnSpc>
              <a:spcBef>
                <a:spcPts val="1315"/>
              </a:spcBef>
              <a:buNone/>
            </a:pPr>
            <a:r>
              <a:rPr spc="-40" dirty="0">
                <a:solidFill>
                  <a:srgbClr val="FF0000">
                    <a:alpha val="100000"/>
                  </a:srgbClr>
                </a:solidFill>
                <a:latin typeface="Arial" panose="020B0604020202090204"/>
                <a:ea typeface="Arial" panose="020B0604020202090204"/>
                <a:cs typeface="Arial" panose="020B0604020202090204"/>
                <a:sym typeface="+mn-ea"/>
              </a:rPr>
              <a:t>Calculate </a:t>
            </a:r>
            <a:r>
              <a:rPr spc="-40" dirty="0">
                <a:solidFill>
                  <a:srgbClr val="000000">
                    <a:alpha val="100000"/>
                  </a:srgbClr>
                </a:solidFill>
                <a:latin typeface="Arial" panose="020B0604020202090204"/>
                <a:ea typeface="Arial" panose="020B0604020202090204"/>
                <a:cs typeface="Arial" panose="020B0604020202090204"/>
                <a:sym typeface="+mn-ea"/>
              </a:rPr>
              <a:t>the </a:t>
            </a:r>
            <a:r>
              <a:rPr spc="-40" dirty="0">
                <a:solidFill>
                  <a:srgbClr val="3366FF">
                    <a:alpha val="100000"/>
                  </a:srgbClr>
                </a:solidFill>
                <a:latin typeface="Arial" panose="020B0604020202090204"/>
                <a:ea typeface="Arial" panose="020B0604020202090204"/>
                <a:cs typeface="Arial" panose="020B0604020202090204"/>
                <a:sym typeface="+mn-ea"/>
              </a:rPr>
              <a:t>total </a:t>
            </a:r>
            <a:r>
              <a:rPr dirty="0">
                <a:solidFill>
                  <a:srgbClr val="000000">
                    <a:alpha val="100000"/>
                  </a:srgbClr>
                </a:solidFill>
                <a:latin typeface="Arial" panose="020B0604020202090204"/>
                <a:ea typeface="Arial" panose="020B0604020202090204"/>
                <a:cs typeface="Arial" panose="020B0604020202090204"/>
                <a:sym typeface="+mn-ea"/>
              </a:rPr>
              <a:t>of</a:t>
            </a:r>
            <a:r>
              <a:rPr spc="-4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a</a:t>
            </a:r>
            <a:r>
              <a:rPr spc="-4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65EE15">
                    <a:alpha val="100000"/>
                  </a:srgbClr>
                </a:solidFill>
                <a:latin typeface="Arial" panose="020B0604020202090204"/>
                <a:ea typeface="Arial" panose="020B0604020202090204"/>
                <a:cs typeface="Arial" panose="020B0604020202090204"/>
                <a:sym typeface="+mn-ea"/>
              </a:rPr>
              <a:t>sale</a:t>
            </a:r>
            <a:endParaRPr lang="en-US" altLang="en-US" dirty="0"/>
          </a:p>
          <a:p>
            <a:pPr marL="469900" indent="0" algn="l" rtl="0" eaLnBrk="0" fontAlgn="auto">
              <a:lnSpc>
                <a:spcPct val="100000"/>
              </a:lnSpc>
              <a:buNone/>
            </a:pPr>
            <a:r>
              <a:rPr spc="-60" dirty="0">
                <a:solidFill>
                  <a:srgbClr val="FF0000">
                    <a:alpha val="100000"/>
                  </a:srgbClr>
                </a:solidFill>
                <a:latin typeface="Arial" panose="020B0604020202090204"/>
                <a:ea typeface="Arial" panose="020B0604020202090204"/>
                <a:cs typeface="Arial" panose="020B0604020202090204"/>
                <a:sym typeface="+mn-ea"/>
              </a:rPr>
              <a:t>Assess </a:t>
            </a:r>
            <a:r>
              <a:rPr spc="-60" dirty="0">
                <a:solidFill>
                  <a:srgbClr val="000000">
                    <a:alpha val="100000"/>
                  </a:srgbClr>
                </a:solidFill>
                <a:latin typeface="Arial" panose="020B0604020202090204"/>
                <a:ea typeface="Arial" panose="020B0604020202090204"/>
                <a:cs typeface="Arial" panose="020B0604020202090204"/>
                <a:sym typeface="+mn-ea"/>
              </a:rPr>
              <a:t>the </a:t>
            </a:r>
            <a:r>
              <a:rPr spc="-60" dirty="0">
                <a:solidFill>
                  <a:srgbClr val="3366FF">
                    <a:alpha val="100000"/>
                  </a:srgbClr>
                </a:solidFill>
                <a:latin typeface="Arial" panose="020B0604020202090204"/>
                <a:ea typeface="Arial" panose="020B0604020202090204"/>
                <a:cs typeface="Arial" panose="020B0604020202090204"/>
                <a:sym typeface="+mn-ea"/>
              </a:rPr>
              <a:t>performance </a:t>
            </a:r>
            <a:r>
              <a:rPr spc="-60" dirty="0">
                <a:solidFill>
                  <a:srgbClr val="000000">
                    <a:alpha val="100000"/>
                  </a:srgbClr>
                </a:solidFill>
                <a:latin typeface="Arial" panose="020B0604020202090204"/>
                <a:ea typeface="Arial" panose="020B0604020202090204"/>
                <a:cs typeface="Arial" panose="020B0604020202090204"/>
                <a:sym typeface="+mn-ea"/>
              </a:rPr>
              <a:t>of a </a:t>
            </a:r>
            <a:r>
              <a:rPr spc="-60" dirty="0">
                <a:solidFill>
                  <a:srgbClr val="65EE15">
                    <a:alpha val="100000"/>
                  </a:srgbClr>
                </a:solidFill>
                <a:latin typeface="Arial" panose="020B0604020202090204"/>
                <a:ea typeface="Arial" panose="020B0604020202090204"/>
                <a:cs typeface="Arial" panose="020B0604020202090204"/>
                <a:sym typeface="+mn-ea"/>
              </a:rPr>
              <a:t>sales</a:t>
            </a:r>
            <a:r>
              <a:rPr spc="-50" dirty="0">
                <a:solidFill>
                  <a:srgbClr val="65EE15">
                    <a:alpha val="100000"/>
                  </a:srgbClr>
                </a:solidFill>
                <a:latin typeface="Arial" panose="020B0604020202090204"/>
                <a:ea typeface="Arial" panose="020B0604020202090204"/>
                <a:cs typeface="Arial" panose="020B0604020202090204"/>
                <a:sym typeface="+mn-ea"/>
              </a:rPr>
              <a:t>m</a:t>
            </a:r>
            <a:r>
              <a:rPr dirty="0">
                <a:solidFill>
                  <a:srgbClr val="65EE15">
                    <a:alpha val="100000"/>
                  </a:srgbClr>
                </a:solidFill>
                <a:latin typeface="Arial" panose="020B0604020202090204"/>
                <a:ea typeface="Arial" panose="020B0604020202090204"/>
                <a:cs typeface="Arial" panose="020B0604020202090204"/>
                <a:sym typeface="+mn-ea"/>
              </a:rPr>
              <a:t>an</a:t>
            </a:r>
            <a:endParaRPr lang="en-US" altLang="en-US" dirty="0"/>
          </a:p>
          <a:p>
            <a:pPr marL="469900" indent="0" algn="l" rtl="0" eaLnBrk="0" fontAlgn="auto">
              <a:lnSpc>
                <a:spcPct val="100000"/>
              </a:lnSpc>
              <a:buNone/>
            </a:pPr>
            <a:r>
              <a:rPr spc="-50" dirty="0">
                <a:solidFill>
                  <a:srgbClr val="FF0000">
                    <a:alpha val="100000"/>
                  </a:srgbClr>
                </a:solidFill>
                <a:latin typeface="Arial" panose="020B0604020202090204"/>
                <a:ea typeface="Arial" panose="020B0604020202090204"/>
                <a:cs typeface="Arial" panose="020B0604020202090204"/>
                <a:sym typeface="+mn-ea"/>
              </a:rPr>
              <a:t>Validate </a:t>
            </a:r>
            <a:r>
              <a:rPr spc="-50" dirty="0">
                <a:solidFill>
                  <a:srgbClr val="000000">
                    <a:alpha val="100000"/>
                  </a:srgbClr>
                </a:solidFill>
                <a:latin typeface="Arial" panose="020B0604020202090204"/>
                <a:ea typeface="Arial" panose="020B0604020202090204"/>
                <a:cs typeface="Arial" panose="020B0604020202090204"/>
                <a:sym typeface="+mn-ea"/>
              </a:rPr>
              <a:t>the </a:t>
            </a:r>
            <a:r>
              <a:rPr spc="-50" dirty="0">
                <a:solidFill>
                  <a:srgbClr val="3366FF">
                    <a:alpha val="100000"/>
                  </a:srgbClr>
                </a:solidFill>
                <a:latin typeface="Arial" panose="020B0604020202090204"/>
                <a:ea typeface="Arial" panose="020B0604020202090204"/>
                <a:cs typeface="Arial" panose="020B0604020202090204"/>
                <a:sym typeface="+mn-ea"/>
              </a:rPr>
              <a:t>password </a:t>
            </a:r>
            <a:r>
              <a:rPr spc="-50" dirty="0">
                <a:solidFill>
                  <a:srgbClr val="000000">
                    <a:alpha val="100000"/>
                  </a:srgbClr>
                </a:solidFill>
                <a:latin typeface="Arial" panose="020B0604020202090204"/>
                <a:ea typeface="Arial" panose="020B0604020202090204"/>
                <a:cs typeface="Arial" panose="020B0604020202090204"/>
                <a:sym typeface="+mn-ea"/>
              </a:rPr>
              <a:t>o</a:t>
            </a:r>
            <a:r>
              <a:rPr spc="-30" dirty="0">
                <a:solidFill>
                  <a:srgbClr val="000000">
                    <a:alpha val="100000"/>
                  </a:srgbClr>
                </a:solidFill>
                <a:latin typeface="Arial" panose="020B0604020202090204"/>
                <a:ea typeface="Arial" panose="020B0604020202090204"/>
                <a:cs typeface="Arial" panose="020B0604020202090204"/>
                <a:sym typeface="+mn-ea"/>
              </a:rPr>
              <a:t>f</a:t>
            </a:r>
            <a:r>
              <a:rPr spc="-5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a</a:t>
            </a:r>
            <a:r>
              <a:rPr spc="-5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65EE15">
                    <a:alpha val="100000"/>
                  </a:srgbClr>
                </a:solidFill>
                <a:latin typeface="Arial" panose="020B0604020202090204"/>
                <a:ea typeface="Arial" panose="020B0604020202090204"/>
                <a:cs typeface="Arial" panose="020B0604020202090204"/>
                <a:sym typeface="+mn-ea"/>
              </a:rPr>
              <a:t>user</a:t>
            </a:r>
            <a:endParaRPr lang="en-US" altLang="en-US" dirty="0"/>
          </a:p>
          <a:p>
            <a:pPr marL="12700" indent="0" algn="l" rtl="0" eaLnBrk="0" fontAlgn="auto">
              <a:lnSpc>
                <a:spcPct val="100000"/>
              </a:lnSpc>
              <a:spcBef>
                <a:spcPts val="1195"/>
              </a:spcBef>
              <a:buNone/>
            </a:pPr>
            <a:r>
              <a:rPr spc="-60" dirty="0">
                <a:solidFill>
                  <a:srgbClr val="000000">
                    <a:alpha val="100000"/>
                  </a:srgbClr>
                </a:solidFill>
                <a:latin typeface="Arial" panose="020B0604020202090204"/>
                <a:ea typeface="Arial" panose="020B0604020202090204"/>
                <a:cs typeface="Arial" panose="020B0604020202090204"/>
                <a:sym typeface="+mn-ea"/>
              </a:rPr>
              <a:t>Feature template provides clues to </a:t>
            </a:r>
            <a:r>
              <a:rPr spc="-60" dirty="0">
                <a:solidFill>
                  <a:srgbClr val="FF0000">
                    <a:alpha val="100000"/>
                  </a:srgbClr>
                </a:solidFill>
                <a:latin typeface="Arial" panose="020B0604020202090204"/>
                <a:ea typeface="Arial" panose="020B0604020202090204"/>
                <a:cs typeface="Arial" panose="020B0604020202090204"/>
                <a:sym typeface="+mn-ea"/>
              </a:rPr>
              <a:t>operations </a:t>
            </a:r>
            <a:r>
              <a:rPr spc="-60" dirty="0">
                <a:solidFill>
                  <a:srgbClr val="000000">
                    <a:alpha val="100000"/>
                  </a:srgbClr>
                </a:solidFill>
                <a:latin typeface="Arial" panose="020B0604020202090204"/>
                <a:ea typeface="Arial" panose="020B0604020202090204"/>
                <a:cs typeface="Arial" panose="020B0604020202090204"/>
                <a:sym typeface="+mn-ea"/>
              </a:rPr>
              <a:t>and </a:t>
            </a:r>
            <a:r>
              <a:rPr spc="-60" dirty="0">
                <a:solidFill>
                  <a:srgbClr val="65EE15">
                    <a:alpha val="100000"/>
                  </a:srgbClr>
                </a:solidFill>
                <a:latin typeface="Arial" panose="020B0604020202090204"/>
                <a:ea typeface="Arial" panose="020B0604020202090204"/>
                <a:cs typeface="Arial" panose="020B0604020202090204"/>
                <a:sym typeface="+mn-ea"/>
              </a:rPr>
              <a:t>class</a:t>
            </a:r>
            <a:r>
              <a:rPr spc="-40" dirty="0">
                <a:solidFill>
                  <a:srgbClr val="65EE15">
                    <a:alpha val="100000"/>
                  </a:srgbClr>
                </a:solidFill>
                <a:latin typeface="Arial" panose="020B0604020202090204"/>
                <a:ea typeface="Arial" panose="020B0604020202090204"/>
                <a:cs typeface="Arial" panose="020B0604020202090204"/>
                <a:sym typeface="+mn-ea"/>
              </a:rPr>
              <a:t>e</a:t>
            </a:r>
            <a:r>
              <a:rPr dirty="0">
                <a:solidFill>
                  <a:srgbClr val="65EE15">
                    <a:alpha val="100000"/>
                  </a:srgbClr>
                </a:solidFill>
                <a:latin typeface="Arial" panose="020B0604020202090204"/>
                <a:ea typeface="Arial" panose="020B0604020202090204"/>
                <a:cs typeface="Arial" panose="020B0604020202090204"/>
                <a:sym typeface="+mn-ea"/>
              </a:rPr>
              <a:t>s</a:t>
            </a:r>
            <a:r>
              <a:rPr spc="-60" dirty="0">
                <a:solidFill>
                  <a:srgbClr val="65EE15">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to</a:t>
            </a:r>
            <a:r>
              <a:rPr spc="-6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which </a:t>
            </a:r>
            <a:r>
              <a:rPr spc="-60" dirty="0">
                <a:solidFill>
                  <a:srgbClr val="000000">
                    <a:alpha val="100000"/>
                  </a:srgbClr>
                </a:solidFill>
                <a:latin typeface="Arial" panose="020B0604020202090204"/>
                <a:ea typeface="Arial" panose="020B0604020202090204"/>
                <a:cs typeface="Arial" panose="020B0604020202090204"/>
                <a:sym typeface="+mn-ea"/>
              </a:rPr>
              <a:t>they should be appli</a:t>
            </a:r>
            <a:r>
              <a:rPr spc="-40" dirty="0">
                <a:solidFill>
                  <a:srgbClr val="000000">
                    <a:alpha val="100000"/>
                  </a:srgbClr>
                </a:solidFill>
                <a:latin typeface="Arial" panose="020B0604020202090204"/>
                <a:ea typeface="Arial" panose="020B0604020202090204"/>
                <a:cs typeface="Arial" panose="020B0604020202090204"/>
                <a:sym typeface="+mn-ea"/>
              </a:rPr>
              <a:t>e</a:t>
            </a:r>
            <a:r>
              <a:rPr dirty="0">
                <a:solidFill>
                  <a:srgbClr val="000000">
                    <a:alpha val="100000"/>
                  </a:srgbClr>
                </a:solidFill>
                <a:latin typeface="Arial" panose="020B0604020202090204"/>
                <a:ea typeface="Arial" panose="020B0604020202090204"/>
                <a:cs typeface="Arial" panose="020B0604020202090204"/>
                <a:sym typeface="+mn-ea"/>
              </a:rPr>
              <a:t>d</a:t>
            </a:r>
            <a:endParaRPr lang="en-US" altLang="en-US" dirty="0"/>
          </a:p>
          <a:p>
            <a:pPr marL="540385" indent="0" algn="l" rtl="0" eaLnBrk="0" fontAlgn="auto">
              <a:lnSpc>
                <a:spcPct val="100000"/>
              </a:lnSpc>
              <a:spcBef>
                <a:spcPts val="1120"/>
              </a:spcBef>
              <a:buNone/>
            </a:pPr>
            <a:r>
              <a:rPr spc="-30" dirty="0">
                <a:solidFill>
                  <a:srgbClr val="000000">
                    <a:alpha val="100000"/>
                  </a:srgbClr>
                </a:solidFill>
                <a:latin typeface="Arial" panose="020B0604020202090204"/>
                <a:ea typeface="Arial" panose="020B0604020202090204"/>
                <a:cs typeface="Arial" panose="020B0604020202090204"/>
                <a:sym typeface="+mn-ea"/>
              </a:rPr>
              <a:t>‘</a:t>
            </a:r>
            <a:r>
              <a:rPr spc="-30" dirty="0">
                <a:solidFill>
                  <a:srgbClr val="FF0000">
                    <a:alpha val="100000"/>
                  </a:srgbClr>
                </a:solidFill>
                <a:latin typeface="Arial" panose="020B0604020202090204"/>
                <a:ea typeface="Arial" panose="020B0604020202090204"/>
                <a:cs typeface="Arial" panose="020B0604020202090204"/>
                <a:sym typeface="+mn-ea"/>
              </a:rPr>
              <a:t>Calculate </a:t>
            </a:r>
            <a:r>
              <a:rPr spc="-30" dirty="0">
                <a:solidFill>
                  <a:srgbClr val="000000">
                    <a:alpha val="100000"/>
                  </a:srgbClr>
                </a:solidFill>
                <a:latin typeface="Arial" panose="020B0604020202090204"/>
                <a:ea typeface="Arial" panose="020B0604020202090204"/>
                <a:cs typeface="Arial" panose="020B0604020202090204"/>
                <a:sym typeface="+mn-ea"/>
              </a:rPr>
              <a:t>the </a:t>
            </a:r>
            <a:r>
              <a:rPr spc="-30" dirty="0">
                <a:solidFill>
                  <a:srgbClr val="3366FF">
                    <a:alpha val="100000"/>
                  </a:srgbClr>
                </a:solidFill>
                <a:latin typeface="Arial" panose="020B0604020202090204"/>
                <a:ea typeface="Arial" panose="020B0604020202090204"/>
                <a:cs typeface="Arial" panose="020B0604020202090204"/>
                <a:sym typeface="+mn-ea"/>
              </a:rPr>
              <a:t>total </a:t>
            </a:r>
            <a:r>
              <a:rPr spc="-30" dirty="0">
                <a:solidFill>
                  <a:srgbClr val="000000">
                    <a:alpha val="100000"/>
                  </a:srgbClr>
                </a:solidFill>
                <a:latin typeface="Arial" panose="020B0604020202090204"/>
                <a:ea typeface="Arial" panose="020B0604020202090204"/>
                <a:cs typeface="Arial" panose="020B0604020202090204"/>
                <a:sym typeface="+mn-ea"/>
              </a:rPr>
              <a:t>of a </a:t>
            </a:r>
            <a:r>
              <a:rPr spc="-30" dirty="0">
                <a:solidFill>
                  <a:srgbClr val="65EE15">
                    <a:alpha val="100000"/>
                  </a:srgbClr>
                </a:solidFill>
                <a:latin typeface="Arial" panose="020B0604020202090204"/>
                <a:ea typeface="Arial" panose="020B0604020202090204"/>
                <a:cs typeface="Arial" panose="020B0604020202090204"/>
                <a:sym typeface="+mn-ea"/>
              </a:rPr>
              <a:t>sale</a:t>
            </a:r>
            <a:r>
              <a:rPr spc="-30" dirty="0">
                <a:solidFill>
                  <a:srgbClr val="000000">
                    <a:alpha val="100000"/>
                  </a:srgbClr>
                </a:solidFill>
                <a:latin typeface="Arial" panose="020B0604020202090204"/>
                <a:ea typeface="Arial" panose="020B0604020202090204"/>
                <a:cs typeface="Arial" panose="020B0604020202090204"/>
                <a:sym typeface="+mn-ea"/>
              </a:rPr>
              <a:t>’ suggest</a:t>
            </a:r>
            <a:r>
              <a:rPr spc="-10" dirty="0">
                <a:solidFill>
                  <a:srgbClr val="000000">
                    <a:alpha val="100000"/>
                  </a:srgbClr>
                </a:solidFill>
                <a:latin typeface="Arial" panose="020B0604020202090204"/>
                <a:ea typeface="Arial" panose="020B0604020202090204"/>
                <a:cs typeface="Arial" panose="020B0604020202090204"/>
                <a:sym typeface="+mn-ea"/>
              </a:rPr>
              <a:t>s</a:t>
            </a:r>
            <a:r>
              <a:rPr spc="-30" dirty="0">
                <a:solidFill>
                  <a:srgbClr val="000000">
                    <a:alpha val="100000"/>
                  </a:srgbClr>
                </a:solidFill>
                <a:latin typeface="Arial" panose="020B0604020202090204"/>
                <a:ea typeface="Arial" panose="020B0604020202090204"/>
                <a:cs typeface="Arial" panose="020B0604020202090204"/>
                <a:sym typeface="+mn-ea"/>
              </a:rPr>
              <a:t>:</a:t>
            </a:r>
            <a:endParaRPr lang="en-US" altLang="en-US" dirty="0"/>
          </a:p>
          <a:p>
            <a:pPr marL="1006475" indent="0" algn="l" rtl="0" eaLnBrk="0" fontAlgn="auto">
              <a:lnSpc>
                <a:spcPct val="100000"/>
              </a:lnSpc>
              <a:buNone/>
            </a:pPr>
            <a:r>
              <a:rPr spc="-50" dirty="0">
                <a:solidFill>
                  <a:srgbClr val="FF0000">
                    <a:alpha val="100000"/>
                  </a:srgbClr>
                </a:solidFill>
                <a:latin typeface="Arial" panose="020B0604020202090204"/>
                <a:ea typeface="Arial" panose="020B0604020202090204"/>
                <a:cs typeface="Arial" panose="020B0604020202090204"/>
                <a:sym typeface="+mn-ea"/>
              </a:rPr>
              <a:t>calculate</a:t>
            </a:r>
            <a:r>
              <a:rPr spc="-50" dirty="0">
                <a:solidFill>
                  <a:srgbClr val="3366FF">
                    <a:alpha val="100000"/>
                  </a:srgbClr>
                </a:solidFill>
                <a:latin typeface="Arial" panose="020B0604020202090204"/>
                <a:ea typeface="Arial" panose="020B0604020202090204"/>
                <a:cs typeface="Arial" panose="020B0604020202090204"/>
                <a:sym typeface="+mn-ea"/>
              </a:rPr>
              <a:t>Total</a:t>
            </a:r>
            <a:r>
              <a:rPr spc="-50" dirty="0">
                <a:solidFill>
                  <a:srgbClr val="000000">
                    <a:alpha val="100000"/>
                  </a:srgbClr>
                </a:solidFill>
                <a:latin typeface="Arial" panose="020B0604020202090204"/>
                <a:ea typeface="Arial" panose="020B0604020202090204"/>
                <a:cs typeface="Arial" panose="020B0604020202090204"/>
                <a:sym typeface="+mn-ea"/>
              </a:rPr>
              <a:t>() operation in a </a:t>
            </a:r>
            <a:r>
              <a:rPr spc="-50" dirty="0">
                <a:solidFill>
                  <a:srgbClr val="65EE15">
                    <a:alpha val="100000"/>
                  </a:srgbClr>
                </a:solidFill>
                <a:latin typeface="Arial" panose="020B0604020202090204"/>
                <a:ea typeface="Arial" panose="020B0604020202090204"/>
                <a:cs typeface="Arial" panose="020B0604020202090204"/>
                <a:sym typeface="+mn-ea"/>
              </a:rPr>
              <a:t>Sale </a:t>
            </a:r>
            <a:r>
              <a:rPr spc="-50" dirty="0">
                <a:solidFill>
                  <a:srgbClr val="000000">
                    <a:alpha val="100000"/>
                  </a:srgbClr>
                </a:solidFill>
                <a:latin typeface="Arial" panose="020B0604020202090204"/>
                <a:ea typeface="Arial" panose="020B0604020202090204"/>
                <a:cs typeface="Arial" panose="020B0604020202090204"/>
                <a:sym typeface="+mn-ea"/>
              </a:rPr>
              <a:t>class</a:t>
            </a:r>
            <a:endParaRPr lang="en-US" altLang="en-US" dirty="0"/>
          </a:p>
          <a:p>
            <a:pPr marL="540385" indent="0" algn="l" rtl="0" eaLnBrk="0" fontAlgn="auto">
              <a:lnSpc>
                <a:spcPct val="100000"/>
              </a:lnSpc>
              <a:spcBef>
                <a:spcPts val="1200"/>
              </a:spcBef>
              <a:buNone/>
            </a:pPr>
            <a:r>
              <a:rPr spc="-60" dirty="0">
                <a:solidFill>
                  <a:srgbClr val="000000">
                    <a:alpha val="100000"/>
                  </a:srgbClr>
                </a:solidFill>
                <a:latin typeface="Arial" panose="020B0604020202090204"/>
                <a:ea typeface="Arial" panose="020B0604020202090204"/>
                <a:cs typeface="Arial" panose="020B0604020202090204"/>
                <a:sym typeface="+mn-ea"/>
              </a:rPr>
              <a:t>‘</a:t>
            </a:r>
            <a:r>
              <a:rPr spc="-60" dirty="0">
                <a:solidFill>
                  <a:srgbClr val="FF0000">
                    <a:alpha val="100000"/>
                  </a:srgbClr>
                </a:solidFill>
                <a:latin typeface="Arial" panose="020B0604020202090204"/>
                <a:ea typeface="Arial" panose="020B0604020202090204"/>
                <a:cs typeface="Arial" panose="020B0604020202090204"/>
                <a:sym typeface="+mn-ea"/>
              </a:rPr>
              <a:t>Assess </a:t>
            </a:r>
            <a:r>
              <a:rPr spc="-60" dirty="0">
                <a:solidFill>
                  <a:srgbClr val="000000">
                    <a:alpha val="100000"/>
                  </a:srgbClr>
                </a:solidFill>
                <a:latin typeface="Arial" panose="020B0604020202090204"/>
                <a:ea typeface="Arial" panose="020B0604020202090204"/>
                <a:cs typeface="Arial" panose="020B0604020202090204"/>
                <a:sym typeface="+mn-ea"/>
              </a:rPr>
              <a:t>the </a:t>
            </a:r>
            <a:r>
              <a:rPr spc="-60" dirty="0">
                <a:solidFill>
                  <a:srgbClr val="3366FF">
                    <a:alpha val="100000"/>
                  </a:srgbClr>
                </a:solidFill>
                <a:latin typeface="Arial" panose="020B0604020202090204"/>
                <a:ea typeface="Arial" panose="020B0604020202090204"/>
                <a:cs typeface="Arial" panose="020B0604020202090204"/>
                <a:sym typeface="+mn-ea"/>
              </a:rPr>
              <a:t>performance </a:t>
            </a:r>
            <a:r>
              <a:rPr spc="-60" dirty="0">
                <a:solidFill>
                  <a:srgbClr val="000000">
                    <a:alpha val="100000"/>
                  </a:srgbClr>
                </a:solidFill>
                <a:latin typeface="Arial" panose="020B0604020202090204"/>
                <a:ea typeface="Arial" panose="020B0604020202090204"/>
                <a:cs typeface="Arial" panose="020B0604020202090204"/>
                <a:sym typeface="+mn-ea"/>
              </a:rPr>
              <a:t>of a </a:t>
            </a:r>
            <a:r>
              <a:rPr spc="-60" dirty="0">
                <a:solidFill>
                  <a:srgbClr val="65EE15">
                    <a:alpha val="100000"/>
                  </a:srgbClr>
                </a:solidFill>
                <a:latin typeface="Arial" panose="020B0604020202090204"/>
                <a:ea typeface="Arial" panose="020B0604020202090204"/>
                <a:cs typeface="Arial" panose="020B0604020202090204"/>
                <a:sym typeface="+mn-ea"/>
              </a:rPr>
              <a:t>salesman</a:t>
            </a:r>
            <a:r>
              <a:rPr spc="-60" dirty="0">
                <a:solidFill>
                  <a:srgbClr val="000000">
                    <a:alpha val="100000"/>
                  </a:srgbClr>
                </a:solidFill>
                <a:latin typeface="Arial" panose="020B0604020202090204"/>
                <a:ea typeface="Arial" panose="020B0604020202090204"/>
                <a:cs typeface="Arial" panose="020B0604020202090204"/>
                <a:sym typeface="+mn-ea"/>
              </a:rPr>
              <a:t>’ </a:t>
            </a:r>
            <a:r>
              <a:rPr spc="-30" dirty="0">
                <a:solidFill>
                  <a:srgbClr val="000000">
                    <a:alpha val="100000"/>
                  </a:srgbClr>
                </a:solidFill>
                <a:latin typeface="Arial" panose="020B0604020202090204"/>
                <a:ea typeface="Arial" panose="020B0604020202090204"/>
                <a:cs typeface="Arial" panose="020B0604020202090204"/>
                <a:sym typeface="+mn-ea"/>
              </a:rPr>
              <a:t>s</a:t>
            </a:r>
            <a:r>
              <a:rPr dirty="0">
                <a:solidFill>
                  <a:srgbClr val="000000">
                    <a:alpha val="100000"/>
                  </a:srgbClr>
                </a:solidFill>
                <a:latin typeface="Arial" panose="020B0604020202090204"/>
                <a:ea typeface="Arial" panose="020B0604020202090204"/>
                <a:cs typeface="Arial" panose="020B0604020202090204"/>
                <a:sym typeface="+mn-ea"/>
              </a:rPr>
              <a:t>uggests</a:t>
            </a:r>
            <a:r>
              <a:rPr spc="-60" dirty="0">
                <a:solidFill>
                  <a:srgbClr val="000000">
                    <a:alpha val="100000"/>
                  </a:srgbClr>
                </a:solidFill>
                <a:latin typeface="Arial" panose="020B0604020202090204"/>
                <a:ea typeface="Arial" panose="020B0604020202090204"/>
                <a:cs typeface="Arial" panose="020B0604020202090204"/>
                <a:sym typeface="+mn-ea"/>
              </a:rPr>
              <a:t>:</a:t>
            </a:r>
            <a:endParaRPr lang="en-US" altLang="en-US" dirty="0"/>
          </a:p>
          <a:p>
            <a:pPr marL="934085" indent="0" algn="l" rtl="0" eaLnBrk="0" fontAlgn="auto">
              <a:lnSpc>
                <a:spcPct val="100000"/>
              </a:lnSpc>
              <a:buNone/>
            </a:pPr>
            <a:r>
              <a:rPr spc="-30" dirty="0">
                <a:solidFill>
                  <a:srgbClr val="FF0000">
                    <a:alpha val="100000"/>
                  </a:srgbClr>
                </a:solidFill>
                <a:latin typeface="Arial" panose="020B0604020202090204"/>
                <a:ea typeface="Arial" panose="020B0604020202090204"/>
                <a:cs typeface="Arial" panose="020B0604020202090204"/>
                <a:sym typeface="+mn-ea"/>
              </a:rPr>
              <a:t>assess</a:t>
            </a:r>
            <a:r>
              <a:rPr spc="-30" dirty="0">
                <a:solidFill>
                  <a:srgbClr val="3366FF">
                    <a:alpha val="100000"/>
                  </a:srgbClr>
                </a:solidFill>
                <a:latin typeface="Arial" panose="020B0604020202090204"/>
                <a:ea typeface="Arial" panose="020B0604020202090204"/>
                <a:cs typeface="Arial" panose="020B0604020202090204"/>
                <a:sym typeface="+mn-ea"/>
              </a:rPr>
              <a:t>Performance</a:t>
            </a:r>
            <a:r>
              <a:rPr spc="-30" dirty="0">
                <a:solidFill>
                  <a:srgbClr val="000000">
                    <a:alpha val="100000"/>
                  </a:srgbClr>
                </a:solidFill>
                <a:latin typeface="Arial" panose="020B0604020202090204"/>
                <a:ea typeface="Arial" panose="020B0604020202090204"/>
                <a:cs typeface="Arial" panose="020B0604020202090204"/>
                <a:sym typeface="+mn-ea"/>
              </a:rPr>
              <a:t>() operation </a:t>
            </a:r>
            <a:r>
              <a:rPr spc="-10" dirty="0">
                <a:solidFill>
                  <a:srgbClr val="000000">
                    <a:alpha val="100000"/>
                  </a:srgbClr>
                </a:solidFill>
                <a:latin typeface="Arial" panose="020B0604020202090204"/>
                <a:ea typeface="Arial" panose="020B0604020202090204"/>
                <a:cs typeface="Arial" panose="020B0604020202090204"/>
                <a:sym typeface="+mn-ea"/>
              </a:rPr>
              <a:t>i</a:t>
            </a:r>
            <a:r>
              <a:rPr dirty="0">
                <a:solidFill>
                  <a:srgbClr val="000000">
                    <a:alpha val="100000"/>
                  </a:srgbClr>
                </a:solidFill>
                <a:latin typeface="Arial" panose="020B0604020202090204"/>
                <a:ea typeface="Arial" panose="020B0604020202090204"/>
                <a:cs typeface="Arial" panose="020B0604020202090204"/>
                <a:sym typeface="+mn-ea"/>
              </a:rPr>
              <a:t>n</a:t>
            </a:r>
            <a:r>
              <a:rPr spc="-3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a</a:t>
            </a:r>
            <a:r>
              <a:rPr spc="-3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65EE15">
                    <a:alpha val="100000"/>
                  </a:srgbClr>
                </a:solidFill>
                <a:latin typeface="Arial" panose="020B0604020202090204"/>
                <a:ea typeface="Arial" panose="020B0604020202090204"/>
                <a:cs typeface="Arial" panose="020B0604020202090204"/>
                <a:sym typeface="+mn-ea"/>
              </a:rPr>
              <a:t>Salesman</a:t>
            </a:r>
            <a:r>
              <a:rPr spc="-30" dirty="0">
                <a:solidFill>
                  <a:srgbClr val="65EE15">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class</a:t>
            </a:r>
            <a:endParaRPr lang="en-US" altLang="en-US" dirty="0"/>
          </a:p>
          <a:p>
            <a:pPr indent="0" algn="l" rtl="0" fontAlgn="auto">
              <a:lnSpc>
                <a:spcPct val="100000"/>
              </a:lnSpc>
            </a:pPr>
            <a:endParaRPr lang="en-US" dirty="0"/>
          </a:p>
        </p:txBody>
      </p:sp>
      <p:sp>
        <p:nvSpPr>
          <p:cNvPr id="3" name="Slide Number Placeholder 2"/>
          <p:cNvSpPr>
            <a:spLocks noGrp="1"/>
          </p:cNvSpPr>
          <p:nvPr>
            <p:ph type="sldNum" sz="quarter" idx="12"/>
          </p:nvPr>
        </p:nvSpPr>
        <p:spPr/>
        <p:txBody>
          <a:bodyPr/>
          <a:lstStyle/>
          <a:p>
            <a:fld id="{4267CD5E-26CF-4249-8540-BB1D07FD4227}" type="slidenum">
              <a:rPr lang="en-US" smtClean="0"/>
              <a:t>43</a:t>
            </a:fld>
            <a:endParaRPr lang="en-US"/>
          </a:p>
        </p:txBody>
      </p:sp>
      <p:pic>
        <p:nvPicPr>
          <p:cNvPr id="5" name="picture 209">
            <a:extLst>
              <a:ext uri="{FF2B5EF4-FFF2-40B4-BE49-F238E27FC236}">
                <a16:creationId xmlns:a16="http://schemas.microsoft.com/office/drawing/2014/main" id="{FF2DC210-64EF-596C-5EA5-ED30FF90955A}"/>
              </a:ext>
            </a:extLst>
          </p:cNvPr>
          <p:cNvPicPr>
            <a:picLocks noChangeAspect="1"/>
          </p:cNvPicPr>
          <p:nvPr/>
        </p:nvPicPr>
        <p:blipFill rotWithShape="1">
          <a:blip r:embed="rId2"/>
          <a:srcRect l="36523"/>
          <a:stretch/>
        </p:blipFill>
        <p:spPr>
          <a:xfrm rot="21600000">
            <a:off x="8567726" y="521364"/>
            <a:ext cx="2179787" cy="1546524"/>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spc="-50" dirty="0">
                <a:solidFill>
                  <a:srgbClr val="000000">
                    <a:alpha val="100000"/>
                  </a:srgbClr>
                </a:solidFill>
                <a:latin typeface="Arial" panose="020B0604020202090204"/>
                <a:ea typeface="Arial" panose="020B0604020202090204"/>
                <a:cs typeface="Arial" panose="020B0604020202090204"/>
                <a:sym typeface="+mn-ea"/>
              </a:rPr>
              <a:t>Individual class/code owners</a:t>
            </a:r>
            <a:r>
              <a:rPr spc="-10" dirty="0">
                <a:solidFill>
                  <a:srgbClr val="000000">
                    <a:alpha val="100000"/>
                  </a:srgbClr>
                </a:solidFill>
                <a:latin typeface="Arial" panose="020B0604020202090204"/>
                <a:ea typeface="Arial" panose="020B0604020202090204"/>
                <a:cs typeface="Arial" panose="020B0604020202090204"/>
                <a:sym typeface="+mn-ea"/>
              </a:rPr>
              <a:t>h</a:t>
            </a:r>
            <a:r>
              <a:rPr dirty="0">
                <a:solidFill>
                  <a:srgbClr val="000000">
                    <a:alpha val="100000"/>
                  </a:srgbClr>
                </a:solidFill>
                <a:latin typeface="Arial" panose="020B0604020202090204"/>
                <a:ea typeface="Arial" panose="020B0604020202090204"/>
                <a:cs typeface="Arial" panose="020B0604020202090204"/>
                <a:sym typeface="+mn-ea"/>
              </a:rPr>
              <a:t>ip</a:t>
            </a:r>
            <a:endParaRPr lang="en-US"/>
          </a:p>
        </p:txBody>
      </p:sp>
      <p:sp>
        <p:nvSpPr>
          <p:cNvPr id="2" name="Content Placeholder 1"/>
          <p:cNvSpPr>
            <a:spLocks noGrp="1"/>
          </p:cNvSpPr>
          <p:nvPr>
            <p:ph idx="1"/>
          </p:nvPr>
        </p:nvSpPr>
        <p:spPr>
          <a:xfrm>
            <a:off x="469265" y="869950"/>
            <a:ext cx="9807344" cy="4691380"/>
          </a:xfrm>
        </p:spPr>
        <p:txBody>
          <a:bodyPr>
            <a:noAutofit/>
          </a:bodyPr>
          <a:lstStyle/>
          <a:p>
            <a:pPr indent="0" algn="l" rtl="0" eaLnBrk="0" fontAlgn="auto">
              <a:lnSpc>
                <a:spcPct val="100000"/>
              </a:lnSpc>
            </a:pPr>
            <a:endParaRPr sz="2400" spc="-60" dirty="0">
              <a:solidFill>
                <a:srgbClr val="000000">
                  <a:alpha val="100000"/>
                </a:srgbClr>
              </a:solidFill>
              <a:latin typeface="Arial" panose="020B0604020202090204"/>
              <a:ea typeface="Arial" panose="020B0604020202090204"/>
              <a:cs typeface="Arial" panose="020B0604020202090204"/>
              <a:sym typeface="+mn-ea"/>
            </a:endParaRPr>
          </a:p>
          <a:p>
            <a:pPr indent="0" algn="l" rtl="0" eaLnBrk="0" fontAlgn="auto">
              <a:lnSpc>
                <a:spcPct val="100000"/>
              </a:lnSpc>
            </a:pPr>
            <a:r>
              <a:rPr sz="2400" spc="-60" dirty="0">
                <a:solidFill>
                  <a:srgbClr val="000000">
                    <a:alpha val="100000"/>
                  </a:srgbClr>
                </a:solidFill>
                <a:latin typeface="Arial" panose="020B0604020202090204"/>
                <a:ea typeface="Arial" panose="020B0604020202090204"/>
                <a:cs typeface="Arial" panose="020B0604020202090204"/>
                <a:sym typeface="+mn-ea"/>
              </a:rPr>
              <a:t>    Each class is owned by one deve</a:t>
            </a:r>
            <a:r>
              <a:rPr sz="2400" spc="-10" dirty="0">
                <a:solidFill>
                  <a:srgbClr val="000000">
                    <a:alpha val="100000"/>
                  </a:srgbClr>
                </a:solidFill>
                <a:latin typeface="Arial" panose="020B0604020202090204"/>
                <a:ea typeface="Arial" panose="020B0604020202090204"/>
                <a:cs typeface="Arial" panose="020B0604020202090204"/>
                <a:sym typeface="+mn-ea"/>
              </a:rPr>
              <a:t>l</a:t>
            </a:r>
            <a:r>
              <a:rPr sz="2400" dirty="0">
                <a:solidFill>
                  <a:srgbClr val="000000">
                    <a:alpha val="100000"/>
                  </a:srgbClr>
                </a:solidFill>
                <a:latin typeface="Arial" panose="020B0604020202090204"/>
                <a:ea typeface="Arial" panose="020B0604020202090204"/>
                <a:cs typeface="Arial" panose="020B0604020202090204"/>
                <a:sym typeface="+mn-ea"/>
              </a:rPr>
              <a:t>oper</a:t>
            </a:r>
            <a:endParaRPr lang="en-US" sz="2400" dirty="0">
              <a:solidFill>
                <a:srgbClr val="000000">
                  <a:alpha val="100000"/>
                </a:srgbClr>
              </a:solidFill>
              <a:latin typeface="Arial" panose="020B0604020202090204"/>
              <a:ea typeface="Arial" panose="020B0604020202090204"/>
              <a:cs typeface="Arial" panose="020B0604020202090204"/>
              <a:sym typeface="+mn-ea"/>
            </a:endParaRPr>
          </a:p>
          <a:p>
            <a:pPr lvl="1" indent="0" eaLnBrk="0">
              <a:lnSpc>
                <a:spcPct val="100000"/>
              </a:lnSpc>
            </a:pPr>
            <a:r>
              <a:rPr lang="en-US" sz="2400" spc="-30" dirty="0">
                <a:solidFill>
                  <a:srgbClr val="000000">
                    <a:alpha val="100000"/>
                  </a:srgbClr>
                </a:solidFill>
                <a:latin typeface="Arial" panose="020B0604020202090204"/>
                <a:ea typeface="Arial" panose="020B0604020202090204"/>
                <a:cs typeface="Arial" panose="020B0604020202090204"/>
                <a:sym typeface="+mn-ea"/>
              </a:rPr>
              <a:t>  </a:t>
            </a:r>
            <a:r>
              <a:rPr sz="2400" spc="-30" dirty="0">
                <a:solidFill>
                  <a:srgbClr val="000000">
                    <a:alpha val="100000"/>
                  </a:srgbClr>
                </a:solidFill>
                <a:latin typeface="Arial" panose="020B0604020202090204"/>
                <a:ea typeface="Arial" panose="020B0604020202090204"/>
                <a:cs typeface="Arial" panose="020B0604020202090204"/>
                <a:sym typeface="+mn-ea"/>
              </a:rPr>
              <a:t>Opposite of collective ownership in X</a:t>
            </a:r>
            <a:r>
              <a:rPr sz="2400" dirty="0">
                <a:solidFill>
                  <a:srgbClr val="000000">
                    <a:alpha val="100000"/>
                  </a:srgbClr>
                </a:solidFill>
                <a:latin typeface="Arial" panose="020B0604020202090204"/>
                <a:ea typeface="Arial" panose="020B0604020202090204"/>
                <a:cs typeface="Arial" panose="020B0604020202090204"/>
                <a:sym typeface="+mn-ea"/>
              </a:rPr>
              <a:t>P</a:t>
            </a:r>
            <a:r>
              <a:rPr lang="en-US" sz="2400" dirty="0">
                <a:solidFill>
                  <a:srgbClr val="000000">
                    <a:alpha val="100000"/>
                  </a:srgbClr>
                </a:solidFill>
                <a:latin typeface="Arial" panose="020B0604020202090204"/>
                <a:ea typeface="Arial" panose="020B0604020202090204"/>
                <a:cs typeface="Arial" panose="020B0604020202090204"/>
                <a:sym typeface="+mn-ea"/>
              </a:rPr>
              <a:t> </a:t>
            </a:r>
            <a:endParaRPr sz="2400" dirty="0">
              <a:solidFill>
                <a:srgbClr val="000000">
                  <a:alpha val="100000"/>
                </a:srgbClr>
              </a:solidFill>
              <a:latin typeface="Arial" panose="020B0604020202090204"/>
              <a:ea typeface="Arial" panose="020B0604020202090204"/>
              <a:cs typeface="Arial" panose="020B0604020202090204"/>
              <a:sym typeface="+mn-ea"/>
            </a:endParaRPr>
          </a:p>
          <a:p>
            <a:pPr indent="0" algn="l" rtl="0" eaLnBrk="0" fontAlgn="auto">
              <a:lnSpc>
                <a:spcPct val="100000"/>
              </a:lnSpc>
            </a:pPr>
            <a:r>
              <a:rPr sz="2400" dirty="0">
                <a:solidFill>
                  <a:srgbClr val="000000">
                    <a:alpha val="100000"/>
                  </a:srgbClr>
                </a:solidFill>
                <a:latin typeface="Arial" panose="020B0604020202090204"/>
                <a:ea typeface="Arial" panose="020B0604020202090204"/>
                <a:cs typeface="Arial" panose="020B0604020202090204"/>
                <a:sym typeface="+mn-ea"/>
              </a:rPr>
              <a:t>  </a:t>
            </a:r>
            <a:r>
              <a:rPr sz="2400" spc="-80" dirty="0">
                <a:solidFill>
                  <a:srgbClr val="000000">
                    <a:alpha val="100000"/>
                  </a:srgbClr>
                </a:solidFill>
                <a:latin typeface="Arial" panose="020B0604020202090204"/>
                <a:ea typeface="Arial" panose="020B0604020202090204"/>
                <a:cs typeface="Arial" panose="020B0604020202090204"/>
                <a:sym typeface="+mn-ea"/>
              </a:rPr>
              <a:t>Advantage</a:t>
            </a:r>
            <a:r>
              <a:rPr sz="2400" spc="-40" dirty="0">
                <a:solidFill>
                  <a:srgbClr val="000000">
                    <a:alpha val="100000"/>
                  </a:srgbClr>
                </a:solidFill>
                <a:latin typeface="Arial" panose="020B0604020202090204"/>
                <a:ea typeface="Arial" panose="020B0604020202090204"/>
                <a:cs typeface="Arial" panose="020B0604020202090204"/>
                <a:sym typeface="+mn-ea"/>
              </a:rPr>
              <a:t>s</a:t>
            </a:r>
            <a:r>
              <a:rPr sz="2400" spc="-80" dirty="0">
                <a:solidFill>
                  <a:srgbClr val="000000">
                    <a:alpha val="100000"/>
                  </a:srgbClr>
                </a:solidFill>
                <a:latin typeface="Arial" panose="020B0604020202090204"/>
                <a:ea typeface="Arial" panose="020B0604020202090204"/>
                <a:cs typeface="Arial" panose="020B0604020202090204"/>
                <a:sym typeface="+mn-ea"/>
              </a:rPr>
              <a:t>:</a:t>
            </a:r>
          </a:p>
          <a:p>
            <a:pPr lvl="1" indent="0" algn="l" rtl="0" eaLnBrk="0" fontAlgn="auto">
              <a:lnSpc>
                <a:spcPct val="100000"/>
              </a:lnSpc>
            </a:pPr>
            <a:r>
              <a:rPr sz="2400" spc="-40" dirty="0">
                <a:solidFill>
                  <a:srgbClr val="000000">
                    <a:alpha val="100000"/>
                  </a:srgbClr>
                </a:solidFill>
                <a:latin typeface="Arial" panose="020B0604020202090204"/>
                <a:ea typeface="Arial" panose="020B0604020202090204"/>
                <a:cs typeface="Arial" panose="020B0604020202090204"/>
                <a:sym typeface="+mn-ea"/>
              </a:rPr>
              <a:t>  Owner maintains conceptual integrity of </a:t>
            </a:r>
            <a:r>
              <a:rPr sz="2400" spc="-10" dirty="0">
                <a:solidFill>
                  <a:srgbClr val="000000">
                    <a:alpha val="100000"/>
                  </a:srgbClr>
                </a:solidFill>
                <a:latin typeface="Arial" panose="020B0604020202090204"/>
                <a:ea typeface="Arial" panose="020B0604020202090204"/>
                <a:cs typeface="Arial" panose="020B0604020202090204"/>
                <a:sym typeface="+mn-ea"/>
              </a:rPr>
              <a:t>c</a:t>
            </a:r>
            <a:r>
              <a:rPr sz="2400" dirty="0">
                <a:solidFill>
                  <a:srgbClr val="000000">
                    <a:alpha val="100000"/>
                  </a:srgbClr>
                </a:solidFill>
                <a:latin typeface="Arial" panose="020B0604020202090204"/>
                <a:ea typeface="Arial" panose="020B0604020202090204"/>
                <a:cs typeface="Arial" panose="020B0604020202090204"/>
                <a:sym typeface="+mn-ea"/>
              </a:rPr>
              <a:t>lass</a:t>
            </a:r>
            <a:r>
              <a:rPr lang="en-US" sz="2400" dirty="0">
                <a:solidFill>
                  <a:srgbClr val="000000">
                    <a:alpha val="100000"/>
                  </a:srgbClr>
                </a:solidFill>
                <a:latin typeface="Arial" panose="020B0604020202090204"/>
                <a:ea typeface="Arial" panose="020B0604020202090204"/>
                <a:cs typeface="Arial" panose="020B0604020202090204"/>
                <a:sym typeface="+mn-ea"/>
              </a:rPr>
              <a:t> </a:t>
            </a:r>
            <a:endParaRPr sz="2400" dirty="0">
              <a:solidFill>
                <a:srgbClr val="000000">
                  <a:alpha val="100000"/>
                </a:srgbClr>
              </a:solidFill>
              <a:latin typeface="Arial" panose="020B0604020202090204"/>
              <a:ea typeface="Arial" panose="020B0604020202090204"/>
              <a:cs typeface="Arial" panose="020B0604020202090204"/>
              <a:sym typeface="+mn-ea"/>
            </a:endParaRPr>
          </a:p>
          <a:p>
            <a:pPr lvl="1" indent="0" algn="l" rtl="0" eaLnBrk="0" fontAlgn="auto">
              <a:lnSpc>
                <a:spcPct val="100000"/>
              </a:lnSpc>
            </a:pPr>
            <a:r>
              <a:rPr sz="2130" spc="-30" dirty="0">
                <a:solidFill>
                  <a:srgbClr val="000000">
                    <a:alpha val="100000"/>
                  </a:srgbClr>
                </a:solidFill>
                <a:latin typeface="Arial" panose="020B0604020202090204"/>
                <a:ea typeface="Arial" panose="020B0604020202090204"/>
                <a:cs typeface="Arial" panose="020B0604020202090204"/>
                <a:sym typeface="+mn-ea"/>
              </a:rPr>
              <a:t>  Each class has an expert as</a:t>
            </a:r>
            <a:r>
              <a:rPr sz="2130" spc="-10" dirty="0">
                <a:solidFill>
                  <a:srgbClr val="000000">
                    <a:alpha val="100000"/>
                  </a:srgbClr>
                </a:solidFill>
                <a:latin typeface="Arial" panose="020B0604020202090204"/>
                <a:ea typeface="Arial" panose="020B0604020202090204"/>
                <a:cs typeface="Arial" panose="020B0604020202090204"/>
                <a:sym typeface="+mn-ea"/>
              </a:rPr>
              <a:t>s</a:t>
            </a:r>
            <a:r>
              <a:rPr sz="2130" dirty="0">
                <a:solidFill>
                  <a:srgbClr val="000000">
                    <a:alpha val="100000"/>
                  </a:srgbClr>
                </a:solidFill>
                <a:latin typeface="Arial" panose="020B0604020202090204"/>
                <a:ea typeface="Arial" panose="020B0604020202090204"/>
                <a:cs typeface="Arial" panose="020B0604020202090204"/>
                <a:sym typeface="+mn-ea"/>
              </a:rPr>
              <a:t>ociated</a:t>
            </a:r>
            <a:r>
              <a:rPr sz="2130" spc="-30" dirty="0">
                <a:solidFill>
                  <a:srgbClr val="000000">
                    <a:alpha val="100000"/>
                  </a:srgbClr>
                </a:solidFill>
                <a:latin typeface="Arial" panose="020B0604020202090204"/>
                <a:ea typeface="Arial" panose="020B0604020202090204"/>
                <a:cs typeface="Arial" panose="020B0604020202090204"/>
                <a:sym typeface="+mn-ea"/>
              </a:rPr>
              <a:t> </a:t>
            </a:r>
            <a:r>
              <a:rPr sz="2130" dirty="0">
                <a:solidFill>
                  <a:srgbClr val="000000">
                    <a:alpha val="100000"/>
                  </a:srgbClr>
                </a:solidFill>
                <a:latin typeface="Arial" panose="020B0604020202090204"/>
                <a:ea typeface="Arial" panose="020B0604020202090204"/>
                <a:cs typeface="Arial" panose="020B0604020202090204"/>
                <a:sym typeface="+mn-ea"/>
              </a:rPr>
              <a:t>with</a:t>
            </a:r>
            <a:r>
              <a:rPr sz="2130" spc="-30" dirty="0">
                <a:solidFill>
                  <a:srgbClr val="000000">
                    <a:alpha val="100000"/>
                  </a:srgbClr>
                </a:solidFill>
                <a:latin typeface="Arial" panose="020B0604020202090204"/>
                <a:ea typeface="Arial" panose="020B0604020202090204"/>
                <a:cs typeface="Arial" panose="020B0604020202090204"/>
                <a:sym typeface="+mn-ea"/>
              </a:rPr>
              <a:t> </a:t>
            </a:r>
            <a:r>
              <a:rPr sz="2130" dirty="0">
                <a:solidFill>
                  <a:srgbClr val="000000">
                    <a:alpha val="100000"/>
                  </a:srgbClr>
                </a:solidFill>
                <a:latin typeface="Arial" panose="020B0604020202090204"/>
                <a:ea typeface="Arial" panose="020B0604020202090204"/>
                <a:cs typeface="Arial" panose="020B0604020202090204"/>
                <a:sym typeface="+mn-ea"/>
              </a:rPr>
              <a:t>it</a:t>
            </a:r>
            <a:r>
              <a:rPr lang="en-US" altLang="en-US" sz="2130" dirty="0"/>
              <a:t> </a:t>
            </a:r>
          </a:p>
          <a:p>
            <a:pPr lvl="1" indent="0" algn="l" rtl="0" eaLnBrk="0" fontAlgn="auto">
              <a:lnSpc>
                <a:spcPct val="100000"/>
              </a:lnSpc>
            </a:pPr>
            <a:r>
              <a:rPr sz="2400" spc="-60" dirty="0">
                <a:solidFill>
                  <a:srgbClr val="000000">
                    <a:alpha val="100000"/>
                  </a:srgbClr>
                </a:solidFill>
                <a:latin typeface="Arial" panose="020B0604020202090204"/>
                <a:ea typeface="Arial" panose="020B0604020202090204"/>
                <a:cs typeface="Arial" panose="020B0604020202090204"/>
                <a:sym typeface="+mn-ea"/>
              </a:rPr>
              <a:t>  Owner can implement changes faster than anyone els</a:t>
            </a:r>
            <a:r>
              <a:rPr sz="2400" spc="-30" dirty="0">
                <a:solidFill>
                  <a:srgbClr val="000000">
                    <a:alpha val="100000"/>
                  </a:srgbClr>
                </a:solidFill>
                <a:latin typeface="Arial" panose="020B0604020202090204"/>
                <a:ea typeface="Arial" panose="020B0604020202090204"/>
                <a:cs typeface="Arial" panose="020B0604020202090204"/>
                <a:sym typeface="+mn-ea"/>
              </a:rPr>
              <a:t>e</a:t>
            </a:r>
            <a:r>
              <a:rPr lang="en-US" sz="2400" spc="-30" dirty="0">
                <a:solidFill>
                  <a:srgbClr val="000000">
                    <a:alpha val="100000"/>
                  </a:srgbClr>
                </a:solidFill>
                <a:latin typeface="Arial" panose="020B0604020202090204"/>
                <a:ea typeface="Arial" panose="020B0604020202090204"/>
                <a:cs typeface="Arial" panose="020B0604020202090204"/>
                <a:sym typeface="+mn-ea"/>
              </a:rPr>
              <a:t> </a:t>
            </a:r>
            <a:endParaRPr sz="2400" spc="-30" dirty="0">
              <a:solidFill>
                <a:srgbClr val="000000">
                  <a:alpha val="100000"/>
                </a:srgbClr>
              </a:solidFill>
              <a:latin typeface="Arial" panose="020B0604020202090204"/>
              <a:ea typeface="Arial" panose="020B0604020202090204"/>
              <a:cs typeface="Arial" panose="020B0604020202090204"/>
              <a:sym typeface="+mn-ea"/>
            </a:endParaRPr>
          </a:p>
          <a:p>
            <a:pPr lvl="1" indent="0" algn="l" rtl="0" eaLnBrk="0" fontAlgn="auto">
              <a:lnSpc>
                <a:spcPct val="100000"/>
              </a:lnSpc>
            </a:pPr>
            <a:r>
              <a:rPr sz="2400" spc="-40" dirty="0">
                <a:solidFill>
                  <a:srgbClr val="000000">
                    <a:alpha val="100000"/>
                  </a:srgbClr>
                </a:solidFill>
                <a:latin typeface="Arial" panose="020B0604020202090204"/>
                <a:ea typeface="Arial" panose="020B0604020202090204"/>
                <a:cs typeface="Arial" panose="020B0604020202090204"/>
                <a:sym typeface="+mn-ea"/>
              </a:rPr>
              <a:t>  Owners can take pride in their classe</a:t>
            </a:r>
            <a:r>
              <a:rPr sz="2400" dirty="0">
                <a:solidFill>
                  <a:srgbClr val="000000">
                    <a:alpha val="100000"/>
                  </a:srgbClr>
                </a:solidFill>
                <a:latin typeface="Arial" panose="020B0604020202090204"/>
                <a:ea typeface="Arial" panose="020B0604020202090204"/>
                <a:cs typeface="Arial" panose="020B0604020202090204"/>
                <a:sym typeface="+mn-ea"/>
              </a:rPr>
              <a:t>s</a:t>
            </a:r>
            <a:r>
              <a:rPr lang="en-US" sz="2400" dirty="0">
                <a:solidFill>
                  <a:srgbClr val="000000">
                    <a:alpha val="100000"/>
                  </a:srgbClr>
                </a:solidFill>
                <a:latin typeface="Arial" panose="020B0604020202090204"/>
                <a:ea typeface="Arial" panose="020B0604020202090204"/>
                <a:cs typeface="Arial" panose="020B0604020202090204"/>
                <a:sym typeface="+mn-ea"/>
              </a:rPr>
              <a:t> </a:t>
            </a:r>
            <a:endParaRPr sz="2400" dirty="0">
              <a:solidFill>
                <a:srgbClr val="000000">
                  <a:alpha val="100000"/>
                </a:srgbClr>
              </a:solidFill>
              <a:latin typeface="Arial" panose="020B0604020202090204"/>
              <a:ea typeface="Arial" panose="020B0604020202090204"/>
              <a:cs typeface="Arial" panose="020B0604020202090204"/>
              <a:sym typeface="+mn-ea"/>
            </a:endParaRPr>
          </a:p>
          <a:p>
            <a:pPr indent="0" algn="l" rtl="0" eaLnBrk="0" fontAlgn="auto">
              <a:lnSpc>
                <a:spcPct val="100000"/>
              </a:lnSpc>
            </a:pPr>
            <a:r>
              <a:rPr sz="2400" spc="-90" dirty="0">
                <a:solidFill>
                  <a:srgbClr val="000000">
                    <a:alpha val="100000"/>
                  </a:srgbClr>
                </a:solidFill>
                <a:latin typeface="Arial" panose="020B0604020202090204"/>
                <a:ea typeface="Arial" panose="020B0604020202090204"/>
                <a:cs typeface="Arial" panose="020B0604020202090204"/>
                <a:sym typeface="+mn-ea"/>
              </a:rPr>
              <a:t>  Disadvantage</a:t>
            </a:r>
            <a:r>
              <a:rPr sz="2400" spc="-70" dirty="0">
                <a:solidFill>
                  <a:srgbClr val="000000">
                    <a:alpha val="100000"/>
                  </a:srgbClr>
                </a:solidFill>
                <a:latin typeface="Arial" panose="020B0604020202090204"/>
                <a:ea typeface="Arial" panose="020B0604020202090204"/>
                <a:cs typeface="Arial" panose="020B0604020202090204"/>
                <a:sym typeface="+mn-ea"/>
              </a:rPr>
              <a:t>s</a:t>
            </a:r>
          </a:p>
          <a:p>
            <a:pPr lvl="1" indent="0" algn="l" rtl="0" eaLnBrk="0" fontAlgn="auto">
              <a:lnSpc>
                <a:spcPct val="100000"/>
              </a:lnSpc>
            </a:pPr>
            <a:r>
              <a:rPr sz="2400" spc="-60" dirty="0">
                <a:solidFill>
                  <a:srgbClr val="000000">
                    <a:alpha val="100000"/>
                  </a:srgbClr>
                </a:solidFill>
                <a:latin typeface="Arial" panose="020B0604020202090204"/>
                <a:ea typeface="Arial" panose="020B0604020202090204"/>
                <a:cs typeface="Arial" panose="020B0604020202090204"/>
                <a:sym typeface="+mn-ea"/>
              </a:rPr>
              <a:t>  Dependencies between classes (owner </a:t>
            </a:r>
            <a:r>
              <a:rPr sz="2400" spc="-60" dirty="0">
                <a:solidFill>
                  <a:srgbClr val="FF0000">
                    <a:alpha val="100000"/>
                  </a:srgbClr>
                </a:solidFill>
                <a:latin typeface="Arial" panose="020B0604020202090204"/>
                <a:ea typeface="Arial" panose="020B0604020202090204"/>
                <a:cs typeface="Arial" panose="020B0604020202090204"/>
                <a:sym typeface="+mn-ea"/>
              </a:rPr>
              <a:t>A </a:t>
            </a:r>
            <a:r>
              <a:rPr sz="2400" spc="-60" dirty="0">
                <a:solidFill>
                  <a:srgbClr val="000000">
                    <a:alpha val="100000"/>
                  </a:srgbClr>
                </a:solidFill>
                <a:latin typeface="Arial" panose="020B0604020202090204"/>
                <a:ea typeface="Arial" panose="020B0604020202090204"/>
                <a:cs typeface="Arial" panose="020B0604020202090204"/>
                <a:sym typeface="+mn-ea"/>
              </a:rPr>
              <a:t>needs o</a:t>
            </a:r>
            <a:r>
              <a:rPr sz="2400" spc="-30" dirty="0">
                <a:solidFill>
                  <a:srgbClr val="000000">
                    <a:alpha val="100000"/>
                  </a:srgbClr>
                </a:solidFill>
                <a:latin typeface="Arial" panose="020B0604020202090204"/>
                <a:ea typeface="Arial" panose="020B0604020202090204"/>
                <a:cs typeface="Arial" panose="020B0604020202090204"/>
                <a:sym typeface="+mn-ea"/>
              </a:rPr>
              <a:t>w</a:t>
            </a:r>
            <a:r>
              <a:rPr sz="2400" dirty="0">
                <a:solidFill>
                  <a:srgbClr val="000000">
                    <a:alpha val="100000"/>
                  </a:srgbClr>
                </a:solidFill>
                <a:latin typeface="Arial" panose="020B0604020202090204"/>
                <a:ea typeface="Arial" panose="020B0604020202090204"/>
                <a:cs typeface="Arial" panose="020B0604020202090204"/>
                <a:sym typeface="+mn-ea"/>
              </a:rPr>
              <a:t>ner</a:t>
            </a:r>
            <a:r>
              <a:rPr sz="2400" spc="-6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3366FF">
                    <a:alpha val="100000"/>
                  </a:srgbClr>
                </a:solidFill>
                <a:latin typeface="Arial" panose="020B0604020202090204"/>
                <a:ea typeface="Arial" panose="020B0604020202090204"/>
                <a:cs typeface="Arial" panose="020B0604020202090204"/>
                <a:sym typeface="+mn-ea"/>
              </a:rPr>
              <a:t>B</a:t>
            </a:r>
            <a:r>
              <a:rPr sz="2400" spc="-60" dirty="0">
                <a:solidFill>
                  <a:srgbClr val="3366FF">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to </a:t>
            </a:r>
            <a:r>
              <a:rPr sz="2400" spc="-40" dirty="0">
                <a:solidFill>
                  <a:srgbClr val="000000">
                    <a:alpha val="100000"/>
                  </a:srgbClr>
                </a:solidFill>
                <a:latin typeface="Arial" panose="020B0604020202090204"/>
                <a:ea typeface="Arial" panose="020B0604020202090204"/>
                <a:cs typeface="Arial" panose="020B0604020202090204"/>
                <a:sym typeface="+mn-ea"/>
              </a:rPr>
              <a:t>make changes to their clas</a:t>
            </a:r>
            <a:r>
              <a:rPr sz="2400" spc="-10" dirty="0">
                <a:solidFill>
                  <a:srgbClr val="000000">
                    <a:alpha val="100000"/>
                  </a:srgbClr>
                </a:solidFill>
                <a:latin typeface="Arial" panose="020B0604020202090204"/>
                <a:ea typeface="Arial" panose="020B0604020202090204"/>
                <a:cs typeface="Arial" panose="020B0604020202090204"/>
                <a:sym typeface="+mn-ea"/>
              </a:rPr>
              <a:t>s</a:t>
            </a:r>
            <a:r>
              <a:rPr sz="2400" dirty="0">
                <a:solidFill>
                  <a:srgbClr val="000000">
                    <a:alpha val="100000"/>
                  </a:srgbClr>
                </a:solidFill>
                <a:latin typeface="Arial" panose="020B0604020202090204"/>
                <a:ea typeface="Arial" panose="020B0604020202090204"/>
                <a:cs typeface="Arial" panose="020B0604020202090204"/>
                <a:sym typeface="+mn-ea"/>
              </a:rPr>
              <a:t>es</a:t>
            </a:r>
            <a:r>
              <a:rPr sz="2400" spc="-40" dirty="0">
                <a:solidFill>
                  <a:srgbClr val="000000">
                    <a:alpha val="100000"/>
                  </a:srgbClr>
                </a:solidFill>
                <a:latin typeface="Arial" panose="020B0604020202090204"/>
                <a:ea typeface="Arial" panose="020B0604020202090204"/>
                <a:cs typeface="Arial" panose="020B0604020202090204"/>
                <a:sym typeface="+mn-ea"/>
              </a:rPr>
              <a:t>)</a:t>
            </a:r>
            <a:r>
              <a:rPr lang="en-US" sz="2400" spc="-40" dirty="0">
                <a:solidFill>
                  <a:srgbClr val="000000">
                    <a:alpha val="100000"/>
                  </a:srgbClr>
                </a:solidFill>
                <a:latin typeface="Arial" panose="020B0604020202090204"/>
                <a:ea typeface="Arial" panose="020B0604020202090204"/>
                <a:cs typeface="Arial" panose="020B0604020202090204"/>
                <a:sym typeface="+mn-ea"/>
              </a:rPr>
              <a:t> </a:t>
            </a:r>
            <a:endParaRPr sz="2400" spc="-40" dirty="0">
              <a:solidFill>
                <a:srgbClr val="000000">
                  <a:alpha val="100000"/>
                </a:srgbClr>
              </a:solidFill>
              <a:latin typeface="Arial" panose="020B0604020202090204"/>
              <a:ea typeface="Arial" panose="020B0604020202090204"/>
              <a:cs typeface="Arial" panose="020B0604020202090204"/>
              <a:sym typeface="+mn-ea"/>
            </a:endParaRPr>
          </a:p>
          <a:p>
            <a:pPr lvl="1" indent="0" algn="l" rtl="0" eaLnBrk="0" fontAlgn="auto">
              <a:lnSpc>
                <a:spcPct val="100000"/>
              </a:lnSpc>
            </a:pPr>
            <a:r>
              <a:rPr sz="2400" spc="-50" dirty="0">
                <a:solidFill>
                  <a:srgbClr val="000000">
                    <a:alpha val="100000"/>
                  </a:srgbClr>
                </a:solidFill>
                <a:latin typeface="Arial" panose="020B0604020202090204"/>
                <a:ea typeface="Arial" panose="020B0604020202090204"/>
                <a:cs typeface="Arial" panose="020B0604020202090204"/>
                <a:sym typeface="+mn-ea"/>
              </a:rPr>
              <a:t>  Risk of loss of owners during dev</a:t>
            </a:r>
            <a:r>
              <a:rPr sz="2400" spc="-20" dirty="0">
                <a:solidFill>
                  <a:srgbClr val="000000">
                    <a:alpha val="100000"/>
                  </a:srgbClr>
                </a:solidFill>
                <a:latin typeface="Arial" panose="020B0604020202090204"/>
                <a:ea typeface="Arial" panose="020B0604020202090204"/>
                <a:cs typeface="Arial" panose="020B0604020202090204"/>
                <a:sym typeface="+mn-ea"/>
              </a:rPr>
              <a:t>e</a:t>
            </a:r>
            <a:r>
              <a:rPr sz="2400" dirty="0">
                <a:solidFill>
                  <a:srgbClr val="000000">
                    <a:alpha val="100000"/>
                  </a:srgbClr>
                </a:solidFill>
                <a:latin typeface="Arial" panose="020B0604020202090204"/>
                <a:ea typeface="Arial" panose="020B0604020202090204"/>
                <a:cs typeface="Arial" panose="020B0604020202090204"/>
                <a:sym typeface="+mn-ea"/>
              </a:rPr>
              <a:t>lopment</a:t>
            </a:r>
            <a:r>
              <a:rPr lang="en-US" sz="2400" dirty="0">
                <a:solidFill>
                  <a:srgbClr val="000000">
                    <a:alpha val="100000"/>
                  </a:srgbClr>
                </a:solidFill>
                <a:latin typeface="Arial" panose="020B0604020202090204"/>
                <a:ea typeface="Arial" panose="020B0604020202090204"/>
                <a:cs typeface="Arial" panose="020B0604020202090204"/>
                <a:sym typeface="+mn-ea"/>
              </a:rPr>
              <a:t> </a:t>
            </a:r>
            <a:endParaRPr lang="en-US" altLang="en-US" sz="2400" dirty="0"/>
          </a:p>
          <a:p>
            <a:pPr marL="457835" indent="0" algn="l" rtl="0" eaLnBrk="0" fontAlgn="auto">
              <a:lnSpc>
                <a:spcPct val="100000"/>
              </a:lnSpc>
              <a:spcBef>
                <a:spcPts val="0"/>
              </a:spcBef>
            </a:pPr>
            <a:endParaRPr lang="en-US" altLang="en-US" sz="2400" dirty="0"/>
          </a:p>
        </p:txBody>
      </p:sp>
      <p:sp>
        <p:nvSpPr>
          <p:cNvPr id="3" name="Slide Number Placeholder 2"/>
          <p:cNvSpPr>
            <a:spLocks noGrp="1"/>
          </p:cNvSpPr>
          <p:nvPr>
            <p:ph type="sldNum" sz="quarter" idx="12"/>
          </p:nvPr>
        </p:nvSpPr>
        <p:spPr/>
        <p:txBody>
          <a:bodyPr/>
          <a:lstStyle/>
          <a:p>
            <a:fld id="{4267CD5E-26CF-4249-8540-BB1D07FD4227}" type="slidenum">
              <a:rPr lang="en-US" smtClean="0"/>
              <a:t>44</a:t>
            </a:fld>
            <a:endParaRPr lang="en-US"/>
          </a:p>
        </p:txBody>
      </p:sp>
      <p:pic>
        <p:nvPicPr>
          <p:cNvPr id="6" name="picture 209">
            <a:extLst>
              <a:ext uri="{FF2B5EF4-FFF2-40B4-BE49-F238E27FC236}">
                <a16:creationId xmlns:a16="http://schemas.microsoft.com/office/drawing/2014/main" id="{D441930E-7A98-208A-0CB3-A2A540180545}"/>
              </a:ext>
            </a:extLst>
          </p:cNvPr>
          <p:cNvPicPr>
            <a:picLocks noChangeAspect="1"/>
          </p:cNvPicPr>
          <p:nvPr/>
        </p:nvPicPr>
        <p:blipFill rotWithShape="1">
          <a:blip r:embed="rId2"/>
          <a:srcRect l="36523"/>
          <a:stretch/>
        </p:blipFill>
        <p:spPr>
          <a:xfrm rot="21600000">
            <a:off x="8567726" y="521364"/>
            <a:ext cx="2179787" cy="1546524"/>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spc="-10" dirty="0">
                <a:solidFill>
                  <a:srgbClr val="000000">
                    <a:alpha val="100000"/>
                  </a:srgbClr>
                </a:solidFill>
                <a:latin typeface="Arial" panose="020B0604020202090204"/>
                <a:ea typeface="Arial" panose="020B0604020202090204"/>
                <a:cs typeface="Arial" panose="020B0604020202090204"/>
                <a:sym typeface="+mn-ea"/>
              </a:rPr>
              <a:t>Feature Teams</a:t>
            </a:r>
            <a:endParaRPr lang="en-US"/>
          </a:p>
        </p:txBody>
      </p:sp>
      <p:sp>
        <p:nvSpPr>
          <p:cNvPr id="2" name="Content Placeholder 1"/>
          <p:cNvSpPr>
            <a:spLocks noGrp="1"/>
          </p:cNvSpPr>
          <p:nvPr>
            <p:ph idx="1"/>
          </p:nvPr>
        </p:nvSpPr>
        <p:spPr>
          <a:xfrm>
            <a:off x="644525" y="1504315"/>
            <a:ext cx="10709275" cy="4577715"/>
          </a:xfrm>
        </p:spPr>
        <p:txBody>
          <a:bodyPr>
            <a:normAutofit/>
          </a:bodyPr>
          <a:lstStyle/>
          <a:p>
            <a:pPr algn="l" rtl="0" eaLnBrk="0" fontAlgn="auto">
              <a:lnSpc>
                <a:spcPct val="100000"/>
              </a:lnSpc>
            </a:pPr>
            <a:r>
              <a:rPr sz="2400" spc="-50" dirty="0">
                <a:solidFill>
                  <a:srgbClr val="000000">
                    <a:alpha val="100000"/>
                  </a:srgbClr>
                </a:solidFill>
                <a:latin typeface="Arial" panose="020B0604020202090204"/>
                <a:ea typeface="Arial" panose="020B0604020202090204"/>
                <a:cs typeface="Arial" panose="020B0604020202090204"/>
                <a:sym typeface="+mn-ea"/>
              </a:rPr>
              <a:t>Each feature is owned by a Featur</a:t>
            </a:r>
            <a:r>
              <a:rPr sz="2400" spc="-30" dirty="0">
                <a:solidFill>
                  <a:srgbClr val="000000">
                    <a:alpha val="100000"/>
                  </a:srgbClr>
                </a:solidFill>
                <a:latin typeface="Arial" panose="020B0604020202090204"/>
                <a:ea typeface="Arial" panose="020B0604020202090204"/>
                <a:cs typeface="Arial" panose="020B0604020202090204"/>
                <a:sym typeface="+mn-ea"/>
              </a:rPr>
              <a:t>e</a:t>
            </a:r>
            <a:r>
              <a:rPr sz="2400" spc="-5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Team</a:t>
            </a:r>
            <a:r>
              <a:rPr lang="en-US" sz="2400" dirty="0">
                <a:solidFill>
                  <a:srgbClr val="000000">
                    <a:alpha val="100000"/>
                  </a:srgbClr>
                </a:solidFill>
                <a:latin typeface="Arial" panose="020B0604020202090204"/>
                <a:ea typeface="Arial" panose="020B0604020202090204"/>
                <a:cs typeface="Arial" panose="020B0604020202090204"/>
                <a:sym typeface="+mn-ea"/>
              </a:rPr>
              <a:t> </a:t>
            </a:r>
            <a:endParaRPr sz="2400" dirty="0">
              <a:solidFill>
                <a:srgbClr val="000000">
                  <a:alpha val="100000"/>
                </a:srgbClr>
              </a:solidFill>
              <a:latin typeface="Arial" panose="020B0604020202090204"/>
              <a:ea typeface="Arial" panose="020B0604020202090204"/>
              <a:cs typeface="Arial" panose="020B0604020202090204"/>
              <a:sym typeface="+mn-ea"/>
            </a:endParaRPr>
          </a:p>
          <a:p>
            <a:pPr marL="469900" lvl="1" algn="l" rtl="0" eaLnBrk="0" fontAlgn="auto">
              <a:lnSpc>
                <a:spcPct val="100000"/>
              </a:lnSpc>
            </a:pPr>
            <a:r>
              <a:rPr sz="2400" spc="-60" dirty="0">
                <a:solidFill>
                  <a:srgbClr val="000000">
                    <a:alpha val="100000"/>
                  </a:srgbClr>
                </a:solidFill>
                <a:latin typeface="Arial" panose="020B0604020202090204"/>
                <a:ea typeface="Arial" panose="020B0604020202090204"/>
                <a:cs typeface="Arial" panose="020B0604020202090204"/>
                <a:sym typeface="+mn-ea"/>
              </a:rPr>
              <a:t>Team is created dynamically to design and build a feat</a:t>
            </a:r>
            <a:r>
              <a:rPr sz="2400" dirty="0">
                <a:solidFill>
                  <a:srgbClr val="000000">
                    <a:alpha val="100000"/>
                  </a:srgbClr>
                </a:solidFill>
                <a:latin typeface="Arial" panose="020B0604020202090204"/>
                <a:ea typeface="Arial" panose="020B0604020202090204"/>
                <a:cs typeface="Arial" panose="020B0604020202090204"/>
                <a:sym typeface="+mn-ea"/>
              </a:rPr>
              <a:t>ure</a:t>
            </a:r>
            <a:r>
              <a:rPr lang="en-US" sz="240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 </a:t>
            </a:r>
          </a:p>
          <a:p>
            <a:pPr marL="469900" lvl="1" algn="l" rtl="0" eaLnBrk="0" fontAlgn="auto">
              <a:lnSpc>
                <a:spcPct val="100000"/>
              </a:lnSpc>
            </a:pPr>
            <a:r>
              <a:rPr sz="2400" spc="-50" dirty="0">
                <a:solidFill>
                  <a:srgbClr val="000000">
                    <a:alpha val="100000"/>
                  </a:srgbClr>
                </a:solidFill>
                <a:latin typeface="Arial" panose="020B0604020202090204"/>
                <a:ea typeface="Arial" panose="020B0604020202090204"/>
                <a:cs typeface="Arial" panose="020B0604020202090204"/>
                <a:sym typeface="+mn-ea"/>
              </a:rPr>
              <a:t>Disbanded after the feature is c</a:t>
            </a:r>
            <a:r>
              <a:rPr sz="2400" spc="-40" dirty="0">
                <a:solidFill>
                  <a:srgbClr val="000000">
                    <a:alpha val="100000"/>
                  </a:srgbClr>
                </a:solidFill>
                <a:latin typeface="Arial" panose="020B0604020202090204"/>
                <a:ea typeface="Arial" panose="020B0604020202090204"/>
                <a:cs typeface="Arial" panose="020B0604020202090204"/>
                <a:sym typeface="+mn-ea"/>
              </a:rPr>
              <a:t>o</a:t>
            </a:r>
            <a:r>
              <a:rPr sz="2400" dirty="0">
                <a:solidFill>
                  <a:srgbClr val="000000">
                    <a:alpha val="100000"/>
                  </a:srgbClr>
                </a:solidFill>
                <a:latin typeface="Arial" panose="020B0604020202090204"/>
                <a:ea typeface="Arial" panose="020B0604020202090204"/>
                <a:cs typeface="Arial" panose="020B0604020202090204"/>
                <a:sym typeface="+mn-ea"/>
              </a:rPr>
              <a:t>mplete</a:t>
            </a:r>
            <a:r>
              <a:rPr lang="en-US" sz="2400" dirty="0">
                <a:solidFill>
                  <a:srgbClr val="000000">
                    <a:alpha val="100000"/>
                  </a:srgbClr>
                </a:solidFill>
                <a:latin typeface="Arial" panose="020B0604020202090204"/>
                <a:ea typeface="Arial" panose="020B0604020202090204"/>
                <a:cs typeface="Arial" panose="020B0604020202090204"/>
                <a:sym typeface="+mn-ea"/>
              </a:rPr>
              <a:t> </a:t>
            </a:r>
            <a:endParaRPr sz="2400" dirty="0">
              <a:solidFill>
                <a:srgbClr val="000000">
                  <a:alpha val="100000"/>
                </a:srgbClr>
              </a:solidFill>
              <a:latin typeface="Arial" panose="020B0604020202090204"/>
              <a:ea typeface="Arial" panose="020B0604020202090204"/>
              <a:cs typeface="Arial" panose="020B0604020202090204"/>
              <a:sym typeface="+mn-ea"/>
            </a:endParaRPr>
          </a:p>
          <a:p>
            <a:pPr marL="12700" algn="l" rtl="0" eaLnBrk="0" fontAlgn="auto">
              <a:lnSpc>
                <a:spcPct val="100000"/>
              </a:lnSpc>
            </a:pPr>
            <a:r>
              <a:rPr sz="2400" spc="-70" dirty="0">
                <a:solidFill>
                  <a:srgbClr val="000000">
                    <a:alpha val="100000"/>
                  </a:srgbClr>
                </a:solidFill>
                <a:latin typeface="Arial" panose="020B0604020202090204"/>
                <a:ea typeface="Arial" panose="020B0604020202090204"/>
                <a:cs typeface="Arial" panose="020B0604020202090204"/>
                <a:sym typeface="+mn-ea"/>
              </a:rPr>
              <a:t>Each team consists of 2-5 class owners (developers) led </a:t>
            </a:r>
            <a:r>
              <a:rPr sz="2400" spc="-30" dirty="0">
                <a:solidFill>
                  <a:srgbClr val="000000">
                    <a:alpha val="100000"/>
                  </a:srgbClr>
                </a:solidFill>
                <a:latin typeface="Arial" panose="020B0604020202090204"/>
                <a:ea typeface="Arial" panose="020B0604020202090204"/>
                <a:cs typeface="Arial" panose="020B0604020202090204"/>
                <a:sym typeface="+mn-ea"/>
              </a:rPr>
              <a:t>b</a:t>
            </a:r>
            <a:r>
              <a:rPr sz="2400" dirty="0">
                <a:solidFill>
                  <a:srgbClr val="000000">
                    <a:alpha val="100000"/>
                  </a:srgbClr>
                </a:solidFill>
                <a:latin typeface="Arial" panose="020B0604020202090204"/>
                <a:ea typeface="Arial" panose="020B0604020202090204"/>
                <a:cs typeface="Arial" panose="020B0604020202090204"/>
                <a:sym typeface="+mn-ea"/>
              </a:rPr>
              <a:t>y</a:t>
            </a:r>
            <a:r>
              <a:rPr sz="2400" spc="-7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a</a:t>
            </a:r>
            <a:r>
              <a:rPr sz="2400" spc="-7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Chief </a:t>
            </a:r>
            <a:r>
              <a:rPr sz="2400" spc="-80" dirty="0">
                <a:solidFill>
                  <a:srgbClr val="000000">
                    <a:alpha val="100000"/>
                  </a:srgbClr>
                </a:solidFill>
                <a:latin typeface="Arial" panose="020B0604020202090204"/>
                <a:ea typeface="Arial" panose="020B0604020202090204"/>
                <a:cs typeface="Arial" panose="020B0604020202090204"/>
                <a:sym typeface="+mn-ea"/>
              </a:rPr>
              <a:t>Programm</a:t>
            </a:r>
            <a:r>
              <a:rPr sz="2400" spc="-70" dirty="0">
                <a:solidFill>
                  <a:srgbClr val="000000">
                    <a:alpha val="100000"/>
                  </a:srgbClr>
                </a:solidFill>
                <a:latin typeface="Arial" panose="020B0604020202090204"/>
                <a:ea typeface="Arial" panose="020B0604020202090204"/>
                <a:cs typeface="Arial" panose="020B0604020202090204"/>
                <a:sym typeface="+mn-ea"/>
              </a:rPr>
              <a:t>e</a:t>
            </a:r>
            <a:r>
              <a:rPr sz="2400" dirty="0">
                <a:solidFill>
                  <a:srgbClr val="000000">
                    <a:alpha val="100000"/>
                  </a:srgbClr>
                </a:solidFill>
                <a:latin typeface="Arial" panose="020B0604020202090204"/>
                <a:ea typeface="Arial" panose="020B0604020202090204"/>
                <a:cs typeface="Arial" panose="020B0604020202090204"/>
                <a:sym typeface="+mn-ea"/>
              </a:rPr>
              <a:t>r</a:t>
            </a:r>
            <a:r>
              <a:rPr lang="en-US" sz="2400" dirty="0">
                <a:solidFill>
                  <a:srgbClr val="000000">
                    <a:alpha val="100000"/>
                  </a:srgbClr>
                </a:solidFill>
                <a:latin typeface="Arial" panose="020B0604020202090204"/>
                <a:ea typeface="Arial" panose="020B0604020202090204"/>
                <a:cs typeface="Arial" panose="020B0604020202090204"/>
                <a:sym typeface="+mn-ea"/>
              </a:rPr>
              <a:t> </a:t>
            </a:r>
            <a:endParaRPr sz="2400" dirty="0">
              <a:solidFill>
                <a:srgbClr val="000000">
                  <a:alpha val="100000"/>
                </a:srgbClr>
              </a:solidFill>
              <a:latin typeface="Arial" panose="020B0604020202090204"/>
              <a:ea typeface="Arial" panose="020B0604020202090204"/>
              <a:cs typeface="Arial" panose="020B0604020202090204"/>
              <a:sym typeface="+mn-ea"/>
            </a:endParaRPr>
          </a:p>
          <a:p>
            <a:pPr marL="12700" algn="l" rtl="0" eaLnBrk="0" fontAlgn="auto">
              <a:lnSpc>
                <a:spcPct val="100000"/>
              </a:lnSpc>
            </a:pPr>
            <a:r>
              <a:rPr sz="2400" spc="-50" dirty="0">
                <a:solidFill>
                  <a:srgbClr val="000000">
                    <a:alpha val="100000"/>
                  </a:srgbClr>
                </a:solidFill>
                <a:latin typeface="Arial" panose="020B0604020202090204"/>
                <a:ea typeface="Arial" panose="020B0604020202090204"/>
                <a:cs typeface="Arial" panose="020B0604020202090204"/>
                <a:sym typeface="+mn-ea"/>
              </a:rPr>
              <a:t>Each team contains all the owners it needs to create the </a:t>
            </a:r>
            <a:r>
              <a:rPr sz="2400" spc="-40" dirty="0">
                <a:solidFill>
                  <a:srgbClr val="000000">
                    <a:alpha val="100000"/>
                  </a:srgbClr>
                </a:solidFill>
                <a:latin typeface="Arial" panose="020B0604020202090204"/>
                <a:ea typeface="Arial" panose="020B0604020202090204"/>
                <a:cs typeface="Arial" panose="020B0604020202090204"/>
                <a:sym typeface="+mn-ea"/>
              </a:rPr>
              <a:t>f</a:t>
            </a:r>
            <a:r>
              <a:rPr sz="2400" dirty="0">
                <a:solidFill>
                  <a:srgbClr val="000000">
                    <a:alpha val="100000"/>
                  </a:srgbClr>
                </a:solidFill>
                <a:latin typeface="Arial" panose="020B0604020202090204"/>
                <a:ea typeface="Arial" panose="020B0604020202090204"/>
                <a:cs typeface="Arial" panose="020B0604020202090204"/>
                <a:sym typeface="+mn-ea"/>
              </a:rPr>
              <a:t>eature</a:t>
            </a:r>
            <a:r>
              <a:rPr lang="en-US" sz="240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    </a:t>
            </a:r>
          </a:p>
          <a:p>
            <a:pPr marL="469900" lvl="1" algn="l" rtl="0" eaLnBrk="0" fontAlgn="auto">
              <a:lnSpc>
                <a:spcPct val="100000"/>
              </a:lnSpc>
            </a:pPr>
            <a:r>
              <a:rPr sz="2400" spc="-50" dirty="0">
                <a:solidFill>
                  <a:srgbClr val="000000">
                    <a:alpha val="100000"/>
                  </a:srgbClr>
                </a:solidFill>
                <a:latin typeface="Arial" panose="020B0604020202090204"/>
                <a:ea typeface="Arial" panose="020B0604020202090204"/>
                <a:cs typeface="Arial" panose="020B0604020202090204"/>
                <a:sym typeface="+mn-ea"/>
              </a:rPr>
              <a:t>Everyone needed to develop the feature is on the t</a:t>
            </a:r>
            <a:r>
              <a:rPr sz="2400" spc="-10" dirty="0">
                <a:solidFill>
                  <a:srgbClr val="000000">
                    <a:alpha val="100000"/>
                  </a:srgbClr>
                </a:solidFill>
                <a:latin typeface="Arial" panose="020B0604020202090204"/>
                <a:ea typeface="Arial" panose="020B0604020202090204"/>
                <a:cs typeface="Arial" panose="020B0604020202090204"/>
                <a:sym typeface="+mn-ea"/>
              </a:rPr>
              <a:t>e</a:t>
            </a:r>
            <a:r>
              <a:rPr sz="2400" dirty="0">
                <a:solidFill>
                  <a:srgbClr val="000000">
                    <a:alpha val="100000"/>
                  </a:srgbClr>
                </a:solidFill>
                <a:latin typeface="Arial" panose="020B0604020202090204"/>
                <a:ea typeface="Arial" panose="020B0604020202090204"/>
                <a:cs typeface="Arial" panose="020B0604020202090204"/>
                <a:sym typeface="+mn-ea"/>
              </a:rPr>
              <a:t>am</a:t>
            </a:r>
            <a:r>
              <a:rPr lang="en-US" sz="240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           </a:t>
            </a:r>
          </a:p>
          <a:p>
            <a:pPr marL="469900" lvl="1" algn="l" rtl="0" eaLnBrk="0" fontAlgn="auto">
              <a:lnSpc>
                <a:spcPct val="100000"/>
              </a:lnSpc>
            </a:pPr>
            <a:r>
              <a:rPr sz="2400" spc="-50" dirty="0">
                <a:solidFill>
                  <a:srgbClr val="000000">
                    <a:alpha val="100000"/>
                  </a:srgbClr>
                </a:solidFill>
                <a:latin typeface="Arial" panose="020B0604020202090204"/>
                <a:ea typeface="Arial" panose="020B0604020202090204"/>
                <a:cs typeface="Arial" panose="020B0604020202090204"/>
                <a:sym typeface="+mn-ea"/>
              </a:rPr>
              <a:t>Don’t depend on anyone outside t</a:t>
            </a:r>
            <a:r>
              <a:rPr sz="2400" dirty="0">
                <a:solidFill>
                  <a:srgbClr val="000000">
                    <a:alpha val="100000"/>
                  </a:srgbClr>
                </a:solidFill>
                <a:latin typeface="Arial" panose="020B0604020202090204"/>
                <a:ea typeface="Arial" panose="020B0604020202090204"/>
                <a:cs typeface="Arial" panose="020B0604020202090204"/>
                <a:sym typeface="+mn-ea"/>
              </a:rPr>
              <a:t>he</a:t>
            </a:r>
            <a:r>
              <a:rPr sz="2400" spc="-5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team</a:t>
            </a:r>
            <a:r>
              <a:rPr lang="en-US" sz="240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        </a:t>
            </a:r>
          </a:p>
          <a:p>
            <a:pPr marL="12700" algn="l" rtl="0" eaLnBrk="0" fontAlgn="auto">
              <a:lnSpc>
                <a:spcPct val="100000"/>
              </a:lnSpc>
            </a:pPr>
            <a:r>
              <a:rPr sz="2400" spc="-50" dirty="0">
                <a:solidFill>
                  <a:srgbClr val="000000">
                    <a:alpha val="100000"/>
                  </a:srgbClr>
                </a:solidFill>
                <a:latin typeface="Arial" panose="020B0604020202090204"/>
                <a:ea typeface="Arial" panose="020B0604020202090204"/>
                <a:cs typeface="Arial" panose="020B0604020202090204"/>
                <a:sym typeface="+mn-ea"/>
              </a:rPr>
              <a:t>Owners may be on multiple feature teams at the sa</a:t>
            </a:r>
            <a:r>
              <a:rPr sz="2400" spc="-10" dirty="0">
                <a:solidFill>
                  <a:srgbClr val="000000">
                    <a:alpha val="100000"/>
                  </a:srgbClr>
                </a:solidFill>
                <a:latin typeface="Arial" panose="020B0604020202090204"/>
                <a:ea typeface="Arial" panose="020B0604020202090204"/>
                <a:cs typeface="Arial" panose="020B0604020202090204"/>
                <a:sym typeface="+mn-ea"/>
              </a:rPr>
              <a:t>m</a:t>
            </a:r>
            <a:r>
              <a:rPr sz="2400" dirty="0">
                <a:solidFill>
                  <a:srgbClr val="000000">
                    <a:alpha val="100000"/>
                  </a:srgbClr>
                </a:solidFill>
                <a:latin typeface="Arial" panose="020B0604020202090204"/>
                <a:ea typeface="Arial" panose="020B0604020202090204"/>
                <a:cs typeface="Arial" panose="020B0604020202090204"/>
                <a:sym typeface="+mn-ea"/>
              </a:rPr>
              <a:t>e</a:t>
            </a:r>
            <a:r>
              <a:rPr sz="2400" spc="-5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time</a:t>
            </a:r>
            <a:r>
              <a:rPr lang="en-US" sz="240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  </a:t>
            </a:r>
          </a:p>
          <a:p>
            <a:pPr marL="12700" algn="l" rtl="0" eaLnBrk="0" fontAlgn="auto">
              <a:lnSpc>
                <a:spcPct val="100000"/>
              </a:lnSpc>
            </a:pPr>
            <a:r>
              <a:rPr sz="2400" spc="-70" dirty="0">
                <a:solidFill>
                  <a:srgbClr val="000000">
                    <a:alpha val="100000"/>
                  </a:srgbClr>
                </a:solidFill>
                <a:latin typeface="Arial" panose="020B0604020202090204"/>
                <a:ea typeface="Arial" panose="020B0604020202090204"/>
                <a:cs typeface="Arial" panose="020B0604020202090204"/>
                <a:sym typeface="+mn-ea"/>
              </a:rPr>
              <a:t>Chief programmers may also be class </a:t>
            </a:r>
            <a:r>
              <a:rPr sz="2400" spc="-60" dirty="0">
                <a:solidFill>
                  <a:srgbClr val="000000">
                    <a:alpha val="100000"/>
                  </a:srgbClr>
                </a:solidFill>
                <a:latin typeface="Arial" panose="020B0604020202090204"/>
                <a:ea typeface="Arial" panose="020B0604020202090204"/>
                <a:cs typeface="Arial" panose="020B0604020202090204"/>
                <a:sym typeface="+mn-ea"/>
              </a:rPr>
              <a:t>o</a:t>
            </a:r>
            <a:r>
              <a:rPr sz="2400" dirty="0">
                <a:solidFill>
                  <a:srgbClr val="000000">
                    <a:alpha val="100000"/>
                  </a:srgbClr>
                </a:solidFill>
                <a:latin typeface="Arial" panose="020B0604020202090204"/>
                <a:ea typeface="Arial" panose="020B0604020202090204"/>
                <a:cs typeface="Arial" panose="020B0604020202090204"/>
                <a:sym typeface="+mn-ea"/>
              </a:rPr>
              <a:t>wners</a:t>
            </a:r>
            <a:r>
              <a:rPr lang="en-US" sz="2400" dirty="0">
                <a:solidFill>
                  <a:srgbClr val="000000">
                    <a:alpha val="100000"/>
                  </a:srgbClr>
                </a:solidFill>
                <a:latin typeface="Arial" panose="020B0604020202090204"/>
                <a:ea typeface="Arial" panose="020B0604020202090204"/>
                <a:cs typeface="Arial" panose="020B0604020202090204"/>
                <a:sym typeface="+mn-ea"/>
              </a:rPr>
              <a:t> </a:t>
            </a:r>
          </a:p>
        </p:txBody>
      </p:sp>
      <p:sp>
        <p:nvSpPr>
          <p:cNvPr id="3" name="Slide Number Placeholder 2"/>
          <p:cNvSpPr>
            <a:spLocks noGrp="1"/>
          </p:cNvSpPr>
          <p:nvPr>
            <p:ph type="sldNum" sz="quarter" idx="12"/>
          </p:nvPr>
        </p:nvSpPr>
        <p:spPr/>
        <p:txBody>
          <a:bodyPr/>
          <a:lstStyle/>
          <a:p>
            <a:fld id="{4267CD5E-26CF-4249-8540-BB1D07FD4227}" type="slidenum">
              <a:rPr lang="en-US" smtClean="0"/>
              <a:t>45</a:t>
            </a:fld>
            <a:endParaRPr lang="en-US"/>
          </a:p>
        </p:txBody>
      </p:sp>
      <p:pic>
        <p:nvPicPr>
          <p:cNvPr id="6" name="picture 209">
            <a:extLst>
              <a:ext uri="{FF2B5EF4-FFF2-40B4-BE49-F238E27FC236}">
                <a16:creationId xmlns:a16="http://schemas.microsoft.com/office/drawing/2014/main" id="{99A2546A-E3D8-572E-35E4-D3321705B4F9}"/>
              </a:ext>
            </a:extLst>
          </p:cNvPr>
          <p:cNvPicPr>
            <a:picLocks noChangeAspect="1"/>
          </p:cNvPicPr>
          <p:nvPr/>
        </p:nvPicPr>
        <p:blipFill rotWithShape="1">
          <a:blip r:embed="rId2"/>
          <a:srcRect l="36523"/>
          <a:stretch/>
        </p:blipFill>
        <p:spPr>
          <a:xfrm rot="21600000">
            <a:off x="8567726" y="521364"/>
            <a:ext cx="2179787" cy="1546524"/>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spc="-40" dirty="0">
                <a:solidFill>
                  <a:srgbClr val="000000">
                    <a:alpha val="100000"/>
                  </a:srgbClr>
                </a:solidFill>
                <a:latin typeface="Arial" panose="020B0604020202090204"/>
                <a:ea typeface="Arial" panose="020B0604020202090204"/>
                <a:cs typeface="Arial" panose="020B0604020202090204"/>
                <a:sym typeface="+mn-ea"/>
              </a:rPr>
              <a:t>Inspecti</a:t>
            </a:r>
            <a:r>
              <a:rPr spc="-20" dirty="0">
                <a:solidFill>
                  <a:srgbClr val="000000">
                    <a:alpha val="100000"/>
                  </a:srgbClr>
                </a:solidFill>
                <a:latin typeface="Arial" panose="020B0604020202090204"/>
                <a:ea typeface="Arial" panose="020B0604020202090204"/>
                <a:cs typeface="Arial" panose="020B0604020202090204"/>
                <a:sym typeface="+mn-ea"/>
              </a:rPr>
              <a:t>o</a:t>
            </a:r>
            <a:r>
              <a:rPr dirty="0">
                <a:solidFill>
                  <a:srgbClr val="000000">
                    <a:alpha val="100000"/>
                  </a:srgbClr>
                </a:solidFill>
                <a:latin typeface="Arial" panose="020B0604020202090204"/>
                <a:ea typeface="Arial" panose="020B0604020202090204"/>
                <a:cs typeface="Arial" panose="020B0604020202090204"/>
                <a:sym typeface="+mn-ea"/>
              </a:rPr>
              <a:t>ns</a:t>
            </a:r>
            <a:endParaRPr lang="en-US"/>
          </a:p>
        </p:txBody>
      </p:sp>
      <p:sp>
        <p:nvSpPr>
          <p:cNvPr id="2" name="Content Placeholder 1"/>
          <p:cNvSpPr>
            <a:spLocks noGrp="1"/>
          </p:cNvSpPr>
          <p:nvPr>
            <p:ph idx="1"/>
          </p:nvPr>
        </p:nvSpPr>
        <p:spPr>
          <a:xfrm>
            <a:off x="644525" y="1618615"/>
            <a:ext cx="10709275" cy="4463415"/>
          </a:xfrm>
        </p:spPr>
        <p:txBody>
          <a:bodyPr>
            <a:normAutofit/>
          </a:bodyPr>
          <a:lstStyle/>
          <a:p>
            <a:pPr algn="l" rtl="0" eaLnBrk="0">
              <a:lnSpc>
                <a:spcPct val="66000"/>
              </a:lnSpc>
            </a:pPr>
            <a:endParaRPr lang="en-US" altLang="en-US" sz="2400" dirty="0"/>
          </a:p>
          <a:p>
            <a:pPr marL="12700" indent="27305" algn="l" rtl="0" eaLnBrk="0">
              <a:lnSpc>
                <a:spcPct val="113000"/>
              </a:lnSpc>
            </a:pPr>
            <a:r>
              <a:rPr sz="2400" spc="-70" dirty="0">
                <a:solidFill>
                  <a:srgbClr val="000000">
                    <a:alpha val="100000"/>
                  </a:srgbClr>
                </a:solidFill>
                <a:latin typeface="Arial" panose="020B0604020202090204"/>
                <a:ea typeface="Arial" panose="020B0604020202090204"/>
                <a:cs typeface="Arial" panose="020B0604020202090204"/>
                <a:sym typeface="+mn-ea"/>
              </a:rPr>
              <a:t>  FDD inspections usually performed by feature tea</a:t>
            </a:r>
            <a:r>
              <a:rPr sz="2400" spc="-40" dirty="0">
                <a:solidFill>
                  <a:srgbClr val="000000">
                    <a:alpha val="100000"/>
                  </a:srgbClr>
                </a:solidFill>
                <a:latin typeface="Arial" panose="020B0604020202090204"/>
                <a:ea typeface="Arial" panose="020B0604020202090204"/>
                <a:cs typeface="Arial" panose="020B0604020202090204"/>
                <a:sym typeface="+mn-ea"/>
              </a:rPr>
              <a:t>m</a:t>
            </a:r>
            <a:r>
              <a:rPr sz="2400" dirty="0">
                <a:solidFill>
                  <a:srgbClr val="000000">
                    <a:alpha val="100000"/>
                  </a:srgbClr>
                </a:solidFill>
                <a:latin typeface="Arial" panose="020B0604020202090204"/>
                <a:ea typeface="Arial" panose="020B0604020202090204"/>
                <a:cs typeface="Arial" panose="020B0604020202090204"/>
                <a:sym typeface="+mn-ea"/>
              </a:rPr>
              <a:t>s</a:t>
            </a:r>
            <a:r>
              <a:rPr sz="2400" spc="-7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on  </a:t>
            </a:r>
            <a:r>
              <a:rPr sz="2400" spc="-20" dirty="0">
                <a:solidFill>
                  <a:srgbClr val="000000">
                    <a:alpha val="100000"/>
                  </a:srgbClr>
                </a:solidFill>
                <a:latin typeface="Arial" panose="020B0604020202090204"/>
                <a:ea typeface="Arial" panose="020B0604020202090204"/>
                <a:cs typeface="Arial" panose="020B0604020202090204"/>
                <a:sym typeface="+mn-ea"/>
              </a:rPr>
              <a:t>their own feat</a:t>
            </a:r>
            <a:r>
              <a:rPr sz="2400" dirty="0">
                <a:solidFill>
                  <a:srgbClr val="000000">
                    <a:alpha val="100000"/>
                  </a:srgbClr>
                </a:solidFill>
                <a:latin typeface="Arial" panose="020B0604020202090204"/>
                <a:ea typeface="Arial" panose="020B0604020202090204"/>
                <a:cs typeface="Arial" panose="020B0604020202090204"/>
                <a:sym typeface="+mn-ea"/>
              </a:rPr>
              <a:t>ures</a:t>
            </a:r>
            <a:r>
              <a:rPr lang="en-US" sz="2400" dirty="0">
                <a:solidFill>
                  <a:srgbClr val="000000">
                    <a:alpha val="100000"/>
                  </a:srgbClr>
                </a:solidFill>
                <a:latin typeface="Arial" panose="020B0604020202090204"/>
                <a:ea typeface="Arial" panose="020B0604020202090204"/>
                <a:cs typeface="Arial" panose="020B0604020202090204"/>
                <a:sym typeface="+mn-ea"/>
              </a:rPr>
              <a:t> </a:t>
            </a:r>
            <a:endParaRPr sz="2400" dirty="0">
              <a:solidFill>
                <a:srgbClr val="000000">
                  <a:alpha val="100000"/>
                </a:srgbClr>
              </a:solidFill>
              <a:latin typeface="Arial" panose="020B0604020202090204"/>
              <a:ea typeface="Arial" panose="020B0604020202090204"/>
              <a:cs typeface="Arial" panose="020B0604020202090204"/>
              <a:sym typeface="+mn-ea"/>
            </a:endParaRPr>
          </a:p>
          <a:p>
            <a:pPr marL="469900" lvl="1" indent="27305" algn="l" rtl="0" eaLnBrk="0">
              <a:lnSpc>
                <a:spcPct val="113000"/>
              </a:lnSpc>
            </a:pPr>
            <a:r>
              <a:rPr sz="2400" dirty="0">
                <a:solidFill>
                  <a:srgbClr val="000000">
                    <a:alpha val="100000"/>
                  </a:srgbClr>
                </a:solidFill>
                <a:latin typeface="Arial" panose="020B0604020202090204"/>
                <a:ea typeface="Arial" panose="020B0604020202090204"/>
                <a:cs typeface="Arial" panose="020B0604020202090204"/>
                <a:sym typeface="+mn-ea"/>
              </a:rPr>
              <a:t>  </a:t>
            </a:r>
            <a:r>
              <a:rPr sz="2400" spc="-70" dirty="0">
                <a:solidFill>
                  <a:srgbClr val="000000">
                    <a:alpha val="100000"/>
                  </a:srgbClr>
                </a:solidFill>
                <a:latin typeface="Arial" panose="020B0604020202090204"/>
                <a:ea typeface="Arial" panose="020B0604020202090204"/>
                <a:cs typeface="Arial" panose="020B0604020202090204"/>
                <a:sym typeface="+mn-ea"/>
              </a:rPr>
              <a:t>FDD suggests inspections over Pair Programmin</a:t>
            </a:r>
            <a:r>
              <a:rPr sz="2400" spc="-10" dirty="0">
                <a:solidFill>
                  <a:srgbClr val="000000">
                    <a:alpha val="100000"/>
                  </a:srgbClr>
                </a:solidFill>
                <a:latin typeface="Arial" panose="020B0604020202090204"/>
                <a:ea typeface="Arial" panose="020B0604020202090204"/>
                <a:cs typeface="Arial" panose="020B0604020202090204"/>
                <a:sym typeface="+mn-ea"/>
              </a:rPr>
              <a:t>g</a:t>
            </a:r>
            <a:r>
              <a:rPr lang="en-US" sz="2400" spc="-10" dirty="0">
                <a:solidFill>
                  <a:srgbClr val="000000">
                    <a:alpha val="100000"/>
                  </a:srgbClr>
                </a:solidFill>
                <a:latin typeface="Arial" panose="020B0604020202090204"/>
                <a:ea typeface="Arial" panose="020B0604020202090204"/>
                <a:cs typeface="Arial" panose="020B0604020202090204"/>
                <a:sym typeface="+mn-ea"/>
              </a:rPr>
              <a:t> </a:t>
            </a:r>
            <a:endParaRPr sz="2400" spc="-10" dirty="0">
              <a:solidFill>
                <a:srgbClr val="000000">
                  <a:alpha val="100000"/>
                </a:srgbClr>
              </a:solidFill>
              <a:latin typeface="Arial" panose="020B0604020202090204"/>
              <a:ea typeface="Arial" panose="020B0604020202090204"/>
              <a:cs typeface="Arial" panose="020B0604020202090204"/>
              <a:sym typeface="+mn-ea"/>
            </a:endParaRPr>
          </a:p>
          <a:p>
            <a:pPr marL="12700" indent="27305" algn="l" rtl="0" eaLnBrk="0">
              <a:lnSpc>
                <a:spcPct val="113000"/>
              </a:lnSpc>
            </a:pPr>
            <a:r>
              <a:rPr sz="2400" spc="-90" dirty="0">
                <a:solidFill>
                  <a:srgbClr val="000000">
                    <a:alpha val="100000"/>
                  </a:srgbClr>
                </a:solidFill>
                <a:latin typeface="Arial" panose="020B0604020202090204"/>
                <a:ea typeface="Arial" panose="020B0604020202090204"/>
                <a:cs typeface="Arial" panose="020B0604020202090204"/>
                <a:sym typeface="+mn-ea"/>
              </a:rPr>
              <a:t>  Designs and code are inspected by team memb</a:t>
            </a:r>
            <a:r>
              <a:rPr sz="2400" spc="-50" dirty="0">
                <a:solidFill>
                  <a:srgbClr val="000000">
                    <a:alpha val="100000"/>
                  </a:srgbClr>
                </a:solidFill>
                <a:latin typeface="Arial" panose="020B0604020202090204"/>
                <a:ea typeface="Arial" panose="020B0604020202090204"/>
                <a:cs typeface="Arial" panose="020B0604020202090204"/>
                <a:sym typeface="+mn-ea"/>
              </a:rPr>
              <a:t>e</a:t>
            </a:r>
            <a:r>
              <a:rPr sz="2400" dirty="0">
                <a:solidFill>
                  <a:srgbClr val="000000">
                    <a:alpha val="100000"/>
                  </a:srgbClr>
                </a:solidFill>
                <a:latin typeface="Arial" panose="020B0604020202090204"/>
                <a:ea typeface="Arial" panose="020B0604020202090204"/>
                <a:cs typeface="Arial" panose="020B0604020202090204"/>
                <a:sym typeface="+mn-ea"/>
              </a:rPr>
              <a:t>rs</a:t>
            </a:r>
            <a:r>
              <a:rPr lang="en-US" sz="2400" dirty="0">
                <a:solidFill>
                  <a:srgbClr val="000000">
                    <a:alpha val="100000"/>
                  </a:srgbClr>
                </a:solidFill>
                <a:latin typeface="Arial" panose="020B0604020202090204"/>
                <a:ea typeface="Arial" panose="020B0604020202090204"/>
                <a:cs typeface="Arial" panose="020B0604020202090204"/>
                <a:sym typeface="+mn-ea"/>
              </a:rPr>
              <a:t> </a:t>
            </a:r>
            <a:endParaRPr sz="2400" dirty="0">
              <a:solidFill>
                <a:srgbClr val="000000">
                  <a:alpha val="100000"/>
                </a:srgbClr>
              </a:solidFill>
              <a:latin typeface="Arial" panose="020B0604020202090204"/>
              <a:ea typeface="Arial" panose="020B0604020202090204"/>
              <a:cs typeface="Arial" panose="020B0604020202090204"/>
              <a:sym typeface="+mn-ea"/>
            </a:endParaRPr>
          </a:p>
          <a:p>
            <a:pPr marL="12700" indent="27305" algn="l" rtl="0" eaLnBrk="0">
              <a:lnSpc>
                <a:spcPct val="113000"/>
              </a:lnSpc>
            </a:pPr>
            <a:r>
              <a:rPr sz="2400" spc="-80" dirty="0">
                <a:solidFill>
                  <a:srgbClr val="000000">
                    <a:alpha val="100000"/>
                  </a:srgbClr>
                </a:solidFill>
                <a:latin typeface="Arial" panose="020B0604020202090204"/>
                <a:ea typeface="Arial" panose="020B0604020202090204"/>
                <a:cs typeface="Arial" panose="020B0604020202090204"/>
                <a:sym typeface="+mn-ea"/>
              </a:rPr>
              <a:t>  Advantage</a:t>
            </a:r>
            <a:r>
              <a:rPr sz="2400" spc="-40" dirty="0">
                <a:solidFill>
                  <a:srgbClr val="000000">
                    <a:alpha val="100000"/>
                  </a:srgbClr>
                </a:solidFill>
                <a:latin typeface="Arial" panose="020B0604020202090204"/>
                <a:ea typeface="Arial" panose="020B0604020202090204"/>
                <a:cs typeface="Arial" panose="020B0604020202090204"/>
                <a:sym typeface="+mn-ea"/>
              </a:rPr>
              <a:t>s</a:t>
            </a:r>
            <a:r>
              <a:rPr sz="2400" spc="-80" dirty="0">
                <a:solidFill>
                  <a:srgbClr val="000000">
                    <a:alpha val="100000"/>
                  </a:srgbClr>
                </a:solidFill>
                <a:latin typeface="Arial" panose="020B0604020202090204"/>
                <a:ea typeface="Arial" panose="020B0604020202090204"/>
                <a:cs typeface="Arial" panose="020B0604020202090204"/>
                <a:sym typeface="+mn-ea"/>
              </a:rPr>
              <a:t>:</a:t>
            </a:r>
          </a:p>
          <a:p>
            <a:pPr marL="469900" lvl="1" indent="27305" algn="l" rtl="0" eaLnBrk="0">
              <a:lnSpc>
                <a:spcPct val="113000"/>
              </a:lnSpc>
            </a:pPr>
            <a:r>
              <a:rPr sz="2400" spc="-80" dirty="0">
                <a:solidFill>
                  <a:srgbClr val="000000">
                    <a:alpha val="100000"/>
                  </a:srgbClr>
                </a:solidFill>
                <a:latin typeface="Arial" panose="020B0604020202090204"/>
                <a:ea typeface="Arial" panose="020B0604020202090204"/>
                <a:cs typeface="Arial" panose="020B0604020202090204"/>
                <a:sym typeface="+mn-ea"/>
              </a:rPr>
              <a:t>  </a:t>
            </a:r>
            <a:r>
              <a:rPr sz="2400" spc="-50" dirty="0">
                <a:solidFill>
                  <a:srgbClr val="000000">
                    <a:alpha val="100000"/>
                  </a:srgbClr>
                </a:solidFill>
                <a:latin typeface="Arial" panose="020B0604020202090204"/>
                <a:ea typeface="Arial" panose="020B0604020202090204"/>
                <a:cs typeface="Arial" panose="020B0604020202090204"/>
                <a:sym typeface="+mn-ea"/>
              </a:rPr>
              <a:t>Most effective technique for discovering </a:t>
            </a:r>
            <a:r>
              <a:rPr sz="2400" spc="-30" dirty="0">
                <a:solidFill>
                  <a:srgbClr val="000000">
                    <a:alpha val="100000"/>
                  </a:srgbClr>
                </a:solidFill>
                <a:latin typeface="Arial" panose="020B0604020202090204"/>
                <a:ea typeface="Arial" panose="020B0604020202090204"/>
                <a:cs typeface="Arial" panose="020B0604020202090204"/>
                <a:sym typeface="+mn-ea"/>
              </a:rPr>
              <a:t>d</a:t>
            </a:r>
            <a:r>
              <a:rPr sz="2400" dirty="0">
                <a:solidFill>
                  <a:srgbClr val="000000">
                    <a:alpha val="100000"/>
                  </a:srgbClr>
                </a:solidFill>
                <a:latin typeface="Arial" panose="020B0604020202090204"/>
                <a:ea typeface="Arial" panose="020B0604020202090204"/>
                <a:cs typeface="Arial" panose="020B0604020202090204"/>
                <a:sym typeface="+mn-ea"/>
              </a:rPr>
              <a:t>efects</a:t>
            </a:r>
            <a:r>
              <a:rPr lang="en-US" sz="2400" dirty="0">
                <a:solidFill>
                  <a:srgbClr val="000000">
                    <a:alpha val="100000"/>
                  </a:srgbClr>
                </a:solidFill>
                <a:latin typeface="Arial" panose="020B0604020202090204"/>
                <a:ea typeface="Arial" panose="020B0604020202090204"/>
                <a:cs typeface="Arial" panose="020B0604020202090204"/>
                <a:sym typeface="+mn-ea"/>
              </a:rPr>
              <a:t> </a:t>
            </a:r>
            <a:endParaRPr sz="2400" dirty="0">
              <a:solidFill>
                <a:srgbClr val="000000">
                  <a:alpha val="100000"/>
                </a:srgbClr>
              </a:solidFill>
              <a:latin typeface="Arial" panose="020B0604020202090204"/>
              <a:ea typeface="Arial" panose="020B0604020202090204"/>
              <a:cs typeface="Arial" panose="020B0604020202090204"/>
              <a:sym typeface="+mn-ea"/>
            </a:endParaRPr>
          </a:p>
          <a:p>
            <a:pPr marL="469900" lvl="1" indent="27305" algn="l" rtl="0" eaLnBrk="0">
              <a:lnSpc>
                <a:spcPct val="113000"/>
              </a:lnSpc>
            </a:pPr>
            <a:r>
              <a:rPr sz="2400" dirty="0">
                <a:solidFill>
                  <a:srgbClr val="000000">
                    <a:alpha val="100000"/>
                  </a:srgbClr>
                </a:solidFill>
                <a:latin typeface="Arial" panose="020B0604020202090204"/>
                <a:ea typeface="Arial" panose="020B0604020202090204"/>
                <a:cs typeface="Arial" panose="020B0604020202090204"/>
                <a:sym typeface="+mn-ea"/>
              </a:rPr>
              <a:t>  </a:t>
            </a:r>
            <a:r>
              <a:rPr sz="2400" spc="-70" dirty="0">
                <a:solidFill>
                  <a:srgbClr val="000000">
                    <a:alpha val="100000"/>
                  </a:srgbClr>
                </a:solidFill>
                <a:latin typeface="Arial" panose="020B0604020202090204"/>
                <a:ea typeface="Arial" panose="020B0604020202090204"/>
                <a:cs typeface="Arial" panose="020B0604020202090204"/>
                <a:sym typeface="+mn-ea"/>
              </a:rPr>
              <a:t>Provide educational benefits: domain knowledge, technical sk</a:t>
            </a:r>
            <a:r>
              <a:rPr sz="2400" spc="-40" dirty="0">
                <a:solidFill>
                  <a:srgbClr val="000000">
                    <a:alpha val="100000"/>
                  </a:srgbClr>
                </a:solidFill>
                <a:latin typeface="Arial" panose="020B0604020202090204"/>
                <a:ea typeface="Arial" panose="020B0604020202090204"/>
                <a:cs typeface="Arial" panose="020B0604020202090204"/>
                <a:sym typeface="+mn-ea"/>
              </a:rPr>
              <a:t>i</a:t>
            </a:r>
            <a:r>
              <a:rPr sz="2400" dirty="0">
                <a:solidFill>
                  <a:srgbClr val="000000">
                    <a:alpha val="100000"/>
                  </a:srgbClr>
                </a:solidFill>
                <a:latin typeface="Arial" panose="020B0604020202090204"/>
                <a:ea typeface="Arial" panose="020B0604020202090204"/>
                <a:cs typeface="Arial" panose="020B0604020202090204"/>
                <a:sym typeface="+mn-ea"/>
              </a:rPr>
              <a:t>lls </a:t>
            </a:r>
            <a:r>
              <a:rPr sz="2400" spc="-70" dirty="0">
                <a:solidFill>
                  <a:srgbClr val="000000">
                    <a:alpha val="100000"/>
                  </a:srgbClr>
                </a:solidFill>
                <a:latin typeface="Arial" panose="020B0604020202090204"/>
                <a:ea typeface="Arial" panose="020B0604020202090204"/>
                <a:cs typeface="Arial" panose="020B0604020202090204"/>
                <a:sym typeface="+mn-ea"/>
              </a:rPr>
              <a:t>Promotes and enforces standa</a:t>
            </a:r>
            <a:r>
              <a:rPr sz="2400" spc="-40" dirty="0">
                <a:solidFill>
                  <a:srgbClr val="000000">
                    <a:alpha val="100000"/>
                  </a:srgbClr>
                </a:solidFill>
                <a:latin typeface="Arial" panose="020B0604020202090204"/>
                <a:ea typeface="Arial" panose="020B0604020202090204"/>
                <a:cs typeface="Arial" panose="020B0604020202090204"/>
                <a:sym typeface="+mn-ea"/>
              </a:rPr>
              <a:t>r</a:t>
            </a:r>
            <a:r>
              <a:rPr sz="2400" dirty="0">
                <a:solidFill>
                  <a:srgbClr val="000000">
                    <a:alpha val="100000"/>
                  </a:srgbClr>
                </a:solidFill>
                <a:latin typeface="Arial" panose="020B0604020202090204"/>
                <a:ea typeface="Arial" panose="020B0604020202090204"/>
                <a:cs typeface="Arial" panose="020B0604020202090204"/>
                <a:sym typeface="+mn-ea"/>
              </a:rPr>
              <a:t>ds</a:t>
            </a:r>
            <a:r>
              <a:rPr lang="en-US" sz="2400" dirty="0">
                <a:solidFill>
                  <a:srgbClr val="000000">
                    <a:alpha val="100000"/>
                  </a:srgbClr>
                </a:solidFill>
                <a:latin typeface="Arial" panose="020B0604020202090204"/>
                <a:ea typeface="Arial" panose="020B0604020202090204"/>
                <a:cs typeface="Arial" panose="020B0604020202090204"/>
                <a:sym typeface="+mn-ea"/>
              </a:rPr>
              <a:t> </a:t>
            </a:r>
            <a:endParaRPr lang="en-US" altLang="en-US" sz="2130" dirty="0"/>
          </a:p>
          <a:p>
            <a:endParaRPr lang="en-US" sz="2400" dirty="0"/>
          </a:p>
        </p:txBody>
      </p:sp>
      <p:sp>
        <p:nvSpPr>
          <p:cNvPr id="3" name="Slide Number Placeholder 2"/>
          <p:cNvSpPr>
            <a:spLocks noGrp="1"/>
          </p:cNvSpPr>
          <p:nvPr>
            <p:ph type="sldNum" sz="quarter" idx="12"/>
          </p:nvPr>
        </p:nvSpPr>
        <p:spPr/>
        <p:txBody>
          <a:bodyPr/>
          <a:lstStyle/>
          <a:p>
            <a:fld id="{4267CD5E-26CF-4249-8540-BB1D07FD4227}" type="slidenum">
              <a:rPr lang="en-US" smtClean="0"/>
              <a:t>46</a:t>
            </a:fld>
            <a:endParaRPr lang="en-US"/>
          </a:p>
        </p:txBody>
      </p:sp>
      <p:pic>
        <p:nvPicPr>
          <p:cNvPr id="6" name="picture 209">
            <a:extLst>
              <a:ext uri="{FF2B5EF4-FFF2-40B4-BE49-F238E27FC236}">
                <a16:creationId xmlns:a16="http://schemas.microsoft.com/office/drawing/2014/main" id="{C32AEACE-6B21-A051-D7E2-F250C65FEE70}"/>
              </a:ext>
            </a:extLst>
          </p:cNvPr>
          <p:cNvPicPr>
            <a:picLocks noChangeAspect="1"/>
          </p:cNvPicPr>
          <p:nvPr/>
        </p:nvPicPr>
        <p:blipFill rotWithShape="1">
          <a:blip r:embed="rId2"/>
          <a:srcRect l="36523"/>
          <a:stretch/>
        </p:blipFill>
        <p:spPr>
          <a:xfrm rot="21600000">
            <a:off x="8567726" y="521364"/>
            <a:ext cx="2179787" cy="1546524"/>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spc="-30" dirty="0">
                <a:solidFill>
                  <a:srgbClr val="000000">
                    <a:alpha val="100000"/>
                  </a:srgbClr>
                </a:solidFill>
                <a:latin typeface="Arial" panose="020B0604020202090204"/>
                <a:ea typeface="Arial" panose="020B0604020202090204"/>
                <a:cs typeface="Arial" panose="020B0604020202090204"/>
                <a:sym typeface="+mn-ea"/>
              </a:rPr>
              <a:t>Regular bui</a:t>
            </a:r>
            <a:r>
              <a:rPr spc="-10" dirty="0">
                <a:solidFill>
                  <a:srgbClr val="000000">
                    <a:alpha val="100000"/>
                  </a:srgbClr>
                </a:solidFill>
                <a:latin typeface="Arial" panose="020B0604020202090204"/>
                <a:ea typeface="Arial" panose="020B0604020202090204"/>
                <a:cs typeface="Arial" panose="020B0604020202090204"/>
                <a:sym typeface="+mn-ea"/>
              </a:rPr>
              <a:t>l</a:t>
            </a:r>
            <a:r>
              <a:rPr dirty="0">
                <a:solidFill>
                  <a:srgbClr val="000000">
                    <a:alpha val="100000"/>
                  </a:srgbClr>
                </a:solidFill>
                <a:latin typeface="Arial" panose="020B0604020202090204"/>
                <a:ea typeface="Arial" panose="020B0604020202090204"/>
                <a:cs typeface="Arial" panose="020B0604020202090204"/>
                <a:sym typeface="+mn-ea"/>
              </a:rPr>
              <a:t>ds</a:t>
            </a:r>
            <a:endParaRPr lang="en-US"/>
          </a:p>
        </p:txBody>
      </p:sp>
      <p:sp>
        <p:nvSpPr>
          <p:cNvPr id="2" name="Content Placeholder 1"/>
          <p:cNvSpPr>
            <a:spLocks noGrp="1"/>
          </p:cNvSpPr>
          <p:nvPr>
            <p:ph idx="1"/>
          </p:nvPr>
        </p:nvSpPr>
        <p:spPr>
          <a:xfrm>
            <a:off x="646676" y="1021774"/>
            <a:ext cx="10709031" cy="3879273"/>
          </a:xfrm>
        </p:spPr>
        <p:txBody>
          <a:bodyPr>
            <a:noAutofit/>
          </a:bodyPr>
          <a:lstStyle/>
          <a:p>
            <a:pPr marL="571500" indent="-342900" algn="l" rtl="0" eaLnBrk="0" fontAlgn="auto">
              <a:lnSpc>
                <a:spcPct val="100000"/>
              </a:lnSpc>
            </a:pPr>
            <a:endParaRPr lang="en-US" altLang="en-US" sz="2200" dirty="0"/>
          </a:p>
          <a:p>
            <a:pPr marL="368300" indent="-342900" algn="l" rtl="0" eaLnBrk="0" fontAlgn="auto">
              <a:lnSpc>
                <a:spcPct val="100000"/>
              </a:lnSpc>
            </a:pPr>
            <a:r>
              <a:rPr sz="2200" spc="-60" dirty="0">
                <a:solidFill>
                  <a:srgbClr val="000000">
                    <a:alpha val="100000"/>
                  </a:srgbClr>
                </a:solidFill>
                <a:latin typeface="Arial" panose="020B0604020202090204"/>
                <a:ea typeface="Arial" panose="020B0604020202090204"/>
                <a:cs typeface="Arial" panose="020B0604020202090204"/>
                <a:sym typeface="+mn-ea"/>
              </a:rPr>
              <a:t>Some teams build weekly, others daily and others continuo</a:t>
            </a:r>
            <a:r>
              <a:rPr sz="2200" spc="-50" dirty="0">
                <a:solidFill>
                  <a:srgbClr val="000000">
                    <a:alpha val="100000"/>
                  </a:srgbClr>
                </a:solidFill>
                <a:latin typeface="Arial" panose="020B0604020202090204"/>
                <a:ea typeface="Arial" panose="020B0604020202090204"/>
                <a:cs typeface="Arial" panose="020B0604020202090204"/>
                <a:sym typeface="+mn-ea"/>
              </a:rPr>
              <a:t>u</a:t>
            </a:r>
            <a:r>
              <a:rPr sz="2200" dirty="0">
                <a:solidFill>
                  <a:srgbClr val="000000">
                    <a:alpha val="100000"/>
                  </a:srgbClr>
                </a:solidFill>
                <a:latin typeface="Arial" panose="020B0604020202090204"/>
                <a:ea typeface="Arial" panose="020B0604020202090204"/>
                <a:cs typeface="Arial" panose="020B0604020202090204"/>
                <a:sym typeface="+mn-ea"/>
              </a:rPr>
              <a:t>sly</a:t>
            </a:r>
          </a:p>
          <a:p>
            <a:pPr marL="368300" indent="-342900" algn="l" rtl="0" eaLnBrk="0" fontAlgn="auto">
              <a:lnSpc>
                <a:spcPct val="100000"/>
              </a:lnSpc>
            </a:pPr>
            <a:r>
              <a:rPr sz="2200" spc="-70" dirty="0">
                <a:solidFill>
                  <a:srgbClr val="000000">
                    <a:alpha val="100000"/>
                  </a:srgbClr>
                </a:solidFill>
                <a:latin typeface="Arial" panose="020B0604020202090204"/>
                <a:ea typeface="Arial" panose="020B0604020202090204"/>
                <a:cs typeface="Arial" panose="020B0604020202090204"/>
                <a:sym typeface="+mn-ea"/>
              </a:rPr>
              <a:t>Advantages of regular bui</a:t>
            </a:r>
            <a:r>
              <a:rPr sz="2200" spc="-20" dirty="0">
                <a:solidFill>
                  <a:srgbClr val="000000">
                    <a:alpha val="100000"/>
                  </a:srgbClr>
                </a:solidFill>
                <a:latin typeface="Arial" panose="020B0604020202090204"/>
                <a:ea typeface="Arial" panose="020B0604020202090204"/>
                <a:cs typeface="Arial" panose="020B0604020202090204"/>
                <a:sym typeface="+mn-ea"/>
              </a:rPr>
              <a:t>l</a:t>
            </a:r>
            <a:r>
              <a:rPr sz="2200" dirty="0">
                <a:solidFill>
                  <a:srgbClr val="000000">
                    <a:alpha val="100000"/>
                  </a:srgbClr>
                </a:solidFill>
                <a:latin typeface="Arial" panose="020B0604020202090204"/>
                <a:ea typeface="Arial" panose="020B0604020202090204"/>
                <a:cs typeface="Arial" panose="020B0604020202090204"/>
                <a:sym typeface="+mn-ea"/>
              </a:rPr>
              <a:t>ds</a:t>
            </a:r>
            <a:r>
              <a:rPr sz="2200" spc="-70" dirty="0">
                <a:solidFill>
                  <a:srgbClr val="000000">
                    <a:alpha val="100000"/>
                  </a:srgbClr>
                </a:solidFill>
                <a:latin typeface="Arial" panose="020B0604020202090204"/>
                <a:ea typeface="Arial" panose="020B0604020202090204"/>
                <a:cs typeface="Arial" panose="020B0604020202090204"/>
                <a:sym typeface="+mn-ea"/>
              </a:rPr>
              <a:t>:</a:t>
            </a:r>
          </a:p>
          <a:p>
            <a:pPr marL="825500" lvl="1" indent="-342900" algn="l" rtl="0" eaLnBrk="0" fontAlgn="auto">
              <a:lnSpc>
                <a:spcPct val="100000"/>
              </a:lnSpc>
            </a:pPr>
            <a:r>
              <a:rPr sz="2200" spc="-20" dirty="0">
                <a:solidFill>
                  <a:srgbClr val="000000">
                    <a:alpha val="100000"/>
                  </a:srgbClr>
                </a:solidFill>
                <a:latin typeface="Arial" panose="020B0604020202090204"/>
                <a:ea typeface="Arial" panose="020B0604020202090204"/>
                <a:cs typeface="Arial" panose="020B0604020202090204"/>
                <a:sym typeface="+mn-ea"/>
              </a:rPr>
              <a:t>Early detection of integratio</a:t>
            </a:r>
            <a:r>
              <a:rPr sz="2200" spc="-10" dirty="0">
                <a:solidFill>
                  <a:srgbClr val="000000">
                    <a:alpha val="100000"/>
                  </a:srgbClr>
                </a:solidFill>
                <a:latin typeface="Arial" panose="020B0604020202090204"/>
                <a:ea typeface="Arial" panose="020B0604020202090204"/>
                <a:cs typeface="Arial" panose="020B0604020202090204"/>
                <a:sym typeface="+mn-ea"/>
              </a:rPr>
              <a:t>n</a:t>
            </a:r>
            <a:r>
              <a:rPr sz="2200" spc="-20" dirty="0">
                <a:solidFill>
                  <a:srgbClr val="000000">
                    <a:alpha val="100000"/>
                  </a:srgbClr>
                </a:solidFill>
                <a:latin typeface="Arial" panose="020B0604020202090204"/>
                <a:ea typeface="Arial" panose="020B0604020202090204"/>
                <a:cs typeface="Arial" panose="020B0604020202090204"/>
                <a:sym typeface="+mn-ea"/>
              </a:rPr>
              <a:t> </a:t>
            </a:r>
            <a:r>
              <a:rPr sz="2200" dirty="0">
                <a:solidFill>
                  <a:srgbClr val="000000">
                    <a:alpha val="100000"/>
                  </a:srgbClr>
                </a:solidFill>
                <a:latin typeface="Arial" panose="020B0604020202090204"/>
                <a:ea typeface="Arial" panose="020B0604020202090204"/>
                <a:cs typeface="Arial" panose="020B0604020202090204"/>
                <a:sym typeface="+mn-ea"/>
              </a:rPr>
              <a:t>problems</a:t>
            </a:r>
          </a:p>
          <a:p>
            <a:pPr marL="812800" lvl="1" indent="-342900" algn="l" rtl="0" eaLnBrk="0" fontAlgn="auto">
              <a:lnSpc>
                <a:spcPct val="100000"/>
              </a:lnSpc>
              <a:spcBef>
                <a:spcPts val="1220"/>
              </a:spcBef>
            </a:pPr>
            <a:r>
              <a:rPr sz="2200" spc="-30" dirty="0">
                <a:solidFill>
                  <a:srgbClr val="000000">
                    <a:alpha val="100000"/>
                  </a:srgbClr>
                </a:solidFill>
                <a:latin typeface="Arial" panose="020B0604020202090204"/>
                <a:ea typeface="Arial" panose="020B0604020202090204"/>
                <a:cs typeface="Arial" panose="020B0604020202090204"/>
                <a:sym typeface="+mn-ea"/>
              </a:rPr>
              <a:t>Always have something to demonstrate to cli</a:t>
            </a:r>
            <a:r>
              <a:rPr sz="2200" spc="-10" dirty="0">
                <a:solidFill>
                  <a:srgbClr val="000000">
                    <a:alpha val="100000"/>
                  </a:srgbClr>
                </a:solidFill>
                <a:latin typeface="Arial" panose="020B0604020202090204"/>
                <a:ea typeface="Arial" panose="020B0604020202090204"/>
                <a:cs typeface="Arial" panose="020B0604020202090204"/>
                <a:sym typeface="+mn-ea"/>
              </a:rPr>
              <a:t>e</a:t>
            </a:r>
            <a:r>
              <a:rPr sz="2200" dirty="0">
                <a:solidFill>
                  <a:srgbClr val="000000">
                    <a:alpha val="100000"/>
                  </a:srgbClr>
                </a:solidFill>
                <a:latin typeface="Arial" panose="020B0604020202090204"/>
                <a:ea typeface="Arial" panose="020B0604020202090204"/>
                <a:cs typeface="Arial" panose="020B0604020202090204"/>
                <a:sym typeface="+mn-ea"/>
              </a:rPr>
              <a:t>nt</a:t>
            </a:r>
            <a:r>
              <a:rPr sz="2200" spc="-30" dirty="0">
                <a:solidFill>
                  <a:srgbClr val="000000">
                    <a:alpha val="100000"/>
                  </a:srgbClr>
                </a:solidFill>
                <a:latin typeface="Arial" panose="020B0604020202090204"/>
                <a:ea typeface="Arial" panose="020B0604020202090204"/>
                <a:cs typeface="Arial" panose="020B0604020202090204"/>
                <a:sym typeface="+mn-ea"/>
              </a:rPr>
              <a:t>, </a:t>
            </a:r>
            <a:r>
              <a:rPr sz="2200" dirty="0">
                <a:solidFill>
                  <a:srgbClr val="000000">
                    <a:alpha val="100000"/>
                  </a:srgbClr>
                </a:solidFill>
                <a:latin typeface="Arial" panose="020B0604020202090204"/>
                <a:ea typeface="Arial" panose="020B0604020202090204"/>
                <a:cs typeface="Arial" panose="020B0604020202090204"/>
                <a:sym typeface="+mn-ea"/>
              </a:rPr>
              <a:t>even</a:t>
            </a:r>
            <a:r>
              <a:rPr sz="2200" spc="-30" dirty="0">
                <a:solidFill>
                  <a:srgbClr val="000000">
                    <a:alpha val="100000"/>
                  </a:srgbClr>
                </a:solidFill>
                <a:latin typeface="Arial" panose="020B0604020202090204"/>
                <a:ea typeface="Arial" panose="020B0604020202090204"/>
                <a:cs typeface="Arial" panose="020B0604020202090204"/>
                <a:sym typeface="+mn-ea"/>
              </a:rPr>
              <a:t> </a:t>
            </a:r>
            <a:r>
              <a:rPr sz="2200" dirty="0">
                <a:solidFill>
                  <a:srgbClr val="000000">
                    <a:alpha val="100000"/>
                  </a:srgbClr>
                </a:solidFill>
                <a:latin typeface="Arial" panose="020B0604020202090204"/>
                <a:ea typeface="Arial" panose="020B0604020202090204"/>
                <a:cs typeface="Arial" panose="020B0604020202090204"/>
                <a:sym typeface="+mn-ea"/>
              </a:rPr>
              <a:t>if</a:t>
            </a:r>
            <a:r>
              <a:rPr sz="2200" spc="-30" dirty="0">
                <a:solidFill>
                  <a:srgbClr val="000000">
                    <a:alpha val="100000"/>
                  </a:srgbClr>
                </a:solidFill>
                <a:latin typeface="Arial" panose="020B0604020202090204"/>
                <a:ea typeface="Arial" panose="020B0604020202090204"/>
                <a:cs typeface="Arial" panose="020B0604020202090204"/>
                <a:sym typeface="+mn-ea"/>
              </a:rPr>
              <a:t> </a:t>
            </a:r>
            <a:r>
              <a:rPr sz="2200" dirty="0">
                <a:solidFill>
                  <a:srgbClr val="000000">
                    <a:alpha val="100000"/>
                  </a:srgbClr>
                </a:solidFill>
                <a:latin typeface="Arial" panose="020B0604020202090204"/>
                <a:ea typeface="Arial" panose="020B0604020202090204"/>
                <a:cs typeface="Arial" panose="020B0604020202090204"/>
                <a:sym typeface="+mn-ea"/>
              </a:rPr>
              <a:t>not</a:t>
            </a:r>
            <a:r>
              <a:rPr sz="2200" spc="-30" dirty="0">
                <a:solidFill>
                  <a:srgbClr val="000000">
                    <a:alpha val="100000"/>
                  </a:srgbClr>
                </a:solidFill>
                <a:latin typeface="Arial" panose="020B0604020202090204"/>
                <a:ea typeface="Arial" panose="020B0604020202090204"/>
                <a:cs typeface="Arial" panose="020B0604020202090204"/>
                <a:sym typeface="+mn-ea"/>
              </a:rPr>
              <a:t> </a:t>
            </a:r>
            <a:r>
              <a:rPr sz="2200" dirty="0">
                <a:solidFill>
                  <a:srgbClr val="000000">
                    <a:alpha val="100000"/>
                  </a:srgbClr>
                </a:solidFill>
                <a:latin typeface="Arial" panose="020B0604020202090204"/>
                <a:ea typeface="Arial" panose="020B0604020202090204"/>
                <a:cs typeface="Arial" panose="020B0604020202090204"/>
                <a:sym typeface="+mn-ea"/>
              </a:rPr>
              <a:t>doing  </a:t>
            </a:r>
            <a:r>
              <a:rPr sz="2200" spc="-40" dirty="0">
                <a:solidFill>
                  <a:srgbClr val="000000">
                    <a:alpha val="100000"/>
                  </a:srgbClr>
                </a:solidFill>
                <a:latin typeface="Arial" panose="020B0604020202090204"/>
                <a:ea typeface="Arial" panose="020B0604020202090204"/>
                <a:cs typeface="Arial" panose="020B0604020202090204"/>
                <a:sym typeface="+mn-ea"/>
              </a:rPr>
              <a:t>frequent releases</a:t>
            </a:r>
            <a:r>
              <a:rPr lang="en-US" sz="2200" spc="-40" dirty="0">
                <a:solidFill>
                  <a:srgbClr val="000000">
                    <a:alpha val="100000"/>
                  </a:srgbClr>
                </a:solidFill>
                <a:latin typeface="Arial" panose="020B0604020202090204"/>
                <a:ea typeface="Arial" panose="020B0604020202090204"/>
                <a:cs typeface="Arial" panose="020B0604020202090204"/>
                <a:sym typeface="+mn-ea"/>
              </a:rPr>
              <a:t> </a:t>
            </a:r>
            <a:endParaRPr lang="en-US" altLang="en-US" sz="2200" dirty="0"/>
          </a:p>
          <a:p>
            <a:pPr marL="355600" indent="-342900" algn="l" rtl="0" eaLnBrk="0" fontAlgn="auto">
              <a:lnSpc>
                <a:spcPct val="100000"/>
              </a:lnSpc>
            </a:pPr>
            <a:r>
              <a:rPr sz="2200" spc="-30" dirty="0">
                <a:solidFill>
                  <a:srgbClr val="000000">
                    <a:alpha val="100000"/>
                  </a:srgbClr>
                </a:solidFill>
                <a:latin typeface="Arial" panose="020B0604020202090204"/>
                <a:ea typeface="Arial" panose="020B0604020202090204"/>
                <a:cs typeface="Arial" panose="020B0604020202090204"/>
                <a:sym typeface="+mn-ea"/>
              </a:rPr>
              <a:t> Regular build process can be en</a:t>
            </a:r>
            <a:r>
              <a:rPr sz="2200" dirty="0">
                <a:solidFill>
                  <a:srgbClr val="000000">
                    <a:alpha val="100000"/>
                  </a:srgbClr>
                </a:solidFill>
                <a:latin typeface="Arial" panose="020B0604020202090204"/>
                <a:ea typeface="Arial" panose="020B0604020202090204"/>
                <a:cs typeface="Arial" panose="020B0604020202090204"/>
                <a:sym typeface="+mn-ea"/>
              </a:rPr>
              <a:t>hanced</a:t>
            </a:r>
            <a:r>
              <a:rPr sz="2200" spc="-30" dirty="0">
                <a:solidFill>
                  <a:srgbClr val="000000">
                    <a:alpha val="100000"/>
                  </a:srgbClr>
                </a:solidFill>
                <a:latin typeface="Arial" panose="020B0604020202090204"/>
                <a:ea typeface="Arial" panose="020B0604020202090204"/>
                <a:cs typeface="Arial" panose="020B0604020202090204"/>
                <a:sym typeface="+mn-ea"/>
              </a:rPr>
              <a:t> </a:t>
            </a:r>
            <a:r>
              <a:rPr sz="2200" dirty="0">
                <a:solidFill>
                  <a:srgbClr val="000000">
                    <a:alpha val="100000"/>
                  </a:srgbClr>
                </a:solidFill>
                <a:latin typeface="Arial" panose="020B0604020202090204"/>
                <a:ea typeface="Arial" panose="020B0604020202090204"/>
                <a:cs typeface="Arial" panose="020B0604020202090204"/>
                <a:sym typeface="+mn-ea"/>
              </a:rPr>
              <a:t>to</a:t>
            </a:r>
            <a:r>
              <a:rPr sz="2200" spc="-30" dirty="0">
                <a:solidFill>
                  <a:srgbClr val="000000">
                    <a:alpha val="100000"/>
                  </a:srgbClr>
                </a:solidFill>
                <a:latin typeface="Arial" panose="020B0604020202090204"/>
                <a:ea typeface="Arial" panose="020B0604020202090204"/>
                <a:cs typeface="Arial" panose="020B0604020202090204"/>
                <a:sym typeface="+mn-ea"/>
              </a:rPr>
              <a:t>:</a:t>
            </a:r>
          </a:p>
          <a:p>
            <a:pPr marL="812800" lvl="1" indent="-342900" algn="l" rtl="0" eaLnBrk="0" fontAlgn="auto">
              <a:lnSpc>
                <a:spcPct val="100000"/>
              </a:lnSpc>
            </a:pPr>
            <a:r>
              <a:rPr sz="2200" spc="-10" dirty="0">
                <a:solidFill>
                  <a:srgbClr val="000000">
                    <a:alpha val="100000"/>
                  </a:srgbClr>
                </a:solidFill>
                <a:latin typeface="Arial" panose="020B0604020202090204"/>
                <a:ea typeface="Arial" panose="020B0604020202090204"/>
                <a:cs typeface="Arial" panose="020B0604020202090204"/>
                <a:sym typeface="+mn-ea"/>
              </a:rPr>
              <a:t>Gene</a:t>
            </a:r>
            <a:r>
              <a:rPr sz="2200" dirty="0">
                <a:solidFill>
                  <a:srgbClr val="000000">
                    <a:alpha val="100000"/>
                  </a:srgbClr>
                </a:solidFill>
                <a:latin typeface="Arial" panose="020B0604020202090204"/>
                <a:ea typeface="Arial" panose="020B0604020202090204"/>
                <a:cs typeface="Arial" panose="020B0604020202090204"/>
                <a:sym typeface="+mn-ea"/>
              </a:rPr>
              <a:t>rate</a:t>
            </a:r>
            <a:r>
              <a:rPr sz="2200" spc="-10" dirty="0">
                <a:solidFill>
                  <a:srgbClr val="000000">
                    <a:alpha val="100000"/>
                  </a:srgbClr>
                </a:solidFill>
                <a:latin typeface="Arial" panose="020B0604020202090204"/>
                <a:ea typeface="Arial" panose="020B0604020202090204"/>
                <a:cs typeface="Arial" panose="020B0604020202090204"/>
                <a:sym typeface="+mn-ea"/>
              </a:rPr>
              <a:t> </a:t>
            </a:r>
            <a:r>
              <a:rPr sz="2200" dirty="0">
                <a:solidFill>
                  <a:srgbClr val="000000">
                    <a:alpha val="100000"/>
                  </a:srgbClr>
                </a:solidFill>
                <a:latin typeface="Arial" panose="020B0604020202090204"/>
                <a:ea typeface="Arial" panose="020B0604020202090204"/>
                <a:cs typeface="Arial" panose="020B0604020202090204"/>
                <a:sym typeface="+mn-ea"/>
              </a:rPr>
              <a:t>documentation</a:t>
            </a:r>
            <a:r>
              <a:rPr lang="en-US" sz="2200" dirty="0">
                <a:solidFill>
                  <a:srgbClr val="000000">
                    <a:alpha val="100000"/>
                  </a:srgbClr>
                </a:solidFill>
                <a:latin typeface="Arial" panose="020B0604020202090204"/>
                <a:ea typeface="Arial" panose="020B0604020202090204"/>
                <a:cs typeface="Arial" panose="020B0604020202090204"/>
                <a:sym typeface="+mn-ea"/>
              </a:rPr>
              <a:t> </a:t>
            </a:r>
            <a:endParaRPr sz="2200" dirty="0">
              <a:solidFill>
                <a:srgbClr val="000000">
                  <a:alpha val="100000"/>
                </a:srgbClr>
              </a:solidFill>
              <a:latin typeface="Arial" panose="020B0604020202090204"/>
              <a:ea typeface="Arial" panose="020B0604020202090204"/>
              <a:cs typeface="Arial" panose="020B0604020202090204"/>
              <a:sym typeface="+mn-ea"/>
            </a:endParaRPr>
          </a:p>
          <a:p>
            <a:pPr marL="812800" lvl="1" indent="-342900" algn="l" rtl="0" eaLnBrk="0" fontAlgn="auto">
              <a:lnSpc>
                <a:spcPct val="100000"/>
              </a:lnSpc>
            </a:pPr>
            <a:r>
              <a:rPr sz="2200" spc="-30" dirty="0">
                <a:solidFill>
                  <a:srgbClr val="000000">
                    <a:alpha val="100000"/>
                  </a:srgbClr>
                </a:solidFill>
                <a:latin typeface="Arial" panose="020B0604020202090204"/>
                <a:ea typeface="Arial" panose="020B0604020202090204"/>
                <a:cs typeface="Arial" panose="020B0604020202090204"/>
                <a:sym typeface="+mn-ea"/>
              </a:rPr>
              <a:t>Run audit and metric scripts to highlight potential </a:t>
            </a:r>
            <a:r>
              <a:rPr sz="2200" spc="-10" dirty="0">
                <a:solidFill>
                  <a:srgbClr val="000000">
                    <a:alpha val="100000"/>
                  </a:srgbClr>
                </a:solidFill>
                <a:latin typeface="Arial" panose="020B0604020202090204"/>
                <a:ea typeface="Arial" panose="020B0604020202090204"/>
                <a:cs typeface="Arial" panose="020B0604020202090204"/>
                <a:sym typeface="+mn-ea"/>
              </a:rPr>
              <a:t>p</a:t>
            </a:r>
            <a:r>
              <a:rPr sz="2200" dirty="0">
                <a:solidFill>
                  <a:srgbClr val="000000">
                    <a:alpha val="100000"/>
                  </a:srgbClr>
                </a:solidFill>
                <a:latin typeface="Arial" panose="020B0604020202090204"/>
                <a:ea typeface="Arial" panose="020B0604020202090204"/>
                <a:cs typeface="Arial" panose="020B0604020202090204"/>
                <a:sym typeface="+mn-ea"/>
              </a:rPr>
              <a:t>roblem</a:t>
            </a:r>
            <a:r>
              <a:rPr sz="2200" spc="-30" dirty="0">
                <a:solidFill>
                  <a:srgbClr val="000000">
                    <a:alpha val="100000"/>
                  </a:srgbClr>
                </a:solidFill>
                <a:latin typeface="Arial" panose="020B0604020202090204"/>
                <a:ea typeface="Arial" panose="020B0604020202090204"/>
                <a:cs typeface="Arial" panose="020B0604020202090204"/>
                <a:sym typeface="+mn-ea"/>
              </a:rPr>
              <a:t> </a:t>
            </a:r>
            <a:r>
              <a:rPr sz="2200" dirty="0">
                <a:solidFill>
                  <a:srgbClr val="000000">
                    <a:alpha val="100000"/>
                  </a:srgbClr>
                </a:solidFill>
                <a:latin typeface="Arial" panose="020B0604020202090204"/>
                <a:ea typeface="Arial" panose="020B0604020202090204"/>
                <a:cs typeface="Arial" panose="020B0604020202090204"/>
                <a:sym typeface="+mn-ea"/>
              </a:rPr>
              <a:t>areas</a:t>
            </a:r>
            <a:r>
              <a:rPr sz="2200" spc="-30" dirty="0">
                <a:solidFill>
                  <a:srgbClr val="000000">
                    <a:alpha val="100000"/>
                  </a:srgbClr>
                </a:solidFill>
                <a:latin typeface="Arial" panose="020B0604020202090204"/>
                <a:ea typeface="Arial" panose="020B0604020202090204"/>
                <a:cs typeface="Arial" panose="020B0604020202090204"/>
                <a:sym typeface="+mn-ea"/>
              </a:rPr>
              <a:t> </a:t>
            </a:r>
            <a:r>
              <a:rPr sz="2200" dirty="0">
                <a:solidFill>
                  <a:srgbClr val="000000">
                    <a:alpha val="100000"/>
                  </a:srgbClr>
                </a:solidFill>
                <a:latin typeface="Arial" panose="020B0604020202090204"/>
                <a:ea typeface="Arial" panose="020B0604020202090204"/>
                <a:cs typeface="Arial" panose="020B0604020202090204"/>
                <a:sym typeface="+mn-ea"/>
              </a:rPr>
              <a:t>and</a:t>
            </a:r>
            <a:r>
              <a:rPr sz="2200" spc="-30" dirty="0">
                <a:solidFill>
                  <a:srgbClr val="000000">
                    <a:alpha val="100000"/>
                  </a:srgbClr>
                </a:solidFill>
                <a:latin typeface="Arial" panose="020B0604020202090204"/>
                <a:ea typeface="Arial" panose="020B0604020202090204"/>
                <a:cs typeface="Arial" panose="020B0604020202090204"/>
                <a:sym typeface="+mn-ea"/>
              </a:rPr>
              <a:t> </a:t>
            </a:r>
            <a:r>
              <a:rPr sz="2200" dirty="0">
                <a:solidFill>
                  <a:srgbClr val="000000">
                    <a:alpha val="100000"/>
                  </a:srgbClr>
                </a:solidFill>
                <a:latin typeface="Arial" panose="020B0604020202090204"/>
                <a:ea typeface="Arial" panose="020B0604020202090204"/>
                <a:cs typeface="Arial" panose="020B0604020202090204"/>
                <a:sym typeface="+mn-ea"/>
              </a:rPr>
              <a:t>to </a:t>
            </a:r>
            <a:r>
              <a:rPr sz="2200" spc="-40" dirty="0">
                <a:solidFill>
                  <a:srgbClr val="000000">
                    <a:alpha val="100000"/>
                  </a:srgbClr>
                </a:solidFill>
                <a:latin typeface="Arial" panose="020B0604020202090204"/>
                <a:ea typeface="Arial" panose="020B0604020202090204"/>
                <a:cs typeface="Arial" panose="020B0604020202090204"/>
                <a:sym typeface="+mn-ea"/>
              </a:rPr>
              <a:t>check for standards complian</a:t>
            </a:r>
            <a:r>
              <a:rPr sz="2200" spc="-10" dirty="0">
                <a:solidFill>
                  <a:srgbClr val="000000">
                    <a:alpha val="100000"/>
                  </a:srgbClr>
                </a:solidFill>
                <a:latin typeface="Arial" panose="020B0604020202090204"/>
                <a:ea typeface="Arial" panose="020B0604020202090204"/>
                <a:cs typeface="Arial" panose="020B0604020202090204"/>
                <a:sym typeface="+mn-ea"/>
              </a:rPr>
              <a:t>c</a:t>
            </a:r>
            <a:r>
              <a:rPr sz="2200" dirty="0">
                <a:solidFill>
                  <a:srgbClr val="000000">
                    <a:alpha val="100000"/>
                  </a:srgbClr>
                </a:solidFill>
                <a:latin typeface="Arial" panose="020B0604020202090204"/>
                <a:ea typeface="Arial" panose="020B0604020202090204"/>
                <a:cs typeface="Arial" panose="020B0604020202090204"/>
                <a:sym typeface="+mn-ea"/>
              </a:rPr>
              <a:t>e</a:t>
            </a:r>
            <a:r>
              <a:rPr lang="en-US" sz="2200" spc="-40" dirty="0">
                <a:solidFill>
                  <a:srgbClr val="000000">
                    <a:alpha val="100000"/>
                  </a:srgbClr>
                </a:solidFill>
                <a:latin typeface="Arial" panose="020B0604020202090204"/>
                <a:ea typeface="Arial" panose="020B0604020202090204"/>
                <a:cs typeface="Arial" panose="020B0604020202090204"/>
                <a:sym typeface="+mn-ea"/>
              </a:rPr>
              <a:t> </a:t>
            </a:r>
            <a:endParaRPr sz="2200" spc="-40" dirty="0">
              <a:solidFill>
                <a:srgbClr val="000000">
                  <a:alpha val="100000"/>
                </a:srgbClr>
              </a:solidFill>
              <a:latin typeface="Arial" panose="020B0604020202090204"/>
              <a:ea typeface="Arial" panose="020B0604020202090204"/>
              <a:cs typeface="Arial" panose="020B0604020202090204"/>
              <a:sym typeface="+mn-ea"/>
            </a:endParaRPr>
          </a:p>
          <a:p>
            <a:pPr marL="812800" lvl="1" indent="-342900" algn="l" rtl="0" eaLnBrk="0" fontAlgn="auto">
              <a:lnSpc>
                <a:spcPct val="100000"/>
              </a:lnSpc>
            </a:pPr>
            <a:r>
              <a:rPr sz="2200" spc="-40" dirty="0">
                <a:solidFill>
                  <a:srgbClr val="000000">
                    <a:alpha val="100000"/>
                  </a:srgbClr>
                </a:solidFill>
                <a:latin typeface="Arial" panose="020B0604020202090204"/>
                <a:ea typeface="Arial" panose="020B0604020202090204"/>
                <a:cs typeface="Arial" panose="020B0604020202090204"/>
                <a:sym typeface="+mn-ea"/>
              </a:rPr>
              <a:t>Run automated regression </a:t>
            </a:r>
            <a:r>
              <a:rPr sz="2200" spc="-30" dirty="0">
                <a:solidFill>
                  <a:srgbClr val="000000">
                    <a:alpha val="100000"/>
                  </a:srgbClr>
                </a:solidFill>
                <a:latin typeface="Arial" panose="020B0604020202090204"/>
                <a:ea typeface="Arial" panose="020B0604020202090204"/>
                <a:cs typeface="Arial" panose="020B0604020202090204"/>
                <a:sym typeface="+mn-ea"/>
              </a:rPr>
              <a:t>t</a:t>
            </a:r>
            <a:r>
              <a:rPr sz="2200" dirty="0">
                <a:solidFill>
                  <a:srgbClr val="000000">
                    <a:alpha val="100000"/>
                  </a:srgbClr>
                </a:solidFill>
                <a:latin typeface="Arial" panose="020B0604020202090204"/>
                <a:ea typeface="Arial" panose="020B0604020202090204"/>
                <a:cs typeface="Arial" panose="020B0604020202090204"/>
                <a:sym typeface="+mn-ea"/>
              </a:rPr>
              <a:t>ests</a:t>
            </a:r>
            <a:r>
              <a:rPr lang="en-US" sz="2200" dirty="0">
                <a:solidFill>
                  <a:srgbClr val="000000">
                    <a:alpha val="100000"/>
                  </a:srgbClr>
                </a:solidFill>
                <a:latin typeface="Arial" panose="020B0604020202090204"/>
                <a:ea typeface="Arial" panose="020B0604020202090204"/>
                <a:cs typeface="Arial" panose="020B0604020202090204"/>
                <a:sym typeface="+mn-ea"/>
              </a:rPr>
              <a:t> </a:t>
            </a:r>
            <a:endParaRPr sz="2200" dirty="0">
              <a:solidFill>
                <a:srgbClr val="000000">
                  <a:alpha val="100000"/>
                </a:srgbClr>
              </a:solidFill>
              <a:latin typeface="Arial" panose="020B0604020202090204"/>
              <a:ea typeface="Arial" panose="020B0604020202090204"/>
              <a:cs typeface="Arial" panose="020B0604020202090204"/>
              <a:sym typeface="+mn-ea"/>
            </a:endParaRPr>
          </a:p>
          <a:p>
            <a:pPr marL="812800" lvl="1" indent="-342900" algn="l" rtl="0" eaLnBrk="0" fontAlgn="auto">
              <a:lnSpc>
                <a:spcPct val="100000"/>
              </a:lnSpc>
            </a:pPr>
            <a:r>
              <a:rPr sz="2200" spc="-40" dirty="0">
                <a:solidFill>
                  <a:srgbClr val="000000">
                    <a:alpha val="100000"/>
                  </a:srgbClr>
                </a:solidFill>
                <a:latin typeface="Arial" panose="020B0604020202090204"/>
                <a:ea typeface="Arial" panose="020B0604020202090204"/>
                <a:cs typeface="Arial" panose="020B0604020202090204"/>
                <a:sym typeface="+mn-ea"/>
              </a:rPr>
              <a:t>Construct new build and release notes listing new fe</a:t>
            </a:r>
            <a:r>
              <a:rPr sz="2200" spc="-30" dirty="0">
                <a:solidFill>
                  <a:srgbClr val="000000">
                    <a:alpha val="100000"/>
                  </a:srgbClr>
                </a:solidFill>
                <a:latin typeface="Arial" panose="020B0604020202090204"/>
                <a:ea typeface="Arial" panose="020B0604020202090204"/>
                <a:cs typeface="Arial" panose="020B0604020202090204"/>
                <a:sym typeface="+mn-ea"/>
              </a:rPr>
              <a:t>a</a:t>
            </a:r>
            <a:r>
              <a:rPr sz="2200" dirty="0">
                <a:solidFill>
                  <a:srgbClr val="000000">
                    <a:alpha val="100000"/>
                  </a:srgbClr>
                </a:solidFill>
                <a:latin typeface="Arial" panose="020B0604020202090204"/>
                <a:ea typeface="Arial" panose="020B0604020202090204"/>
                <a:cs typeface="Arial" panose="020B0604020202090204"/>
                <a:sym typeface="+mn-ea"/>
              </a:rPr>
              <a:t>tures</a:t>
            </a:r>
            <a:r>
              <a:rPr sz="2200" spc="-40" dirty="0">
                <a:solidFill>
                  <a:srgbClr val="000000">
                    <a:alpha val="100000"/>
                  </a:srgbClr>
                </a:solidFill>
                <a:latin typeface="Arial" panose="020B0604020202090204"/>
                <a:ea typeface="Arial" panose="020B0604020202090204"/>
                <a:cs typeface="Arial" panose="020B0604020202090204"/>
                <a:sym typeface="+mn-ea"/>
              </a:rPr>
              <a:t> </a:t>
            </a:r>
            <a:r>
              <a:rPr sz="2200" dirty="0">
                <a:solidFill>
                  <a:srgbClr val="000000">
                    <a:alpha val="100000"/>
                  </a:srgbClr>
                </a:solidFill>
                <a:latin typeface="Arial" panose="020B0604020202090204"/>
                <a:ea typeface="Arial" panose="020B0604020202090204"/>
                <a:cs typeface="Arial" panose="020B0604020202090204"/>
                <a:sym typeface="+mn-ea"/>
              </a:rPr>
              <a:t>added</a:t>
            </a:r>
            <a:r>
              <a:rPr sz="2200" spc="-40" dirty="0">
                <a:solidFill>
                  <a:srgbClr val="000000">
                    <a:alpha val="100000"/>
                  </a:srgbClr>
                </a:solidFill>
                <a:latin typeface="Arial" panose="020B0604020202090204"/>
                <a:ea typeface="Arial" panose="020B0604020202090204"/>
                <a:cs typeface="Arial" panose="020B0604020202090204"/>
                <a:sym typeface="+mn-ea"/>
              </a:rPr>
              <a:t>, </a:t>
            </a:r>
            <a:r>
              <a:rPr sz="2200" dirty="0">
                <a:solidFill>
                  <a:srgbClr val="000000">
                    <a:alpha val="100000"/>
                  </a:srgbClr>
                </a:solidFill>
                <a:latin typeface="Arial" panose="020B0604020202090204"/>
                <a:ea typeface="Arial" panose="020B0604020202090204"/>
                <a:cs typeface="Arial" panose="020B0604020202090204"/>
                <a:sym typeface="+mn-ea"/>
              </a:rPr>
              <a:t>defects </a:t>
            </a:r>
            <a:r>
              <a:rPr sz="2200" spc="-30" dirty="0">
                <a:solidFill>
                  <a:srgbClr val="000000">
                    <a:alpha val="100000"/>
                  </a:srgbClr>
                </a:solidFill>
                <a:latin typeface="Arial" panose="020B0604020202090204"/>
                <a:ea typeface="Arial" panose="020B0604020202090204"/>
                <a:cs typeface="Arial" panose="020B0604020202090204"/>
                <a:sym typeface="+mn-ea"/>
              </a:rPr>
              <a:t>fixed</a:t>
            </a:r>
            <a:endParaRPr lang="en-US" altLang="en-US" sz="2200" dirty="0"/>
          </a:p>
          <a:p>
            <a:pPr marL="1158240" indent="-342900" algn="l" rtl="0" eaLnBrk="0" fontAlgn="auto">
              <a:lnSpc>
                <a:spcPct val="100000"/>
              </a:lnSpc>
              <a:spcBef>
                <a:spcPts val="45"/>
              </a:spcBef>
            </a:pPr>
            <a:endParaRPr lang="en-US" altLang="en-US" sz="2200" dirty="0"/>
          </a:p>
        </p:txBody>
      </p:sp>
      <p:sp>
        <p:nvSpPr>
          <p:cNvPr id="3" name="Slide Number Placeholder 2"/>
          <p:cNvSpPr>
            <a:spLocks noGrp="1"/>
          </p:cNvSpPr>
          <p:nvPr>
            <p:ph type="sldNum" sz="quarter" idx="12"/>
          </p:nvPr>
        </p:nvSpPr>
        <p:spPr/>
        <p:txBody>
          <a:bodyPr/>
          <a:lstStyle/>
          <a:p>
            <a:fld id="{4267CD5E-26CF-4249-8540-BB1D07FD4227}" type="slidenum">
              <a:rPr lang="en-US" smtClean="0"/>
              <a:t>47</a:t>
            </a:fld>
            <a:endParaRPr lang="en-US"/>
          </a:p>
        </p:txBody>
      </p:sp>
      <p:pic>
        <p:nvPicPr>
          <p:cNvPr id="6" name="picture 209">
            <a:extLst>
              <a:ext uri="{FF2B5EF4-FFF2-40B4-BE49-F238E27FC236}">
                <a16:creationId xmlns:a16="http://schemas.microsoft.com/office/drawing/2014/main" id="{FB15106C-BFFD-B638-90D4-A88E71018C93}"/>
              </a:ext>
            </a:extLst>
          </p:cNvPr>
          <p:cNvPicPr>
            <a:picLocks noChangeAspect="1"/>
          </p:cNvPicPr>
          <p:nvPr/>
        </p:nvPicPr>
        <p:blipFill rotWithShape="1">
          <a:blip r:embed="rId2"/>
          <a:srcRect l="36523"/>
          <a:stretch/>
        </p:blipFill>
        <p:spPr>
          <a:xfrm rot="21600000">
            <a:off x="8567726" y="521364"/>
            <a:ext cx="2179787" cy="1546524"/>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dirty="0">
                <a:solidFill>
                  <a:srgbClr val="000000">
                    <a:alpha val="100000"/>
                  </a:srgbClr>
                </a:solidFill>
                <a:latin typeface="Arial" panose="020B0604020202090204"/>
                <a:ea typeface="Arial" panose="020B0604020202090204"/>
                <a:cs typeface="Arial" panose="020B0604020202090204"/>
                <a:sym typeface="+mn-ea"/>
              </a:rPr>
              <a:t>Configuration</a:t>
            </a:r>
            <a:r>
              <a:rPr spc="90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management</a:t>
            </a:r>
            <a:endParaRPr lang="en-US"/>
          </a:p>
        </p:txBody>
      </p:sp>
      <p:sp>
        <p:nvSpPr>
          <p:cNvPr id="2" name="Content Placeholder 1"/>
          <p:cNvSpPr>
            <a:spLocks noGrp="1"/>
          </p:cNvSpPr>
          <p:nvPr>
            <p:ph idx="1"/>
          </p:nvPr>
        </p:nvSpPr>
        <p:spPr>
          <a:xfrm>
            <a:off x="644525" y="1543050"/>
            <a:ext cx="10709275" cy="4538980"/>
          </a:xfrm>
        </p:spPr>
        <p:txBody>
          <a:bodyPr>
            <a:noAutofit/>
          </a:bodyPr>
          <a:lstStyle/>
          <a:p>
            <a:pPr algn="l" rtl="0" eaLnBrk="0">
              <a:lnSpc>
                <a:spcPct val="86000"/>
              </a:lnSpc>
            </a:pPr>
            <a:r>
              <a:rPr lang="en-US" sz="2400" spc="-90" dirty="0">
                <a:solidFill>
                  <a:srgbClr val="000000">
                    <a:alpha val="100000"/>
                  </a:srgbClr>
                </a:solidFill>
                <a:latin typeface="Arial" panose="020B0604020202090204"/>
                <a:ea typeface="Arial" panose="020B0604020202090204"/>
                <a:cs typeface="Arial" panose="020B0604020202090204"/>
                <a:sym typeface="+mn-ea"/>
              </a:rPr>
              <a:t>  </a:t>
            </a:r>
            <a:r>
              <a:rPr sz="2400" spc="-90" dirty="0">
                <a:solidFill>
                  <a:srgbClr val="000000">
                    <a:alpha val="100000"/>
                  </a:srgbClr>
                </a:solidFill>
                <a:latin typeface="Arial" panose="020B0604020202090204"/>
                <a:ea typeface="Arial" panose="020B0604020202090204"/>
                <a:cs typeface="Arial" panose="020B0604020202090204"/>
                <a:sym typeface="+mn-ea"/>
              </a:rPr>
              <a:t>Keep code under configuration management to ma</a:t>
            </a:r>
            <a:r>
              <a:rPr sz="2400" spc="-40" dirty="0">
                <a:solidFill>
                  <a:srgbClr val="000000">
                    <a:alpha val="100000"/>
                  </a:srgbClr>
                </a:solidFill>
                <a:latin typeface="Arial" panose="020B0604020202090204"/>
                <a:ea typeface="Arial" panose="020B0604020202090204"/>
                <a:cs typeface="Arial" panose="020B0604020202090204"/>
                <a:sym typeface="+mn-ea"/>
              </a:rPr>
              <a:t>n</a:t>
            </a:r>
            <a:r>
              <a:rPr sz="2400" dirty="0">
                <a:solidFill>
                  <a:srgbClr val="000000">
                    <a:alpha val="100000"/>
                  </a:srgbClr>
                </a:solidFill>
                <a:latin typeface="Arial" panose="020B0604020202090204"/>
                <a:ea typeface="Arial" panose="020B0604020202090204"/>
                <a:cs typeface="Arial" panose="020B0604020202090204"/>
                <a:sym typeface="+mn-ea"/>
              </a:rPr>
              <a:t>age </a:t>
            </a:r>
            <a:r>
              <a:rPr sz="2400" spc="-80" dirty="0">
                <a:solidFill>
                  <a:srgbClr val="000000">
                    <a:alpha val="100000"/>
                  </a:srgbClr>
                </a:solidFill>
                <a:latin typeface="Arial" panose="020B0604020202090204"/>
                <a:ea typeface="Arial" panose="020B0604020202090204"/>
                <a:cs typeface="Arial" panose="020B0604020202090204"/>
                <a:sym typeface="+mn-ea"/>
              </a:rPr>
              <a:t>conflicts and maintain consiste</a:t>
            </a:r>
            <a:r>
              <a:rPr sz="2400" spc="-50" dirty="0">
                <a:solidFill>
                  <a:srgbClr val="000000">
                    <a:alpha val="100000"/>
                  </a:srgbClr>
                </a:solidFill>
                <a:latin typeface="Arial" panose="020B0604020202090204"/>
                <a:ea typeface="Arial" panose="020B0604020202090204"/>
                <a:cs typeface="Arial" panose="020B0604020202090204"/>
                <a:sym typeface="+mn-ea"/>
              </a:rPr>
              <a:t>n</a:t>
            </a:r>
            <a:r>
              <a:rPr sz="2400" dirty="0">
                <a:solidFill>
                  <a:srgbClr val="000000">
                    <a:alpha val="100000"/>
                  </a:srgbClr>
                </a:solidFill>
                <a:latin typeface="Arial" panose="020B0604020202090204"/>
                <a:ea typeface="Arial" panose="020B0604020202090204"/>
                <a:cs typeface="Arial" panose="020B0604020202090204"/>
                <a:sym typeface="+mn-ea"/>
              </a:rPr>
              <a:t>cy</a:t>
            </a:r>
            <a:r>
              <a:rPr lang="en-US" sz="2400" dirty="0">
                <a:solidFill>
                  <a:srgbClr val="000000">
                    <a:alpha val="100000"/>
                  </a:srgbClr>
                </a:solidFill>
                <a:latin typeface="Arial" panose="020B0604020202090204"/>
                <a:ea typeface="Arial" panose="020B0604020202090204"/>
                <a:cs typeface="Arial" panose="020B0604020202090204"/>
                <a:sym typeface="+mn-ea"/>
              </a:rPr>
              <a:t> </a:t>
            </a:r>
          </a:p>
          <a:p>
            <a:pPr algn="l" rtl="0" eaLnBrk="0">
              <a:lnSpc>
                <a:spcPct val="86000"/>
              </a:lnSpc>
            </a:pPr>
            <a:endParaRPr sz="2400" dirty="0">
              <a:solidFill>
                <a:srgbClr val="000000">
                  <a:alpha val="100000"/>
                </a:srgbClr>
              </a:solidFill>
              <a:latin typeface="Arial" panose="020B0604020202090204"/>
              <a:ea typeface="Arial" panose="020B0604020202090204"/>
              <a:cs typeface="Arial" panose="020B0604020202090204"/>
              <a:sym typeface="+mn-ea"/>
            </a:endParaRPr>
          </a:p>
          <a:p>
            <a:pPr marL="12700" indent="13335" algn="l" rtl="0" eaLnBrk="0">
              <a:lnSpc>
                <a:spcPct val="105000"/>
              </a:lnSpc>
            </a:pPr>
            <a:r>
              <a:rPr sz="2400" spc="-50" dirty="0">
                <a:solidFill>
                  <a:srgbClr val="000000">
                    <a:alpha val="100000"/>
                  </a:srgbClr>
                </a:solidFill>
                <a:latin typeface="Arial" panose="020B0604020202090204"/>
                <a:ea typeface="Arial" panose="020B0604020202090204"/>
                <a:cs typeface="Arial" panose="020B0604020202090204"/>
                <a:sym typeface="+mn-ea"/>
              </a:rPr>
              <a:t>  Other items kept under configuration managemen</a:t>
            </a:r>
            <a:r>
              <a:rPr sz="2400" spc="-40" dirty="0">
                <a:solidFill>
                  <a:srgbClr val="000000">
                    <a:alpha val="100000"/>
                  </a:srgbClr>
                </a:solidFill>
                <a:latin typeface="Arial" panose="020B0604020202090204"/>
                <a:ea typeface="Arial" panose="020B0604020202090204"/>
                <a:cs typeface="Arial" panose="020B0604020202090204"/>
                <a:sym typeface="+mn-ea"/>
              </a:rPr>
              <a:t>t</a:t>
            </a:r>
            <a:r>
              <a:rPr sz="2400" spc="-50" dirty="0">
                <a:solidFill>
                  <a:srgbClr val="000000">
                    <a:alpha val="100000"/>
                  </a:srgbClr>
                </a:solidFill>
                <a:latin typeface="Arial" panose="020B0604020202090204"/>
                <a:ea typeface="Arial" panose="020B0604020202090204"/>
                <a:cs typeface="Arial" panose="020B0604020202090204"/>
                <a:sym typeface="+mn-ea"/>
              </a:rPr>
              <a:t>:</a:t>
            </a:r>
          </a:p>
          <a:p>
            <a:pPr marL="469900" lvl="1" indent="13335" algn="l" rtl="0" eaLnBrk="0">
              <a:lnSpc>
                <a:spcPct val="105000"/>
              </a:lnSpc>
            </a:pPr>
            <a:r>
              <a:rPr sz="2400" spc="-50" dirty="0">
                <a:solidFill>
                  <a:srgbClr val="000000">
                    <a:alpha val="100000"/>
                  </a:srgbClr>
                </a:solidFill>
                <a:latin typeface="Arial" panose="020B0604020202090204"/>
                <a:ea typeface="Arial" panose="020B0604020202090204"/>
                <a:cs typeface="Arial" panose="020B0604020202090204"/>
                <a:sym typeface="+mn-ea"/>
              </a:rPr>
              <a:t>  Requirements document</a:t>
            </a:r>
            <a:r>
              <a:rPr sz="2400" dirty="0">
                <a:solidFill>
                  <a:srgbClr val="000000">
                    <a:alpha val="100000"/>
                  </a:srgbClr>
                </a:solidFill>
                <a:latin typeface="Arial" panose="020B0604020202090204"/>
                <a:ea typeface="Arial" panose="020B0604020202090204"/>
                <a:cs typeface="Arial" panose="020B0604020202090204"/>
                <a:sym typeface="+mn-ea"/>
              </a:rPr>
              <a:t>s</a:t>
            </a:r>
            <a:r>
              <a:rPr lang="en-US" sz="2400" dirty="0">
                <a:solidFill>
                  <a:srgbClr val="000000">
                    <a:alpha val="100000"/>
                  </a:srgbClr>
                </a:solidFill>
                <a:latin typeface="Arial" panose="020B0604020202090204"/>
                <a:ea typeface="Arial" panose="020B0604020202090204"/>
                <a:cs typeface="Arial" panose="020B0604020202090204"/>
                <a:sym typeface="+mn-ea"/>
              </a:rPr>
              <a:t> </a:t>
            </a:r>
            <a:endParaRPr sz="2400" dirty="0">
              <a:solidFill>
                <a:srgbClr val="000000">
                  <a:alpha val="100000"/>
                </a:srgbClr>
              </a:solidFill>
              <a:latin typeface="Arial" panose="020B0604020202090204"/>
              <a:ea typeface="Arial" panose="020B0604020202090204"/>
              <a:cs typeface="Arial" panose="020B0604020202090204"/>
              <a:sym typeface="+mn-ea"/>
            </a:endParaRPr>
          </a:p>
          <a:p>
            <a:pPr marL="469900" lvl="1" indent="13335" algn="l" rtl="0" eaLnBrk="0">
              <a:lnSpc>
                <a:spcPct val="105000"/>
              </a:lnSpc>
            </a:pPr>
            <a:r>
              <a:rPr sz="2400" spc="-50" dirty="0">
                <a:solidFill>
                  <a:srgbClr val="000000">
                    <a:alpha val="100000"/>
                  </a:srgbClr>
                </a:solidFill>
                <a:latin typeface="Arial" panose="020B0604020202090204"/>
                <a:ea typeface="Arial" panose="020B0604020202090204"/>
                <a:cs typeface="Arial" panose="020B0604020202090204"/>
                <a:sym typeface="+mn-ea"/>
              </a:rPr>
              <a:t>  Analysis and design artifa</a:t>
            </a:r>
            <a:r>
              <a:rPr sz="2400" dirty="0">
                <a:solidFill>
                  <a:srgbClr val="000000">
                    <a:alpha val="100000"/>
                  </a:srgbClr>
                </a:solidFill>
                <a:latin typeface="Arial" panose="020B0604020202090204"/>
                <a:ea typeface="Arial" panose="020B0604020202090204"/>
                <a:cs typeface="Arial" panose="020B0604020202090204"/>
                <a:sym typeface="+mn-ea"/>
              </a:rPr>
              <a:t>cts</a:t>
            </a:r>
            <a:r>
              <a:rPr lang="en-US" sz="2400" dirty="0">
                <a:solidFill>
                  <a:srgbClr val="000000">
                    <a:alpha val="100000"/>
                  </a:srgbClr>
                </a:solidFill>
                <a:latin typeface="Arial" panose="020B0604020202090204"/>
                <a:ea typeface="Arial" panose="020B0604020202090204"/>
                <a:cs typeface="Arial" panose="020B0604020202090204"/>
                <a:sym typeface="+mn-ea"/>
              </a:rPr>
              <a:t> </a:t>
            </a:r>
            <a:endParaRPr sz="2400" dirty="0">
              <a:solidFill>
                <a:srgbClr val="000000">
                  <a:alpha val="100000"/>
                </a:srgbClr>
              </a:solidFill>
              <a:latin typeface="Arial" panose="020B0604020202090204"/>
              <a:ea typeface="Arial" panose="020B0604020202090204"/>
              <a:cs typeface="Arial" panose="020B0604020202090204"/>
              <a:sym typeface="+mn-ea"/>
            </a:endParaRPr>
          </a:p>
          <a:p>
            <a:pPr marL="469900" lvl="1" indent="13335" algn="l" rtl="0" eaLnBrk="0">
              <a:lnSpc>
                <a:spcPct val="105000"/>
              </a:lnSpc>
            </a:pPr>
            <a:r>
              <a:rPr sz="2400" spc="-30" dirty="0">
                <a:solidFill>
                  <a:srgbClr val="000000">
                    <a:alpha val="100000"/>
                  </a:srgbClr>
                </a:solidFill>
                <a:latin typeface="Arial" panose="020B0604020202090204"/>
                <a:ea typeface="Arial" panose="020B0604020202090204"/>
                <a:cs typeface="Arial" panose="020B0604020202090204"/>
                <a:sym typeface="+mn-ea"/>
              </a:rPr>
              <a:t>  Test cases, test harnesses and scripts and even test resul</a:t>
            </a:r>
            <a:r>
              <a:rPr sz="2400" spc="-20" dirty="0">
                <a:solidFill>
                  <a:srgbClr val="000000">
                    <a:alpha val="100000"/>
                  </a:srgbClr>
                </a:solidFill>
                <a:latin typeface="Arial" panose="020B0604020202090204"/>
                <a:ea typeface="Arial" panose="020B0604020202090204"/>
                <a:cs typeface="Arial" panose="020B0604020202090204"/>
                <a:sym typeface="+mn-ea"/>
              </a:rPr>
              <a:t>t</a:t>
            </a:r>
            <a:r>
              <a:rPr sz="2400" dirty="0">
                <a:solidFill>
                  <a:srgbClr val="000000">
                    <a:alpha val="100000"/>
                  </a:srgbClr>
                </a:solidFill>
                <a:latin typeface="Arial" panose="020B0604020202090204"/>
                <a:ea typeface="Arial" panose="020B0604020202090204"/>
                <a:cs typeface="Arial" panose="020B0604020202090204"/>
                <a:sym typeface="+mn-ea"/>
              </a:rPr>
              <a:t>s</a:t>
            </a:r>
            <a:r>
              <a:rPr lang="en-US" sz="2400" dirty="0">
                <a:solidFill>
                  <a:srgbClr val="000000">
                    <a:alpha val="100000"/>
                  </a:srgbClr>
                </a:solidFill>
                <a:latin typeface="Arial" panose="020B0604020202090204"/>
                <a:ea typeface="Arial" panose="020B0604020202090204"/>
                <a:cs typeface="Arial" panose="020B0604020202090204"/>
                <a:sym typeface="+mn-ea"/>
              </a:rPr>
              <a:t> </a:t>
            </a:r>
            <a:endParaRPr sz="2400" dirty="0">
              <a:solidFill>
                <a:srgbClr val="000000">
                  <a:alpha val="100000"/>
                </a:srgbClr>
              </a:solidFill>
              <a:latin typeface="Arial" panose="020B0604020202090204"/>
              <a:ea typeface="Arial" panose="020B0604020202090204"/>
              <a:cs typeface="Arial" panose="020B0604020202090204"/>
              <a:sym typeface="+mn-ea"/>
            </a:endParaRPr>
          </a:p>
          <a:p>
            <a:pPr marL="469900" lvl="1" indent="13335" algn="l" rtl="0" eaLnBrk="0">
              <a:lnSpc>
                <a:spcPct val="105000"/>
              </a:lnSpc>
            </a:pPr>
            <a:r>
              <a:rPr sz="2400" spc="-50" dirty="0">
                <a:solidFill>
                  <a:srgbClr val="000000">
                    <a:alpha val="100000"/>
                  </a:srgbClr>
                </a:solidFill>
                <a:latin typeface="Arial" panose="020B0604020202090204"/>
                <a:ea typeface="Arial" panose="020B0604020202090204"/>
                <a:cs typeface="Arial" panose="020B0604020202090204"/>
                <a:sym typeface="+mn-ea"/>
              </a:rPr>
              <a:t>  Version of the </a:t>
            </a:r>
            <a:r>
              <a:rPr sz="2400" b="1" i="1" spc="-50" dirty="0">
                <a:solidFill>
                  <a:srgbClr val="000000">
                    <a:alpha val="100000"/>
                  </a:srgbClr>
                </a:solidFill>
                <a:latin typeface="Arial" panose="020B0604020202090204"/>
                <a:ea typeface="Arial" panose="020B0604020202090204"/>
                <a:cs typeface="Arial" panose="020B0604020202090204"/>
                <a:sym typeface="+mn-ea"/>
              </a:rPr>
              <a:t>process</a:t>
            </a:r>
            <a:r>
              <a:rPr sz="2400" spc="-50" dirty="0">
                <a:solidFill>
                  <a:srgbClr val="000000">
                    <a:alpha val="100000"/>
                  </a:srgbClr>
                </a:solidFill>
                <a:latin typeface="Arial" panose="020B0604020202090204"/>
                <a:ea typeface="Arial" panose="020B0604020202090204"/>
                <a:cs typeface="Arial" panose="020B0604020202090204"/>
                <a:sym typeface="+mn-ea"/>
              </a:rPr>
              <a:t> you are using, any c</a:t>
            </a:r>
            <a:r>
              <a:rPr sz="2400" dirty="0">
                <a:solidFill>
                  <a:srgbClr val="000000">
                    <a:alpha val="100000"/>
                  </a:srgbClr>
                </a:solidFill>
                <a:latin typeface="Arial" panose="020B0604020202090204"/>
                <a:ea typeface="Arial" panose="020B0604020202090204"/>
                <a:cs typeface="Arial" panose="020B0604020202090204"/>
                <a:sym typeface="+mn-ea"/>
              </a:rPr>
              <a:t>hanges</a:t>
            </a:r>
            <a:r>
              <a:rPr sz="2400" spc="-5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and </a:t>
            </a:r>
            <a:r>
              <a:rPr sz="2400" spc="-50" dirty="0">
                <a:solidFill>
                  <a:srgbClr val="000000">
                    <a:alpha val="100000"/>
                  </a:srgbClr>
                </a:solidFill>
                <a:latin typeface="Arial" panose="020B0604020202090204"/>
                <a:ea typeface="Arial" panose="020B0604020202090204"/>
                <a:cs typeface="Arial" panose="020B0604020202090204"/>
                <a:sym typeface="+mn-ea"/>
              </a:rPr>
              <a:t>adjustments that may be made during the construction </a:t>
            </a:r>
            <a:r>
              <a:rPr sz="2400" dirty="0">
                <a:solidFill>
                  <a:srgbClr val="000000">
                    <a:alpha val="100000"/>
                  </a:srgbClr>
                </a:solidFill>
                <a:latin typeface="Arial" panose="020B0604020202090204"/>
                <a:ea typeface="Arial" panose="020B0604020202090204"/>
                <a:cs typeface="Arial" panose="020B0604020202090204"/>
                <a:sym typeface="+mn-ea"/>
              </a:rPr>
              <a:t>and </a:t>
            </a:r>
            <a:r>
              <a:rPr sz="2400" spc="-70" dirty="0">
                <a:solidFill>
                  <a:srgbClr val="000000">
                    <a:alpha val="100000"/>
                  </a:srgbClr>
                </a:solidFill>
                <a:latin typeface="Arial" panose="020B0604020202090204"/>
                <a:ea typeface="Arial" panose="020B0604020202090204"/>
                <a:cs typeface="Arial" panose="020B0604020202090204"/>
                <a:sym typeface="+mn-ea"/>
              </a:rPr>
              <a:t>maintenance of the sy</a:t>
            </a:r>
            <a:r>
              <a:rPr sz="2400" spc="-50" dirty="0">
                <a:solidFill>
                  <a:srgbClr val="000000">
                    <a:alpha val="100000"/>
                  </a:srgbClr>
                </a:solidFill>
                <a:latin typeface="Arial" panose="020B0604020202090204"/>
                <a:ea typeface="Arial" panose="020B0604020202090204"/>
                <a:cs typeface="Arial" panose="020B0604020202090204"/>
                <a:sym typeface="+mn-ea"/>
              </a:rPr>
              <a:t>s</a:t>
            </a:r>
            <a:r>
              <a:rPr sz="2400" dirty="0">
                <a:solidFill>
                  <a:srgbClr val="000000">
                    <a:alpha val="100000"/>
                  </a:srgbClr>
                </a:solidFill>
                <a:latin typeface="Arial" panose="020B0604020202090204"/>
                <a:ea typeface="Arial" panose="020B0604020202090204"/>
                <a:cs typeface="Arial" panose="020B0604020202090204"/>
                <a:sym typeface="+mn-ea"/>
              </a:rPr>
              <a:t>tem</a:t>
            </a:r>
            <a:r>
              <a:rPr lang="en-US" sz="2400" dirty="0">
                <a:solidFill>
                  <a:srgbClr val="000000">
                    <a:alpha val="100000"/>
                  </a:srgbClr>
                </a:solidFill>
                <a:latin typeface="Arial" panose="020B0604020202090204"/>
                <a:ea typeface="Arial" panose="020B0604020202090204"/>
                <a:cs typeface="Arial" panose="020B0604020202090204"/>
                <a:sym typeface="+mn-ea"/>
              </a:rPr>
              <a:t> </a:t>
            </a:r>
            <a:endParaRPr sz="2400" dirty="0">
              <a:solidFill>
                <a:srgbClr val="000000">
                  <a:alpha val="100000"/>
                </a:srgbClr>
              </a:solidFill>
              <a:latin typeface="Arial" panose="020B0604020202090204"/>
              <a:ea typeface="Arial" panose="020B0604020202090204"/>
              <a:cs typeface="Arial" panose="020B0604020202090204"/>
              <a:sym typeface="+mn-ea"/>
            </a:endParaRPr>
          </a:p>
          <a:p>
            <a:pPr marL="927100" lvl="2" indent="13335" algn="l" rtl="0" eaLnBrk="0">
              <a:lnSpc>
                <a:spcPct val="105000"/>
              </a:lnSpc>
            </a:pPr>
            <a:r>
              <a:rPr sz="2400" dirty="0">
                <a:solidFill>
                  <a:srgbClr val="000000">
                    <a:alpha val="100000"/>
                  </a:srgbClr>
                </a:solidFill>
                <a:latin typeface="Arial" panose="020B0604020202090204"/>
                <a:ea typeface="Arial" panose="020B0604020202090204"/>
                <a:cs typeface="Arial" panose="020B0604020202090204"/>
                <a:sym typeface="+mn-ea"/>
              </a:rPr>
              <a:t>  </a:t>
            </a:r>
            <a:r>
              <a:rPr sz="2400" spc="-50" dirty="0">
                <a:solidFill>
                  <a:srgbClr val="000000">
                    <a:alpha val="100000"/>
                  </a:srgbClr>
                </a:solidFill>
                <a:latin typeface="Arial" panose="020B0604020202090204"/>
                <a:ea typeface="Arial" panose="020B0604020202090204"/>
                <a:cs typeface="Arial" panose="020B0604020202090204"/>
                <a:sym typeface="+mn-ea"/>
              </a:rPr>
              <a:t>Useful for audits and measuring process effectivene</a:t>
            </a:r>
            <a:r>
              <a:rPr sz="2400" spc="-20" dirty="0">
                <a:solidFill>
                  <a:srgbClr val="000000">
                    <a:alpha val="100000"/>
                  </a:srgbClr>
                </a:solidFill>
                <a:latin typeface="Arial" panose="020B0604020202090204"/>
                <a:ea typeface="Arial" panose="020B0604020202090204"/>
                <a:cs typeface="Arial" panose="020B0604020202090204"/>
                <a:sym typeface="+mn-ea"/>
              </a:rPr>
              <a:t>s</a:t>
            </a:r>
            <a:r>
              <a:rPr sz="2400" dirty="0">
                <a:solidFill>
                  <a:srgbClr val="000000">
                    <a:alpha val="100000"/>
                  </a:srgbClr>
                </a:solidFill>
                <a:latin typeface="Arial" panose="020B0604020202090204"/>
                <a:ea typeface="Arial" panose="020B0604020202090204"/>
                <a:cs typeface="Arial" panose="020B0604020202090204"/>
                <a:sym typeface="+mn-ea"/>
              </a:rPr>
              <a:t>s</a:t>
            </a:r>
            <a:r>
              <a:rPr lang="en-US" sz="2400" dirty="0">
                <a:solidFill>
                  <a:srgbClr val="000000">
                    <a:alpha val="100000"/>
                  </a:srgbClr>
                </a:solidFill>
                <a:latin typeface="Arial" panose="020B0604020202090204"/>
                <a:ea typeface="Arial" panose="020B0604020202090204"/>
                <a:cs typeface="Arial" panose="020B0604020202090204"/>
                <a:sym typeface="+mn-ea"/>
              </a:rPr>
              <a:t> </a:t>
            </a:r>
            <a:endParaRPr lang="en-US" altLang="en-US" sz="2400" dirty="0"/>
          </a:p>
          <a:p>
            <a:endParaRPr lang="en-US" altLang="en-US" sz="2400" dirty="0"/>
          </a:p>
        </p:txBody>
      </p:sp>
      <p:sp>
        <p:nvSpPr>
          <p:cNvPr id="3" name="Slide Number Placeholder 2"/>
          <p:cNvSpPr>
            <a:spLocks noGrp="1"/>
          </p:cNvSpPr>
          <p:nvPr>
            <p:ph type="sldNum" sz="quarter" idx="12"/>
          </p:nvPr>
        </p:nvSpPr>
        <p:spPr/>
        <p:txBody>
          <a:bodyPr/>
          <a:lstStyle/>
          <a:p>
            <a:fld id="{4267CD5E-26CF-4249-8540-BB1D07FD4227}" type="slidenum">
              <a:rPr lang="en-US" smtClean="0"/>
              <a:t>48</a:t>
            </a:fld>
            <a:endParaRPr lang="en-US"/>
          </a:p>
        </p:txBody>
      </p:sp>
      <p:pic>
        <p:nvPicPr>
          <p:cNvPr id="6" name="picture 209">
            <a:extLst>
              <a:ext uri="{FF2B5EF4-FFF2-40B4-BE49-F238E27FC236}">
                <a16:creationId xmlns:a16="http://schemas.microsoft.com/office/drawing/2014/main" id="{C30EBD5C-69F9-D773-2597-BFC140E6BD5D}"/>
              </a:ext>
            </a:extLst>
          </p:cNvPr>
          <p:cNvPicPr>
            <a:picLocks noChangeAspect="1"/>
          </p:cNvPicPr>
          <p:nvPr/>
        </p:nvPicPr>
        <p:blipFill rotWithShape="1">
          <a:blip r:embed="rId2"/>
          <a:srcRect l="36523"/>
          <a:stretch/>
        </p:blipFill>
        <p:spPr>
          <a:xfrm rot="21600000">
            <a:off x="8567726" y="2141770"/>
            <a:ext cx="2179787" cy="1546524"/>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spc="-10" dirty="0">
                <a:solidFill>
                  <a:srgbClr val="000000">
                    <a:alpha val="100000"/>
                  </a:srgbClr>
                </a:solidFill>
                <a:latin typeface="Arial" panose="020B0604020202090204"/>
                <a:ea typeface="Arial" panose="020B0604020202090204"/>
                <a:cs typeface="Arial" panose="020B0604020202090204"/>
                <a:sym typeface="+mn-ea"/>
              </a:rPr>
              <a:t>Report</a:t>
            </a:r>
            <a:r>
              <a:rPr dirty="0">
                <a:solidFill>
                  <a:srgbClr val="000000">
                    <a:alpha val="100000"/>
                  </a:srgbClr>
                </a:solidFill>
                <a:latin typeface="Arial" panose="020B0604020202090204"/>
                <a:ea typeface="Arial" panose="020B0604020202090204"/>
                <a:cs typeface="Arial" panose="020B0604020202090204"/>
                <a:sym typeface="+mn-ea"/>
              </a:rPr>
              <a:t>ing</a:t>
            </a:r>
            <a:r>
              <a:rPr spc="-10" dirty="0">
                <a:solidFill>
                  <a:srgbClr val="000000">
                    <a:alpha val="100000"/>
                  </a:srgbClr>
                </a:solidFill>
                <a:latin typeface="Arial" panose="020B0604020202090204"/>
                <a:ea typeface="Arial" panose="020B0604020202090204"/>
                <a:cs typeface="Arial" panose="020B0604020202090204"/>
                <a:sym typeface="+mn-ea"/>
              </a:rPr>
              <a:t>/</a:t>
            </a:r>
            <a:r>
              <a:rPr dirty="0">
                <a:solidFill>
                  <a:srgbClr val="000000">
                    <a:alpha val="100000"/>
                  </a:srgbClr>
                </a:solidFill>
                <a:latin typeface="Arial" panose="020B0604020202090204"/>
                <a:ea typeface="Arial" panose="020B0604020202090204"/>
                <a:cs typeface="Arial" panose="020B0604020202090204"/>
                <a:sym typeface="+mn-ea"/>
              </a:rPr>
              <a:t>visibility</a:t>
            </a:r>
            <a:r>
              <a:rPr spc="-1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of</a:t>
            </a:r>
            <a:r>
              <a:rPr spc="-1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results</a:t>
            </a:r>
            <a:endParaRPr lang="en-US"/>
          </a:p>
        </p:txBody>
      </p:sp>
      <p:sp>
        <p:nvSpPr>
          <p:cNvPr id="2" name="Content Placeholder 1"/>
          <p:cNvSpPr>
            <a:spLocks noGrp="1"/>
          </p:cNvSpPr>
          <p:nvPr>
            <p:ph idx="1"/>
          </p:nvPr>
        </p:nvSpPr>
        <p:spPr>
          <a:xfrm>
            <a:off x="849876" y="1489134"/>
            <a:ext cx="10709031" cy="3879273"/>
          </a:xfrm>
        </p:spPr>
        <p:txBody>
          <a:bodyPr/>
          <a:lstStyle/>
          <a:p>
            <a:pPr algn="l" rtl="0" eaLnBrk="0" fontAlgn="auto">
              <a:lnSpc>
                <a:spcPct val="150000"/>
              </a:lnSpc>
            </a:pPr>
            <a:r>
              <a:rPr sz="2800" spc="-70" dirty="0">
                <a:solidFill>
                  <a:srgbClr val="000000">
                    <a:alpha val="100000"/>
                  </a:srgbClr>
                </a:solidFill>
                <a:latin typeface="Arial" panose="020B0604020202090204"/>
                <a:ea typeface="Arial" panose="020B0604020202090204"/>
                <a:cs typeface="Arial" panose="020B0604020202090204"/>
                <a:sym typeface="+mn-ea"/>
              </a:rPr>
              <a:t>Track by featu</a:t>
            </a:r>
            <a:r>
              <a:rPr sz="2800" spc="-50" dirty="0">
                <a:solidFill>
                  <a:srgbClr val="000000">
                    <a:alpha val="100000"/>
                  </a:srgbClr>
                </a:solidFill>
                <a:latin typeface="Arial" panose="020B0604020202090204"/>
                <a:ea typeface="Arial" panose="020B0604020202090204"/>
                <a:cs typeface="Arial" panose="020B0604020202090204"/>
                <a:sym typeface="+mn-ea"/>
              </a:rPr>
              <a:t>r</a:t>
            </a:r>
            <a:r>
              <a:rPr sz="2800" dirty="0">
                <a:solidFill>
                  <a:srgbClr val="000000">
                    <a:alpha val="100000"/>
                  </a:srgbClr>
                </a:solidFill>
                <a:latin typeface="Arial" panose="020B0604020202090204"/>
                <a:ea typeface="Arial" panose="020B0604020202090204"/>
                <a:cs typeface="Arial" panose="020B0604020202090204"/>
                <a:sym typeface="+mn-ea"/>
              </a:rPr>
              <a:t>e</a:t>
            </a:r>
          </a:p>
          <a:p>
            <a:pPr algn="l" rtl="0" eaLnBrk="0" fontAlgn="auto">
              <a:lnSpc>
                <a:spcPct val="150000"/>
              </a:lnSpc>
            </a:pPr>
            <a:r>
              <a:rPr sz="2800" spc="-70" dirty="0">
                <a:solidFill>
                  <a:srgbClr val="000000">
                    <a:alpha val="100000"/>
                  </a:srgbClr>
                </a:solidFill>
                <a:latin typeface="Arial" panose="020B0604020202090204"/>
                <a:ea typeface="Arial" panose="020B0604020202090204"/>
                <a:cs typeface="Arial" panose="020B0604020202090204"/>
                <a:sym typeface="+mn-ea"/>
              </a:rPr>
              <a:t>Roll up summaries to feature set lev</a:t>
            </a:r>
            <a:r>
              <a:rPr sz="2800" spc="-10" dirty="0">
                <a:solidFill>
                  <a:srgbClr val="000000">
                    <a:alpha val="100000"/>
                  </a:srgbClr>
                </a:solidFill>
                <a:latin typeface="Arial" panose="020B0604020202090204"/>
                <a:ea typeface="Arial" panose="020B0604020202090204"/>
                <a:cs typeface="Arial" panose="020B0604020202090204"/>
                <a:sym typeface="+mn-ea"/>
              </a:rPr>
              <a:t>e</a:t>
            </a:r>
            <a:r>
              <a:rPr sz="2800" dirty="0">
                <a:solidFill>
                  <a:srgbClr val="000000">
                    <a:alpha val="100000"/>
                  </a:srgbClr>
                </a:solidFill>
                <a:latin typeface="Arial" panose="020B0604020202090204"/>
                <a:ea typeface="Arial" panose="020B0604020202090204"/>
                <a:cs typeface="Arial" panose="020B0604020202090204"/>
                <a:sym typeface="+mn-ea"/>
              </a:rPr>
              <a:t>l </a:t>
            </a:r>
          </a:p>
          <a:p>
            <a:pPr lvl="1" algn="l" rtl="0" eaLnBrk="0" fontAlgn="auto">
              <a:lnSpc>
                <a:spcPct val="150000"/>
              </a:lnSpc>
            </a:pPr>
            <a:r>
              <a:rPr sz="2800" spc="-40" dirty="0">
                <a:solidFill>
                  <a:srgbClr val="000000">
                    <a:alpha val="100000"/>
                  </a:srgbClr>
                </a:solidFill>
                <a:latin typeface="Arial" panose="020B0604020202090204"/>
                <a:ea typeface="Arial" panose="020B0604020202090204"/>
                <a:cs typeface="Arial" panose="020B0604020202090204"/>
                <a:sym typeface="+mn-ea"/>
              </a:rPr>
              <a:t>Parking lot chart for execut</a:t>
            </a:r>
            <a:r>
              <a:rPr sz="2800" spc="-20" dirty="0">
                <a:solidFill>
                  <a:srgbClr val="000000">
                    <a:alpha val="100000"/>
                  </a:srgbClr>
                </a:solidFill>
                <a:latin typeface="Arial" panose="020B0604020202090204"/>
                <a:ea typeface="Arial" panose="020B0604020202090204"/>
                <a:cs typeface="Arial" panose="020B0604020202090204"/>
                <a:sym typeface="+mn-ea"/>
              </a:rPr>
              <a:t>i</a:t>
            </a:r>
            <a:r>
              <a:rPr sz="2800" dirty="0">
                <a:solidFill>
                  <a:srgbClr val="000000">
                    <a:alpha val="100000"/>
                  </a:srgbClr>
                </a:solidFill>
                <a:latin typeface="Arial" panose="020B0604020202090204"/>
                <a:ea typeface="Arial" panose="020B0604020202090204"/>
                <a:cs typeface="Arial" panose="020B0604020202090204"/>
                <a:sym typeface="+mn-ea"/>
              </a:rPr>
              <a:t>ves</a:t>
            </a:r>
          </a:p>
          <a:p>
            <a:pPr algn="l" rtl="0" eaLnBrk="0" fontAlgn="auto">
              <a:lnSpc>
                <a:spcPct val="150000"/>
              </a:lnSpc>
            </a:pPr>
            <a:r>
              <a:rPr sz="2800" spc="-70" dirty="0">
                <a:solidFill>
                  <a:srgbClr val="000000">
                    <a:alpha val="100000"/>
                  </a:srgbClr>
                </a:solidFill>
                <a:latin typeface="Arial" panose="020B0604020202090204"/>
                <a:ea typeface="Arial" panose="020B0604020202090204"/>
                <a:cs typeface="Arial" panose="020B0604020202090204"/>
                <a:sym typeface="+mn-ea"/>
              </a:rPr>
              <a:t>Track progress with burn-up </a:t>
            </a:r>
            <a:r>
              <a:rPr sz="2800" spc="-50" dirty="0">
                <a:solidFill>
                  <a:srgbClr val="000000">
                    <a:alpha val="100000"/>
                  </a:srgbClr>
                </a:solidFill>
                <a:latin typeface="Arial" panose="020B0604020202090204"/>
                <a:ea typeface="Arial" panose="020B0604020202090204"/>
                <a:cs typeface="Arial" panose="020B0604020202090204"/>
                <a:sym typeface="+mn-ea"/>
              </a:rPr>
              <a:t>g</a:t>
            </a:r>
            <a:r>
              <a:rPr sz="2800" dirty="0">
                <a:solidFill>
                  <a:srgbClr val="000000">
                    <a:alpha val="100000"/>
                  </a:srgbClr>
                </a:solidFill>
                <a:latin typeface="Arial" panose="020B0604020202090204"/>
                <a:ea typeface="Arial" panose="020B0604020202090204"/>
                <a:cs typeface="Arial" panose="020B0604020202090204"/>
                <a:sym typeface="+mn-ea"/>
              </a:rPr>
              <a:t>raph    </a:t>
            </a:r>
          </a:p>
          <a:p>
            <a:pPr lvl="1" algn="l" rtl="0" eaLnBrk="0" fontAlgn="auto">
              <a:lnSpc>
                <a:spcPct val="150000"/>
              </a:lnSpc>
            </a:pPr>
            <a:r>
              <a:rPr sz="2800" spc="-40" dirty="0">
                <a:solidFill>
                  <a:srgbClr val="000000">
                    <a:alpha val="100000"/>
                  </a:srgbClr>
                </a:solidFill>
                <a:latin typeface="Arial" panose="020B0604020202090204"/>
                <a:ea typeface="Arial" panose="020B0604020202090204"/>
                <a:cs typeface="Arial" panose="020B0604020202090204"/>
                <a:sym typeface="+mn-ea"/>
              </a:rPr>
              <a:t>Similar to burn-down grap</a:t>
            </a:r>
            <a:r>
              <a:rPr sz="2800" dirty="0">
                <a:solidFill>
                  <a:srgbClr val="000000">
                    <a:alpha val="100000"/>
                  </a:srgbClr>
                </a:solidFill>
                <a:latin typeface="Arial" panose="020B0604020202090204"/>
                <a:ea typeface="Arial" panose="020B0604020202090204"/>
                <a:cs typeface="Arial" panose="020B0604020202090204"/>
                <a:sym typeface="+mn-ea"/>
              </a:rPr>
              <a:t>h</a:t>
            </a:r>
            <a:endParaRPr lang="en-US" altLang="en-US" sz="2800" dirty="0"/>
          </a:p>
          <a:p>
            <a:pPr algn="l" rtl="0" fontAlgn="auto">
              <a:lnSpc>
                <a:spcPct val="150000"/>
              </a:lnSpc>
            </a:pPr>
            <a:endParaRPr lang="en-US" sz="2800"/>
          </a:p>
        </p:txBody>
      </p:sp>
      <p:sp>
        <p:nvSpPr>
          <p:cNvPr id="3" name="Slide Number Placeholder 2"/>
          <p:cNvSpPr>
            <a:spLocks noGrp="1"/>
          </p:cNvSpPr>
          <p:nvPr>
            <p:ph type="sldNum" sz="quarter" idx="12"/>
          </p:nvPr>
        </p:nvSpPr>
        <p:spPr/>
        <p:txBody>
          <a:bodyPr/>
          <a:lstStyle/>
          <a:p>
            <a:fld id="{4267CD5E-26CF-4249-8540-BB1D07FD4227}" type="slidenum">
              <a:rPr lang="en-US" smtClean="0"/>
              <a:t>49</a:t>
            </a:fld>
            <a:endParaRPr lang="en-US"/>
          </a:p>
        </p:txBody>
      </p:sp>
      <p:pic>
        <p:nvPicPr>
          <p:cNvPr id="6" name="picture 209">
            <a:extLst>
              <a:ext uri="{FF2B5EF4-FFF2-40B4-BE49-F238E27FC236}">
                <a16:creationId xmlns:a16="http://schemas.microsoft.com/office/drawing/2014/main" id="{21E2EAD9-AAFA-AB4C-B562-47E972A3A520}"/>
              </a:ext>
            </a:extLst>
          </p:cNvPr>
          <p:cNvPicPr>
            <a:picLocks noChangeAspect="1"/>
          </p:cNvPicPr>
          <p:nvPr/>
        </p:nvPicPr>
        <p:blipFill rotWithShape="1">
          <a:blip r:embed="rId2"/>
          <a:srcRect l="36523"/>
          <a:stretch/>
        </p:blipFill>
        <p:spPr>
          <a:xfrm rot="21600000">
            <a:off x="8567726" y="521364"/>
            <a:ext cx="2179787" cy="1546524"/>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dirty="0">
                <a:solidFill>
                  <a:srgbClr val="000000">
                    <a:alpha val="100000"/>
                  </a:srgbClr>
                </a:solidFill>
                <a:latin typeface="Arial" panose="020B0604020202090204"/>
                <a:ea typeface="Arial" panose="020B0604020202090204"/>
                <a:cs typeface="Arial" panose="020B0604020202090204"/>
                <a:sym typeface="+mn-ea"/>
              </a:rPr>
              <a:t>Track</a:t>
            </a:r>
            <a:r>
              <a:rPr spc="15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by</a:t>
            </a:r>
            <a:r>
              <a:rPr spc="13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feature</a:t>
            </a:r>
            <a:endParaRPr lang="en-US"/>
          </a:p>
        </p:txBody>
      </p:sp>
      <p:sp>
        <p:nvSpPr>
          <p:cNvPr id="3" name="Slide Number Placeholder 2"/>
          <p:cNvSpPr>
            <a:spLocks noGrp="1"/>
          </p:cNvSpPr>
          <p:nvPr>
            <p:ph type="sldNum" sz="quarter" idx="12"/>
          </p:nvPr>
        </p:nvSpPr>
        <p:spPr/>
        <p:txBody>
          <a:bodyPr/>
          <a:lstStyle/>
          <a:p>
            <a:fld id="{4267CD5E-26CF-4249-8540-BB1D07FD4227}" type="slidenum">
              <a:rPr lang="en-US" smtClean="0"/>
              <a:t>50</a:t>
            </a:fld>
            <a:endParaRPr lang="en-US"/>
          </a:p>
        </p:txBody>
      </p:sp>
      <p:pic>
        <p:nvPicPr>
          <p:cNvPr id="200" name="picture 200"/>
          <p:cNvPicPr>
            <a:picLocks noGrp="1" noChangeAspect="1"/>
          </p:cNvPicPr>
          <p:nvPr>
            <p:ph idx="1"/>
          </p:nvPr>
        </p:nvPicPr>
        <p:blipFill>
          <a:blip r:embed="rId2"/>
          <a:srcRect/>
          <a:stretch/>
        </p:blipFill>
        <p:spPr>
          <a:xfrm rot="21600000">
            <a:off x="490496" y="1255984"/>
            <a:ext cx="8404987" cy="4225258"/>
          </a:xfrm>
          <a:prstGeom prst="rect">
            <a:avLst/>
          </a:prstGeom>
        </p:spPr>
      </p:pic>
      <p:pic>
        <p:nvPicPr>
          <p:cNvPr id="5" name="picture 209">
            <a:extLst>
              <a:ext uri="{FF2B5EF4-FFF2-40B4-BE49-F238E27FC236}">
                <a16:creationId xmlns:a16="http://schemas.microsoft.com/office/drawing/2014/main" id="{45DC7E6A-937E-CDA4-CE5D-931624A7C5EC}"/>
              </a:ext>
            </a:extLst>
          </p:cNvPr>
          <p:cNvPicPr>
            <a:picLocks noChangeAspect="1"/>
          </p:cNvPicPr>
          <p:nvPr/>
        </p:nvPicPr>
        <p:blipFill rotWithShape="1">
          <a:blip r:embed="rId3"/>
          <a:srcRect l="36523"/>
          <a:stretch/>
        </p:blipFill>
        <p:spPr>
          <a:xfrm rot="21600000">
            <a:off x="8567726" y="521364"/>
            <a:ext cx="2179787" cy="1546524"/>
          </a:xfrm>
          <a:prstGeom prst="rect">
            <a:avLst/>
          </a:prstGeom>
        </p:spPr>
      </p:pic>
      <p:sp>
        <p:nvSpPr>
          <p:cNvPr id="7" name="TextBox 6">
            <a:extLst>
              <a:ext uri="{FF2B5EF4-FFF2-40B4-BE49-F238E27FC236}">
                <a16:creationId xmlns:a16="http://schemas.microsoft.com/office/drawing/2014/main" id="{2F232C13-9F79-E8B0-407C-05582433DCFD}"/>
              </a:ext>
            </a:extLst>
          </p:cNvPr>
          <p:cNvSpPr txBox="1"/>
          <p:nvPr/>
        </p:nvSpPr>
        <p:spPr>
          <a:xfrm>
            <a:off x="1524242" y="5481243"/>
            <a:ext cx="6098058" cy="430887"/>
          </a:xfrm>
          <a:prstGeom prst="rect">
            <a:avLst/>
          </a:prstGeom>
          <a:noFill/>
        </p:spPr>
        <p:txBody>
          <a:bodyPr wrap="square">
            <a:spAutoFit/>
          </a:bodyPr>
          <a:lstStyle/>
          <a:p>
            <a:pPr algn="ctr"/>
            <a:r>
              <a:rPr lang="en-US" sz="1100" dirty="0">
                <a:hlinkClick r:id="rId4"/>
              </a:rPr>
              <a:t>https://www.methodsandtools.com/archive/archive.php?id=19p3</a:t>
            </a:r>
            <a:endParaRPr lang="en-US" sz="1100" dirty="0"/>
          </a:p>
          <a:p>
            <a:pPr algn="ctr"/>
            <a:r>
              <a:rPr lang="en-US" sz="1100" dirty="0"/>
              <a:t>Copyright© 1997-2004 Jeff De Luca</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14630" y="339090"/>
            <a:ext cx="10074910" cy="734695"/>
          </a:xfrm>
        </p:spPr>
        <p:txBody>
          <a:bodyPr>
            <a:normAutofit/>
          </a:bodyPr>
          <a:lstStyle/>
          <a:p>
            <a:r>
              <a:rPr lang="en-US" dirty="0">
                <a:solidFill>
                  <a:srgbClr val="000000">
                    <a:alpha val="100000"/>
                  </a:srgbClr>
                </a:solidFill>
                <a:latin typeface="Arial" panose="020B0604020202090204"/>
                <a:ea typeface="Arial" panose="020B0604020202090204"/>
                <a:cs typeface="Arial" panose="020B0604020202090204"/>
                <a:sym typeface="+mn-ea"/>
              </a:rPr>
              <a:t>Feature set level --- </a:t>
            </a:r>
            <a:r>
              <a:rPr dirty="0">
                <a:solidFill>
                  <a:srgbClr val="000000">
                    <a:alpha val="100000"/>
                  </a:srgbClr>
                </a:solidFill>
                <a:latin typeface="Arial" panose="020B0604020202090204"/>
                <a:ea typeface="Arial" panose="020B0604020202090204"/>
                <a:cs typeface="Arial" panose="020B0604020202090204"/>
                <a:sym typeface="+mn-ea"/>
              </a:rPr>
              <a:t>Parking</a:t>
            </a:r>
            <a:r>
              <a:rPr spc="45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Lot</a:t>
            </a:r>
            <a:r>
              <a:rPr spc="43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Chart       </a:t>
            </a:r>
            <a:endParaRPr lang="en-US" dirty="0"/>
          </a:p>
        </p:txBody>
      </p:sp>
      <p:sp>
        <p:nvSpPr>
          <p:cNvPr id="3" name="Slide Number Placeholder 2"/>
          <p:cNvSpPr>
            <a:spLocks noGrp="1"/>
          </p:cNvSpPr>
          <p:nvPr>
            <p:ph type="sldNum" sz="quarter" idx="12"/>
          </p:nvPr>
        </p:nvSpPr>
        <p:spPr/>
        <p:txBody>
          <a:bodyPr/>
          <a:lstStyle/>
          <a:p>
            <a:fld id="{4267CD5E-26CF-4249-8540-BB1D07FD4227}" type="slidenum">
              <a:rPr lang="en-US" smtClean="0"/>
              <a:t>51</a:t>
            </a:fld>
            <a:endParaRPr lang="en-US"/>
          </a:p>
        </p:txBody>
      </p:sp>
      <p:pic>
        <p:nvPicPr>
          <p:cNvPr id="205" name="picture 205"/>
          <p:cNvPicPr>
            <a:picLocks noGrp="1" noChangeAspect="1"/>
          </p:cNvPicPr>
          <p:nvPr>
            <p:ph idx="1"/>
          </p:nvPr>
        </p:nvPicPr>
        <p:blipFill>
          <a:blip r:embed="rId2"/>
          <a:srcRect/>
          <a:stretch/>
        </p:blipFill>
        <p:spPr>
          <a:xfrm rot="21600000">
            <a:off x="582238" y="1326303"/>
            <a:ext cx="4924403" cy="2680575"/>
          </a:xfrm>
          <a:prstGeom prst="rect">
            <a:avLst/>
          </a:prstGeom>
        </p:spPr>
      </p:pic>
      <p:pic>
        <p:nvPicPr>
          <p:cNvPr id="2" name="picture 209">
            <a:extLst>
              <a:ext uri="{FF2B5EF4-FFF2-40B4-BE49-F238E27FC236}">
                <a16:creationId xmlns:a16="http://schemas.microsoft.com/office/drawing/2014/main" id="{9361FFC1-2FA2-1A68-B25E-9FAF24F8640D}"/>
              </a:ext>
            </a:extLst>
          </p:cNvPr>
          <p:cNvPicPr>
            <a:picLocks noChangeAspect="1"/>
          </p:cNvPicPr>
          <p:nvPr/>
        </p:nvPicPr>
        <p:blipFill rotWithShape="1">
          <a:blip r:embed="rId3"/>
          <a:srcRect l="36523"/>
          <a:stretch/>
        </p:blipFill>
        <p:spPr>
          <a:xfrm rot="21600000">
            <a:off x="8567726" y="1120067"/>
            <a:ext cx="2179787" cy="1546524"/>
          </a:xfrm>
          <a:prstGeom prst="rect">
            <a:avLst/>
          </a:prstGeom>
        </p:spPr>
      </p:pic>
      <p:sp>
        <p:nvSpPr>
          <p:cNvPr id="5" name="TextBox 4">
            <a:extLst>
              <a:ext uri="{FF2B5EF4-FFF2-40B4-BE49-F238E27FC236}">
                <a16:creationId xmlns:a16="http://schemas.microsoft.com/office/drawing/2014/main" id="{3D6C9C20-DAC2-905B-1AEA-0758B6D1DE49}"/>
              </a:ext>
            </a:extLst>
          </p:cNvPr>
          <p:cNvSpPr txBox="1"/>
          <p:nvPr/>
        </p:nvSpPr>
        <p:spPr>
          <a:xfrm>
            <a:off x="0" y="4043952"/>
            <a:ext cx="6098058" cy="430887"/>
          </a:xfrm>
          <a:prstGeom prst="rect">
            <a:avLst/>
          </a:prstGeom>
          <a:noFill/>
        </p:spPr>
        <p:txBody>
          <a:bodyPr wrap="square">
            <a:spAutoFit/>
          </a:bodyPr>
          <a:lstStyle/>
          <a:p>
            <a:pPr algn="ctr"/>
            <a:r>
              <a:rPr lang="en-US" sz="1100" dirty="0">
                <a:hlinkClick r:id="rId4"/>
              </a:rPr>
              <a:t>https://www.methodsandtools.com/archive/archive.php?id=19p3</a:t>
            </a:r>
            <a:endParaRPr lang="en-US" sz="1100" dirty="0"/>
          </a:p>
          <a:p>
            <a:pPr algn="ctr"/>
            <a:r>
              <a:rPr lang="en-US" sz="1100" dirty="0"/>
              <a:t>Copyright© 1997-2004 Jeff De Luca</a:t>
            </a:r>
          </a:p>
        </p:txBody>
      </p:sp>
      <p:pic>
        <p:nvPicPr>
          <p:cNvPr id="7" name="Picture 6" descr="Chart, diagram, treemap chart&#10;&#10;Description automatically generated">
            <a:extLst>
              <a:ext uri="{FF2B5EF4-FFF2-40B4-BE49-F238E27FC236}">
                <a16:creationId xmlns:a16="http://schemas.microsoft.com/office/drawing/2014/main" id="{5442ED1F-8F5D-AC8F-23C7-EB54C3B99E53}"/>
              </a:ext>
            </a:extLst>
          </p:cNvPr>
          <p:cNvPicPr>
            <a:picLocks noChangeAspect="1"/>
          </p:cNvPicPr>
          <p:nvPr/>
        </p:nvPicPr>
        <p:blipFill rotWithShape="1">
          <a:blip r:embed="rId5"/>
          <a:srcRect t="19438"/>
          <a:stretch/>
        </p:blipFill>
        <p:spPr>
          <a:xfrm>
            <a:off x="5506641" y="2635278"/>
            <a:ext cx="5876739" cy="3550798"/>
          </a:xfrm>
          <a:prstGeom prst="rect">
            <a:avLst/>
          </a:prstGeom>
        </p:spPr>
      </p:pic>
      <p:sp>
        <p:nvSpPr>
          <p:cNvPr id="10" name="TextBox 9">
            <a:extLst>
              <a:ext uri="{FF2B5EF4-FFF2-40B4-BE49-F238E27FC236}">
                <a16:creationId xmlns:a16="http://schemas.microsoft.com/office/drawing/2014/main" id="{6E4133D7-D1A0-BAAD-FE03-D27E77AFCBB3}"/>
              </a:ext>
            </a:extLst>
          </p:cNvPr>
          <p:cNvSpPr txBox="1"/>
          <p:nvPr/>
        </p:nvSpPr>
        <p:spPr>
          <a:xfrm>
            <a:off x="7073611" y="6055271"/>
            <a:ext cx="6104658" cy="261610"/>
          </a:xfrm>
          <a:prstGeom prst="rect">
            <a:avLst/>
          </a:prstGeom>
          <a:noFill/>
        </p:spPr>
        <p:txBody>
          <a:bodyPr wrap="square">
            <a:spAutoFit/>
          </a:bodyPr>
          <a:lstStyle/>
          <a:p>
            <a:r>
              <a:rPr lang="en-US" sz="1100" dirty="0"/>
              <a:t>https://</a:t>
            </a:r>
            <a:r>
              <a:rPr lang="en-US" sz="1100" dirty="0" err="1"/>
              <a:t>insideproduct.co</a:t>
            </a:r>
            <a:r>
              <a:rPr lang="en-US" sz="1100" dirty="0"/>
              <a:t>/parking-lot-diagram/</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0576F-2677-2268-6D68-2169BDD2BE01}"/>
              </a:ext>
            </a:extLst>
          </p:cNvPr>
          <p:cNvSpPr>
            <a:spLocks noGrp="1"/>
          </p:cNvSpPr>
          <p:nvPr>
            <p:ph type="title"/>
          </p:nvPr>
        </p:nvSpPr>
        <p:spPr/>
        <p:txBody>
          <a:bodyPr/>
          <a:lstStyle/>
          <a:p>
            <a:r>
              <a:rPr lang="en-US" spc="-10" dirty="0">
                <a:solidFill>
                  <a:srgbClr val="000000">
                    <a:alpha val="100000"/>
                  </a:srgbClr>
                </a:solidFill>
                <a:latin typeface="Arial" panose="020B0604020202090204"/>
                <a:ea typeface="Arial" panose="020B0604020202090204"/>
                <a:cs typeface="Arial" panose="020B0604020202090204"/>
                <a:sym typeface="+mn-ea"/>
              </a:rPr>
              <a:t>Burn up gra</a:t>
            </a:r>
            <a:r>
              <a:rPr lang="en-US" dirty="0">
                <a:solidFill>
                  <a:srgbClr val="000000">
                    <a:alpha val="100000"/>
                  </a:srgbClr>
                </a:solidFill>
                <a:latin typeface="Arial" panose="020B0604020202090204"/>
                <a:ea typeface="Arial" panose="020B0604020202090204"/>
                <a:cs typeface="Arial" panose="020B0604020202090204"/>
                <a:sym typeface="+mn-ea"/>
              </a:rPr>
              <a:t>ph</a:t>
            </a:r>
            <a:endParaRPr lang="en-US" dirty="0"/>
          </a:p>
        </p:txBody>
      </p:sp>
      <p:sp>
        <p:nvSpPr>
          <p:cNvPr id="4" name="Content Placeholder 3">
            <a:extLst>
              <a:ext uri="{FF2B5EF4-FFF2-40B4-BE49-F238E27FC236}">
                <a16:creationId xmlns:a16="http://schemas.microsoft.com/office/drawing/2014/main" id="{7BD767DB-D668-1CBC-907B-EBF7CE9E6BEB}"/>
              </a:ext>
            </a:extLst>
          </p:cNvPr>
          <p:cNvSpPr>
            <a:spLocks noGrp="1"/>
          </p:cNvSpPr>
          <p:nvPr>
            <p:ph idx="1"/>
          </p:nvPr>
        </p:nvSpPr>
        <p:spPr>
          <a:xfrm>
            <a:off x="644771" y="1195058"/>
            <a:ext cx="10709031" cy="4887090"/>
          </a:xfrm>
        </p:spPr>
        <p:txBody>
          <a:bodyPr>
            <a:normAutofit/>
          </a:bodyPr>
          <a:lstStyle/>
          <a:p>
            <a:r>
              <a:rPr lang="en-US" sz="2000" dirty="0">
                <a:solidFill>
                  <a:schemeClr val="bg2">
                    <a:lumMod val="10000"/>
                  </a:schemeClr>
                </a:solidFill>
                <a:latin typeface="Arial" panose="020B0604020202020204" pitchFamily="34" charset="0"/>
                <a:cs typeface="Arial" panose="020B0604020202020204" pitchFamily="34" charset="0"/>
              </a:rPr>
              <a:t>A </a:t>
            </a:r>
            <a:r>
              <a:rPr lang="en-US" sz="2000" b="1" dirty="0">
                <a:solidFill>
                  <a:schemeClr val="bg2">
                    <a:lumMod val="10000"/>
                  </a:schemeClr>
                </a:solidFill>
                <a:latin typeface="Arial" panose="020B0604020202020204" pitchFamily="34" charset="0"/>
                <a:cs typeface="Arial" panose="020B0604020202020204" pitchFamily="34" charset="0"/>
              </a:rPr>
              <a:t>burn-up graph</a:t>
            </a:r>
            <a:r>
              <a:rPr lang="en-US" sz="2000" dirty="0">
                <a:solidFill>
                  <a:schemeClr val="bg2">
                    <a:lumMod val="10000"/>
                  </a:schemeClr>
                </a:solidFill>
                <a:latin typeface="Arial" panose="020B0604020202020204" pitchFamily="34" charset="0"/>
                <a:cs typeface="Arial" panose="020B0604020202020204" pitchFamily="34" charset="0"/>
              </a:rPr>
              <a:t> is a visual tool used to track progress and completion of features within a project over time. </a:t>
            </a:r>
          </a:p>
          <a:p>
            <a:r>
              <a:rPr lang="en-US" sz="2000" dirty="0">
                <a:solidFill>
                  <a:schemeClr val="bg2">
                    <a:lumMod val="10000"/>
                  </a:schemeClr>
                </a:solidFill>
                <a:latin typeface="Arial" panose="020B0604020202020204" pitchFamily="34" charset="0"/>
                <a:cs typeface="Arial" panose="020B0604020202020204" pitchFamily="34" charset="0"/>
              </a:rPr>
              <a:t>It helps teams and stakeholders see how much work has been completed and how much is left to do, giving an overview of the project's progress toward its goals.</a:t>
            </a:r>
          </a:p>
          <a:p>
            <a:pPr>
              <a:buNone/>
            </a:pPr>
            <a:endParaRPr lang="en-US" sz="2000" b="1" dirty="0">
              <a:solidFill>
                <a:schemeClr val="bg2">
                  <a:lumMod val="10000"/>
                </a:schemeClr>
              </a:solidFill>
              <a:latin typeface="Arial" panose="020B0604020202020204" pitchFamily="34" charset="0"/>
              <a:cs typeface="Arial" panose="020B0604020202020204" pitchFamily="34" charset="0"/>
            </a:endParaRPr>
          </a:p>
          <a:p>
            <a:pPr>
              <a:buNone/>
            </a:pPr>
            <a:r>
              <a:rPr lang="en-US" sz="2000" b="1" dirty="0">
                <a:solidFill>
                  <a:schemeClr val="bg2">
                    <a:lumMod val="10000"/>
                  </a:schemeClr>
                </a:solidFill>
                <a:latin typeface="Arial" panose="020B0604020202020204" pitchFamily="34" charset="0"/>
                <a:cs typeface="Arial" panose="020B0604020202020204" pitchFamily="34" charset="0"/>
              </a:rPr>
              <a:t>Key Elements of a Burn-Up Graph in FDD:</a:t>
            </a:r>
          </a:p>
          <a:p>
            <a:pPr lvl="1">
              <a:buFont typeface="+mj-lt"/>
              <a:buAutoNum type="arabicPeriod"/>
            </a:pPr>
            <a:r>
              <a:rPr lang="en-US" sz="1600" b="1" dirty="0">
                <a:solidFill>
                  <a:schemeClr val="bg2">
                    <a:lumMod val="10000"/>
                  </a:schemeClr>
                </a:solidFill>
                <a:latin typeface="Arial" panose="020B0604020202020204" pitchFamily="34" charset="0"/>
                <a:cs typeface="Arial" panose="020B0604020202020204" pitchFamily="34" charset="0"/>
              </a:rPr>
              <a:t>X-Axis (Time)</a:t>
            </a:r>
            <a:r>
              <a:rPr lang="en-US" sz="1600" dirty="0">
                <a:solidFill>
                  <a:schemeClr val="bg2">
                    <a:lumMod val="10000"/>
                  </a:schemeClr>
                </a:solidFill>
                <a:latin typeface="Arial" panose="020B0604020202020204" pitchFamily="34" charset="0"/>
                <a:cs typeface="Arial" panose="020B0604020202020204" pitchFamily="34" charset="0"/>
              </a:rPr>
              <a:t>: Represents the time elapsed in the project, typically shown in days, weeks, or iterations.</a:t>
            </a:r>
          </a:p>
          <a:p>
            <a:pPr lvl="1">
              <a:buFont typeface="+mj-lt"/>
              <a:buAutoNum type="arabicPeriod"/>
            </a:pPr>
            <a:r>
              <a:rPr lang="en-US" sz="1600" b="1" dirty="0">
                <a:solidFill>
                  <a:schemeClr val="bg2">
                    <a:lumMod val="10000"/>
                  </a:schemeClr>
                </a:solidFill>
                <a:latin typeface="Arial" panose="020B0604020202020204" pitchFamily="34" charset="0"/>
                <a:cs typeface="Arial" panose="020B0604020202020204" pitchFamily="34" charset="0"/>
              </a:rPr>
              <a:t>Y-Axis (Work or Features)</a:t>
            </a:r>
            <a:r>
              <a:rPr lang="en-US" sz="1600" dirty="0">
                <a:solidFill>
                  <a:schemeClr val="bg2">
                    <a:lumMod val="10000"/>
                  </a:schemeClr>
                </a:solidFill>
                <a:latin typeface="Arial" panose="020B0604020202020204" pitchFamily="34" charset="0"/>
                <a:cs typeface="Arial" panose="020B0604020202020204" pitchFamily="34" charset="0"/>
              </a:rPr>
              <a:t>: Represents the amount of work completed or the number of features that have been implemented. In FDD, this could be the number of features or feature points.</a:t>
            </a:r>
          </a:p>
          <a:p>
            <a:pPr lvl="1">
              <a:buFont typeface="+mj-lt"/>
              <a:buAutoNum type="arabicPeriod"/>
            </a:pPr>
            <a:r>
              <a:rPr lang="en-US" sz="1600" b="1" dirty="0">
                <a:solidFill>
                  <a:schemeClr val="bg2">
                    <a:lumMod val="10000"/>
                  </a:schemeClr>
                </a:solidFill>
                <a:latin typeface="Arial" panose="020B0604020202020204" pitchFamily="34" charset="0"/>
                <a:cs typeface="Arial" panose="020B0604020202020204" pitchFamily="34" charset="0"/>
              </a:rPr>
              <a:t>Total Scope Line</a:t>
            </a:r>
            <a:r>
              <a:rPr lang="en-US" sz="1600" dirty="0">
                <a:solidFill>
                  <a:schemeClr val="bg2">
                    <a:lumMod val="10000"/>
                  </a:schemeClr>
                </a:solidFill>
                <a:latin typeface="Arial" panose="020B0604020202020204" pitchFamily="34" charset="0"/>
                <a:cs typeface="Arial" panose="020B0604020202020204" pitchFamily="34" charset="0"/>
              </a:rPr>
              <a:t>: A horizontal line that represents the total number of features or work items to be completed in the project. This line remains fixed throughout the project.</a:t>
            </a:r>
          </a:p>
          <a:p>
            <a:pPr lvl="1">
              <a:buFont typeface="+mj-lt"/>
              <a:buAutoNum type="arabicPeriod"/>
            </a:pPr>
            <a:r>
              <a:rPr lang="en-US" sz="1600" b="1" dirty="0">
                <a:solidFill>
                  <a:schemeClr val="bg2">
                    <a:lumMod val="10000"/>
                  </a:schemeClr>
                </a:solidFill>
                <a:latin typeface="Arial" panose="020B0604020202020204" pitchFamily="34" charset="0"/>
                <a:cs typeface="Arial" panose="020B0604020202020204" pitchFamily="34" charset="0"/>
              </a:rPr>
              <a:t>Completed Work Line</a:t>
            </a:r>
            <a:r>
              <a:rPr lang="en-US" sz="1600" dirty="0">
                <a:solidFill>
                  <a:schemeClr val="bg2">
                    <a:lumMod val="10000"/>
                  </a:schemeClr>
                </a:solidFill>
                <a:latin typeface="Arial" panose="020B0604020202020204" pitchFamily="34" charset="0"/>
                <a:cs typeface="Arial" panose="020B0604020202020204" pitchFamily="34" charset="0"/>
              </a:rPr>
              <a:t>: This line tracks the cumulative number of features completed over time. As the team completes features, the line rises, showing progress toward the total scope.</a:t>
            </a:r>
          </a:p>
          <a:p>
            <a:pPr lvl="1">
              <a:buFont typeface="+mj-lt"/>
              <a:buAutoNum type="arabicPeriod"/>
            </a:pPr>
            <a:r>
              <a:rPr lang="en-US" sz="1600" b="1" dirty="0">
                <a:solidFill>
                  <a:schemeClr val="bg2">
                    <a:lumMod val="10000"/>
                  </a:schemeClr>
                </a:solidFill>
                <a:latin typeface="Arial" panose="020B0604020202020204" pitchFamily="34" charset="0"/>
                <a:cs typeface="Arial" panose="020B0604020202020204" pitchFamily="34" charset="0"/>
              </a:rPr>
              <a:t>Scope Changes (optional)</a:t>
            </a:r>
            <a:r>
              <a:rPr lang="en-US" sz="1600" dirty="0">
                <a:solidFill>
                  <a:schemeClr val="bg2">
                    <a:lumMod val="10000"/>
                  </a:schemeClr>
                </a:solidFill>
                <a:latin typeface="Arial" panose="020B0604020202020204" pitchFamily="34" charset="0"/>
                <a:cs typeface="Arial" panose="020B0604020202020204" pitchFamily="34" charset="0"/>
              </a:rPr>
              <a:t>: In some cases, scope changes can be reflected in the graph if new features are added or removed during the project.</a:t>
            </a:r>
          </a:p>
          <a:p>
            <a:endParaRPr lang="en-US" sz="2000" dirty="0">
              <a:solidFill>
                <a:schemeClr val="bg2">
                  <a:lumMod val="10000"/>
                </a:schemeClr>
              </a:solidFill>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C482717B-595B-7C2D-494F-38B10E6DC79E}"/>
              </a:ext>
            </a:extLst>
          </p:cNvPr>
          <p:cNvSpPr>
            <a:spLocks noGrp="1"/>
          </p:cNvSpPr>
          <p:nvPr>
            <p:ph type="sldNum" sz="quarter" idx="12"/>
          </p:nvPr>
        </p:nvSpPr>
        <p:spPr/>
        <p:txBody>
          <a:bodyPr/>
          <a:lstStyle/>
          <a:p>
            <a:fld id="{4267CD5E-26CF-4249-8540-BB1D07FD4227}" type="slidenum">
              <a:rPr lang="en-US" smtClean="0"/>
              <a:t>52</a:t>
            </a:fld>
            <a:endParaRPr lang="en-US"/>
          </a:p>
        </p:txBody>
      </p:sp>
    </p:spTree>
    <p:extLst>
      <p:ext uri="{BB962C8B-B14F-4D97-AF65-F5344CB8AC3E}">
        <p14:creationId xmlns:p14="http://schemas.microsoft.com/office/powerpoint/2010/main" val="21055902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7A2B5-1522-B499-4AEF-0EB325E38F27}"/>
              </a:ext>
            </a:extLst>
          </p:cNvPr>
          <p:cNvSpPr>
            <a:spLocks noGrp="1"/>
          </p:cNvSpPr>
          <p:nvPr>
            <p:ph type="title"/>
          </p:nvPr>
        </p:nvSpPr>
        <p:spPr/>
        <p:txBody>
          <a:bodyPr/>
          <a:lstStyle/>
          <a:p>
            <a:r>
              <a:rPr lang="en-US" spc="-10" dirty="0">
                <a:solidFill>
                  <a:srgbClr val="000000">
                    <a:alpha val="100000"/>
                  </a:srgbClr>
                </a:solidFill>
                <a:latin typeface="Arial" panose="020B0604020202090204"/>
                <a:ea typeface="Arial" panose="020B0604020202090204"/>
                <a:cs typeface="Arial" panose="020B0604020202090204"/>
                <a:sym typeface="+mn-ea"/>
              </a:rPr>
              <a:t>Burn up gra</a:t>
            </a:r>
            <a:r>
              <a:rPr lang="en-US" dirty="0">
                <a:solidFill>
                  <a:srgbClr val="000000">
                    <a:alpha val="100000"/>
                  </a:srgbClr>
                </a:solidFill>
                <a:latin typeface="Arial" panose="020B0604020202090204"/>
                <a:ea typeface="Arial" panose="020B0604020202090204"/>
                <a:cs typeface="Arial" panose="020B0604020202090204"/>
                <a:sym typeface="+mn-ea"/>
              </a:rPr>
              <a:t>ph</a:t>
            </a:r>
            <a:endParaRPr lang="en-US" dirty="0"/>
          </a:p>
        </p:txBody>
      </p:sp>
      <p:sp>
        <p:nvSpPr>
          <p:cNvPr id="4" name="Content Placeholder 3">
            <a:extLst>
              <a:ext uri="{FF2B5EF4-FFF2-40B4-BE49-F238E27FC236}">
                <a16:creationId xmlns:a16="http://schemas.microsoft.com/office/drawing/2014/main" id="{73BF66EA-1BA3-CAF2-B2E1-2DE50C787E38}"/>
              </a:ext>
            </a:extLst>
          </p:cNvPr>
          <p:cNvSpPr>
            <a:spLocks noGrp="1"/>
          </p:cNvSpPr>
          <p:nvPr>
            <p:ph idx="1"/>
          </p:nvPr>
        </p:nvSpPr>
        <p:spPr>
          <a:xfrm>
            <a:off x="644771" y="1195058"/>
            <a:ext cx="10709031" cy="4887090"/>
          </a:xfrm>
        </p:spPr>
        <p:txBody>
          <a:bodyPr>
            <a:normAutofit fontScale="92500"/>
          </a:bodyPr>
          <a:lstStyle/>
          <a:p>
            <a:pPr>
              <a:buNone/>
            </a:pPr>
            <a:r>
              <a:rPr lang="en-US" b="1" dirty="0">
                <a:solidFill>
                  <a:schemeClr val="bg2">
                    <a:lumMod val="10000"/>
                  </a:schemeClr>
                </a:solidFill>
                <a:latin typeface="Arial" panose="020B0604020202020204" pitchFamily="34" charset="0"/>
                <a:cs typeface="Arial" panose="020B0604020202020204" pitchFamily="34" charset="0"/>
              </a:rPr>
              <a:t>How It Works:</a:t>
            </a:r>
          </a:p>
          <a:p>
            <a:pPr>
              <a:buFont typeface="Arial" panose="020B0604020202020204" pitchFamily="34" charset="0"/>
              <a:buChar char="•"/>
            </a:pPr>
            <a:r>
              <a:rPr lang="en-US" dirty="0">
                <a:solidFill>
                  <a:schemeClr val="bg2">
                    <a:lumMod val="10000"/>
                  </a:schemeClr>
                </a:solidFill>
                <a:latin typeface="Arial" panose="020B0604020202020204" pitchFamily="34" charset="0"/>
                <a:cs typeface="Arial" panose="020B0604020202020204" pitchFamily="34" charset="0"/>
              </a:rPr>
              <a:t>The graph starts with the total scope of features or tasks (usually from the Feature List) plotted along the Y-axis.</a:t>
            </a:r>
          </a:p>
          <a:p>
            <a:pPr>
              <a:buFont typeface="Arial" panose="020B0604020202020204" pitchFamily="34" charset="0"/>
              <a:buChar char="•"/>
            </a:pPr>
            <a:r>
              <a:rPr lang="en-US" dirty="0">
                <a:solidFill>
                  <a:schemeClr val="bg2">
                    <a:lumMod val="10000"/>
                  </a:schemeClr>
                </a:solidFill>
                <a:latin typeface="Arial" panose="020B0604020202020204" pitchFamily="34" charset="0"/>
                <a:cs typeface="Arial" panose="020B0604020202020204" pitchFamily="34" charset="0"/>
              </a:rPr>
              <a:t>As features are completed and verified, the "Completed Work" line rises over time, indicating progress.</a:t>
            </a:r>
          </a:p>
          <a:p>
            <a:pPr>
              <a:buFont typeface="Arial" panose="020B0604020202020204" pitchFamily="34" charset="0"/>
              <a:buChar char="•"/>
            </a:pPr>
            <a:r>
              <a:rPr lang="en-US" dirty="0">
                <a:solidFill>
                  <a:schemeClr val="bg2">
                    <a:lumMod val="10000"/>
                  </a:schemeClr>
                </a:solidFill>
                <a:latin typeface="Arial" panose="020B0604020202020204" pitchFamily="34" charset="0"/>
                <a:cs typeface="Arial" panose="020B0604020202020204" pitchFamily="34" charset="0"/>
              </a:rPr>
              <a:t>The closer the </a:t>
            </a:r>
            <a:r>
              <a:rPr lang="en-US" b="1" dirty="0">
                <a:solidFill>
                  <a:schemeClr val="bg2">
                    <a:lumMod val="10000"/>
                  </a:schemeClr>
                </a:solidFill>
                <a:latin typeface="Arial" panose="020B0604020202020204" pitchFamily="34" charset="0"/>
                <a:cs typeface="Arial" panose="020B0604020202020204" pitchFamily="34" charset="0"/>
              </a:rPr>
              <a:t>Completed Work Line</a:t>
            </a:r>
            <a:r>
              <a:rPr lang="en-US" dirty="0">
                <a:solidFill>
                  <a:schemeClr val="bg2">
                    <a:lumMod val="10000"/>
                  </a:schemeClr>
                </a:solidFill>
                <a:latin typeface="Arial" panose="020B0604020202020204" pitchFamily="34" charset="0"/>
                <a:cs typeface="Arial" panose="020B0604020202020204" pitchFamily="34" charset="0"/>
              </a:rPr>
              <a:t> gets to the </a:t>
            </a:r>
            <a:r>
              <a:rPr lang="en-US" b="1" dirty="0">
                <a:solidFill>
                  <a:schemeClr val="bg2">
                    <a:lumMod val="10000"/>
                  </a:schemeClr>
                </a:solidFill>
                <a:latin typeface="Arial" panose="020B0604020202020204" pitchFamily="34" charset="0"/>
                <a:cs typeface="Arial" panose="020B0604020202020204" pitchFamily="34" charset="0"/>
              </a:rPr>
              <a:t>Total Scope Line</a:t>
            </a:r>
            <a:r>
              <a:rPr lang="en-US" dirty="0">
                <a:solidFill>
                  <a:schemeClr val="bg2">
                    <a:lumMod val="10000"/>
                  </a:schemeClr>
                </a:solidFill>
                <a:latin typeface="Arial" panose="020B0604020202020204" pitchFamily="34" charset="0"/>
                <a:cs typeface="Arial" panose="020B0604020202020204" pitchFamily="34" charset="0"/>
              </a:rPr>
              <a:t>, the closer the project is to completion.</a:t>
            </a:r>
          </a:p>
          <a:p>
            <a:pPr>
              <a:buNone/>
            </a:pPr>
            <a:endParaRPr lang="en-US" b="1" dirty="0">
              <a:solidFill>
                <a:schemeClr val="bg2">
                  <a:lumMod val="10000"/>
                </a:schemeClr>
              </a:solidFill>
              <a:latin typeface="Arial" panose="020B0604020202020204" pitchFamily="34" charset="0"/>
              <a:cs typeface="Arial" panose="020B0604020202020204" pitchFamily="34" charset="0"/>
            </a:endParaRPr>
          </a:p>
          <a:p>
            <a:pPr>
              <a:buNone/>
            </a:pPr>
            <a:r>
              <a:rPr lang="en-US" b="1" dirty="0">
                <a:solidFill>
                  <a:schemeClr val="bg2">
                    <a:lumMod val="10000"/>
                  </a:schemeClr>
                </a:solidFill>
                <a:latin typeface="Arial" panose="020B0604020202020204" pitchFamily="34" charset="0"/>
                <a:cs typeface="Arial" panose="020B0604020202020204" pitchFamily="34" charset="0"/>
              </a:rPr>
              <a:t>Benefits of a Burn-Up Graph in FDD:</a:t>
            </a:r>
          </a:p>
          <a:p>
            <a:pPr>
              <a:buFont typeface="Arial" panose="020B0604020202020204" pitchFamily="34" charset="0"/>
              <a:buChar char="•"/>
            </a:pPr>
            <a:r>
              <a:rPr lang="en-US" b="1" dirty="0">
                <a:solidFill>
                  <a:schemeClr val="bg2">
                    <a:lumMod val="10000"/>
                  </a:schemeClr>
                </a:solidFill>
                <a:latin typeface="Arial" panose="020B0604020202020204" pitchFamily="34" charset="0"/>
                <a:cs typeface="Arial" panose="020B0604020202020204" pitchFamily="34" charset="0"/>
              </a:rPr>
              <a:t>Clear Progress Tracking</a:t>
            </a:r>
            <a:r>
              <a:rPr lang="en-US" dirty="0">
                <a:solidFill>
                  <a:schemeClr val="bg2">
                    <a:lumMod val="10000"/>
                  </a:schemeClr>
                </a:solidFill>
                <a:latin typeface="Arial" panose="020B0604020202020204" pitchFamily="34" charset="0"/>
                <a:cs typeface="Arial" panose="020B0604020202020204" pitchFamily="34" charset="0"/>
              </a:rPr>
              <a:t>: Provides an easy-to-understand visual representation of how much work has been completed and how much is left.</a:t>
            </a:r>
          </a:p>
          <a:p>
            <a:pPr>
              <a:buFont typeface="Arial" panose="020B0604020202020204" pitchFamily="34" charset="0"/>
              <a:buChar char="•"/>
            </a:pPr>
            <a:r>
              <a:rPr lang="en-US" b="1" dirty="0">
                <a:solidFill>
                  <a:schemeClr val="bg2">
                    <a:lumMod val="10000"/>
                  </a:schemeClr>
                </a:solidFill>
                <a:latin typeface="Arial" panose="020B0604020202020204" pitchFamily="34" charset="0"/>
                <a:cs typeface="Arial" panose="020B0604020202020204" pitchFamily="34" charset="0"/>
              </a:rPr>
              <a:t>Identifies Scope Changes</a:t>
            </a:r>
            <a:r>
              <a:rPr lang="en-US" dirty="0">
                <a:solidFill>
                  <a:schemeClr val="bg2">
                    <a:lumMod val="10000"/>
                  </a:schemeClr>
                </a:solidFill>
                <a:latin typeface="Arial" panose="020B0604020202020204" pitchFamily="34" charset="0"/>
                <a:cs typeface="Arial" panose="020B0604020202020204" pitchFamily="34" charset="0"/>
              </a:rPr>
              <a:t>: Any increases or decreases in the total scope of work are easy to spot, helping manage scope creep.</a:t>
            </a:r>
          </a:p>
          <a:p>
            <a:pPr>
              <a:buFont typeface="Arial" panose="020B0604020202020204" pitchFamily="34" charset="0"/>
              <a:buChar char="•"/>
            </a:pPr>
            <a:r>
              <a:rPr lang="en-US" b="1" dirty="0">
                <a:solidFill>
                  <a:schemeClr val="bg2">
                    <a:lumMod val="10000"/>
                  </a:schemeClr>
                </a:solidFill>
                <a:latin typeface="Arial" panose="020B0604020202020204" pitchFamily="34" charset="0"/>
                <a:cs typeface="Arial" panose="020B0604020202020204" pitchFamily="34" charset="0"/>
              </a:rPr>
              <a:t>Transparency</a:t>
            </a:r>
            <a:r>
              <a:rPr lang="en-US" dirty="0">
                <a:solidFill>
                  <a:schemeClr val="bg2">
                    <a:lumMod val="10000"/>
                  </a:schemeClr>
                </a:solidFill>
                <a:latin typeface="Arial" panose="020B0604020202020204" pitchFamily="34" charset="0"/>
                <a:cs typeface="Arial" panose="020B0604020202020204" pitchFamily="34" charset="0"/>
              </a:rPr>
              <a:t>: Stakeholders can quickly understand the current status of the project, facilitating better decision-making.</a:t>
            </a:r>
          </a:p>
          <a:p>
            <a:pPr>
              <a:buFont typeface="Arial" panose="020B0604020202020204" pitchFamily="34" charset="0"/>
              <a:buChar char="•"/>
            </a:pPr>
            <a:r>
              <a:rPr lang="en-US" b="1" dirty="0">
                <a:solidFill>
                  <a:schemeClr val="bg2">
                    <a:lumMod val="10000"/>
                  </a:schemeClr>
                </a:solidFill>
                <a:latin typeface="Arial" panose="020B0604020202020204" pitchFamily="34" charset="0"/>
                <a:cs typeface="Arial" panose="020B0604020202020204" pitchFamily="34" charset="0"/>
              </a:rPr>
              <a:t>Motivation</a:t>
            </a:r>
            <a:r>
              <a:rPr lang="en-US" dirty="0">
                <a:solidFill>
                  <a:schemeClr val="bg2">
                    <a:lumMod val="10000"/>
                  </a:schemeClr>
                </a:solidFill>
                <a:latin typeface="Arial" panose="020B0604020202020204" pitchFamily="34" charset="0"/>
                <a:cs typeface="Arial" panose="020B0604020202020204" pitchFamily="34" charset="0"/>
              </a:rPr>
              <a:t>: Teams can see their progress and celebrate small milestones as they work towards completing all features.</a:t>
            </a:r>
          </a:p>
          <a:p>
            <a:endParaRPr lang="en-US" dirty="0">
              <a:solidFill>
                <a:schemeClr val="bg2">
                  <a:lumMod val="10000"/>
                </a:schemeClr>
              </a:solidFill>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37E3599A-1766-6AA2-A95B-69B0CDC1BFFA}"/>
              </a:ext>
            </a:extLst>
          </p:cNvPr>
          <p:cNvSpPr>
            <a:spLocks noGrp="1"/>
          </p:cNvSpPr>
          <p:nvPr>
            <p:ph type="sldNum" sz="quarter" idx="12"/>
          </p:nvPr>
        </p:nvSpPr>
        <p:spPr/>
        <p:txBody>
          <a:bodyPr/>
          <a:lstStyle/>
          <a:p>
            <a:fld id="{4267CD5E-26CF-4249-8540-BB1D07FD4227}" type="slidenum">
              <a:rPr lang="en-US" smtClean="0"/>
              <a:t>53</a:t>
            </a:fld>
            <a:endParaRPr lang="en-US"/>
          </a:p>
        </p:txBody>
      </p:sp>
    </p:spTree>
    <p:extLst>
      <p:ext uri="{BB962C8B-B14F-4D97-AF65-F5344CB8AC3E}">
        <p14:creationId xmlns:p14="http://schemas.microsoft.com/office/powerpoint/2010/main" val="2057457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spc="-10" dirty="0">
                <a:solidFill>
                  <a:srgbClr val="000000">
                    <a:alpha val="100000"/>
                  </a:srgbClr>
                </a:solidFill>
                <a:latin typeface="Arial" panose="020B0604020202090204"/>
                <a:ea typeface="Arial" panose="020B0604020202090204"/>
                <a:cs typeface="Arial" panose="020B0604020202090204"/>
                <a:sym typeface="+mn-ea"/>
              </a:rPr>
              <a:t>Burn up gra</a:t>
            </a:r>
            <a:r>
              <a:rPr dirty="0">
                <a:solidFill>
                  <a:srgbClr val="000000">
                    <a:alpha val="100000"/>
                  </a:srgbClr>
                </a:solidFill>
                <a:latin typeface="Arial" panose="020B0604020202090204"/>
                <a:ea typeface="Arial" panose="020B0604020202090204"/>
                <a:cs typeface="Arial" panose="020B0604020202090204"/>
                <a:sym typeface="+mn-ea"/>
              </a:rPr>
              <a:t>ph</a:t>
            </a:r>
            <a:endParaRPr lang="en-US" dirty="0"/>
          </a:p>
        </p:txBody>
      </p:sp>
      <p:sp>
        <p:nvSpPr>
          <p:cNvPr id="3" name="Slide Number Placeholder 2"/>
          <p:cNvSpPr>
            <a:spLocks noGrp="1"/>
          </p:cNvSpPr>
          <p:nvPr>
            <p:ph type="sldNum" sz="quarter" idx="12"/>
          </p:nvPr>
        </p:nvSpPr>
        <p:spPr/>
        <p:txBody>
          <a:bodyPr/>
          <a:lstStyle/>
          <a:p>
            <a:fld id="{4267CD5E-26CF-4249-8540-BB1D07FD4227}" type="slidenum">
              <a:rPr lang="en-US" smtClean="0"/>
              <a:t>54</a:t>
            </a:fld>
            <a:endParaRPr lang="en-US"/>
          </a:p>
        </p:txBody>
      </p:sp>
      <p:grpSp>
        <p:nvGrpSpPr>
          <p:cNvPr id="118" name="group 118"/>
          <p:cNvGrpSpPr/>
          <p:nvPr/>
        </p:nvGrpSpPr>
        <p:grpSpPr>
          <a:xfrm rot="21600000">
            <a:off x="2211705" y="7999984"/>
            <a:ext cx="9144000" cy="585215"/>
            <a:chOff x="0" y="0"/>
            <a:chExt cx="9144000" cy="585215"/>
          </a:xfrm>
        </p:grpSpPr>
        <p:pic>
          <p:nvPicPr>
            <p:cNvPr id="213" name="picture 213"/>
            <p:cNvPicPr>
              <a:picLocks noChangeAspect="1"/>
            </p:cNvPicPr>
            <p:nvPr/>
          </p:nvPicPr>
          <p:blipFill>
            <a:blip r:embed="rId2"/>
            <a:stretch>
              <a:fillRect/>
            </a:stretch>
          </p:blipFill>
          <p:spPr>
            <a:xfrm rot="21600000">
              <a:off x="0" y="0"/>
              <a:ext cx="9144000" cy="585215"/>
            </a:xfrm>
            <a:prstGeom prst="rect">
              <a:avLst/>
            </a:prstGeom>
          </p:spPr>
        </p:pic>
        <p:sp>
          <p:nvSpPr>
            <p:cNvPr id="214" name="textbox 214"/>
            <p:cNvSpPr/>
            <p:nvPr/>
          </p:nvSpPr>
          <p:spPr>
            <a:xfrm>
              <a:off x="-12700" y="-12700"/>
              <a:ext cx="9169400" cy="643255"/>
            </a:xfrm>
            <a:prstGeom prst="rect">
              <a:avLst/>
            </a:prstGeom>
          </p:spPr>
          <p:txBody>
            <a:bodyPr vert="horz" wrap="square" lIns="0" tIns="0" rIns="0" bIns="0"/>
            <a:lstStyle/>
            <a:p>
              <a:pPr algn="l" rtl="0" eaLnBrk="0">
                <a:lnSpc>
                  <a:spcPct val="118000"/>
                </a:lnSpc>
              </a:pPr>
              <a:endParaRPr lang="en-US" altLang="en-US" sz="1000" dirty="0"/>
            </a:p>
            <a:p>
              <a:pPr algn="l" rtl="0" eaLnBrk="0">
                <a:lnSpc>
                  <a:spcPct val="119000"/>
                </a:lnSpc>
              </a:pPr>
              <a:endParaRPr lang="en-US" altLang="en-US" sz="1000" dirty="0"/>
            </a:p>
            <a:p>
              <a:pPr algn="l" rtl="0" eaLnBrk="0">
                <a:lnSpc>
                  <a:spcPct val="6000"/>
                </a:lnSpc>
              </a:pPr>
              <a:endParaRPr lang="en-US" altLang="en-US" sz="100" dirty="0"/>
            </a:p>
            <a:p>
              <a:pPr algn="r" rtl="0" eaLnBrk="0">
                <a:lnSpc>
                  <a:spcPct val="78000"/>
                </a:lnSpc>
              </a:pPr>
              <a:r>
                <a:rPr sz="1100" spc="30" dirty="0">
                  <a:solidFill>
                    <a:srgbClr val="000000">
                      <a:alpha val="100000"/>
                    </a:srgbClr>
                  </a:solidFill>
                  <a:latin typeface="Calibri"/>
                  <a:ea typeface="Calibri"/>
                  <a:cs typeface="Calibri"/>
                </a:rPr>
                <a:t>3</a:t>
              </a:r>
              <a:r>
                <a:rPr sz="1100" spc="10" dirty="0">
                  <a:solidFill>
                    <a:srgbClr val="000000">
                      <a:alpha val="100000"/>
                    </a:srgbClr>
                  </a:solidFill>
                  <a:latin typeface="Calibri"/>
                  <a:ea typeface="Calibri"/>
                  <a:cs typeface="Calibri"/>
                </a:rPr>
                <a:t>2</a:t>
              </a:r>
              <a:endParaRPr lang="en-US" altLang="en-US" sz="1100" dirty="0"/>
            </a:p>
          </p:txBody>
        </p:sp>
      </p:grpSp>
      <p:sp>
        <p:nvSpPr>
          <p:cNvPr id="215" name="textbox 215"/>
          <p:cNvSpPr/>
          <p:nvPr/>
        </p:nvSpPr>
        <p:spPr>
          <a:xfrm>
            <a:off x="2550274" y="2043810"/>
            <a:ext cx="2894964" cy="569594"/>
          </a:xfrm>
          <a:prstGeom prst="rect">
            <a:avLst/>
          </a:prstGeom>
        </p:spPr>
        <p:txBody>
          <a:bodyPr vert="horz" wrap="square" lIns="0" tIns="0" rIns="0" bIns="0"/>
          <a:lstStyle/>
          <a:p>
            <a:pPr algn="l" rtl="0" eaLnBrk="0">
              <a:lnSpc>
                <a:spcPct val="83000"/>
              </a:lnSpc>
            </a:pPr>
            <a:endParaRPr lang="en-US" altLang="en-US" sz="3300" dirty="0"/>
          </a:p>
        </p:txBody>
      </p:sp>
      <p:pic>
        <p:nvPicPr>
          <p:cNvPr id="7" name="picture 209">
            <a:extLst>
              <a:ext uri="{FF2B5EF4-FFF2-40B4-BE49-F238E27FC236}">
                <a16:creationId xmlns:a16="http://schemas.microsoft.com/office/drawing/2014/main" id="{FECE91F1-32A7-A2B5-34AA-12E056F8D568}"/>
              </a:ext>
            </a:extLst>
          </p:cNvPr>
          <p:cNvPicPr>
            <a:picLocks noChangeAspect="1"/>
          </p:cNvPicPr>
          <p:nvPr/>
        </p:nvPicPr>
        <p:blipFill rotWithShape="1">
          <a:blip r:embed="rId3"/>
          <a:srcRect l="36523"/>
          <a:stretch/>
        </p:blipFill>
        <p:spPr>
          <a:xfrm rot="21600000">
            <a:off x="8567726" y="521364"/>
            <a:ext cx="2179787" cy="1546524"/>
          </a:xfrm>
          <a:prstGeom prst="rect">
            <a:avLst/>
          </a:prstGeom>
        </p:spPr>
      </p:pic>
      <p:sp>
        <p:nvSpPr>
          <p:cNvPr id="9" name="TextBox 8">
            <a:extLst>
              <a:ext uri="{FF2B5EF4-FFF2-40B4-BE49-F238E27FC236}">
                <a16:creationId xmlns:a16="http://schemas.microsoft.com/office/drawing/2014/main" id="{3A956B6A-425E-5153-3281-C8DB7E96DBD1}"/>
              </a:ext>
            </a:extLst>
          </p:cNvPr>
          <p:cNvSpPr txBox="1"/>
          <p:nvPr/>
        </p:nvSpPr>
        <p:spPr>
          <a:xfrm>
            <a:off x="3518075" y="5009628"/>
            <a:ext cx="7850330" cy="261610"/>
          </a:xfrm>
          <a:prstGeom prst="rect">
            <a:avLst/>
          </a:prstGeom>
          <a:noFill/>
        </p:spPr>
        <p:txBody>
          <a:bodyPr wrap="square">
            <a:spAutoFit/>
          </a:bodyPr>
          <a:lstStyle/>
          <a:p>
            <a:r>
              <a:rPr lang="en-US" sz="1100" dirty="0"/>
              <a:t>https://</a:t>
            </a:r>
            <a:r>
              <a:rPr lang="en-US" sz="1100" dirty="0" err="1"/>
              <a:t>www.clariostechnology.com</a:t>
            </a:r>
            <a:r>
              <a:rPr lang="en-US" sz="1100" dirty="0"/>
              <a:t>/productivity/blog/</a:t>
            </a:r>
            <a:r>
              <a:rPr lang="en-US" sz="1100" dirty="0" err="1"/>
              <a:t>whatisaburnupchart</a:t>
            </a:r>
            <a:r>
              <a:rPr lang="en-US" sz="1100" dirty="0"/>
              <a:t>/</a:t>
            </a:r>
          </a:p>
        </p:txBody>
      </p:sp>
      <p:pic>
        <p:nvPicPr>
          <p:cNvPr id="11" name="Picture 10" descr="Chart, line chart&#10;&#10;Description automatically generated">
            <a:extLst>
              <a:ext uri="{FF2B5EF4-FFF2-40B4-BE49-F238E27FC236}">
                <a16:creationId xmlns:a16="http://schemas.microsoft.com/office/drawing/2014/main" id="{90026C0D-89AC-0D6C-90EC-62A444665F71}"/>
              </a:ext>
            </a:extLst>
          </p:cNvPr>
          <p:cNvPicPr>
            <a:picLocks noChangeAspect="1"/>
          </p:cNvPicPr>
          <p:nvPr/>
        </p:nvPicPr>
        <p:blipFill>
          <a:blip r:embed="rId4"/>
          <a:stretch>
            <a:fillRect/>
          </a:stretch>
        </p:blipFill>
        <p:spPr>
          <a:xfrm>
            <a:off x="5777347" y="2191595"/>
            <a:ext cx="4595666" cy="2643911"/>
          </a:xfrm>
          <a:prstGeom prst="rect">
            <a:avLst/>
          </a:prstGeom>
        </p:spPr>
      </p:pic>
      <p:pic>
        <p:nvPicPr>
          <p:cNvPr id="13" name="Picture 12" descr="Chart, line chart&#10;&#10;Description automatically generated">
            <a:extLst>
              <a:ext uri="{FF2B5EF4-FFF2-40B4-BE49-F238E27FC236}">
                <a16:creationId xmlns:a16="http://schemas.microsoft.com/office/drawing/2014/main" id="{BB459D88-743C-BF0F-2DEC-C128F1D48F94}"/>
              </a:ext>
            </a:extLst>
          </p:cNvPr>
          <p:cNvPicPr>
            <a:picLocks noChangeAspect="1"/>
          </p:cNvPicPr>
          <p:nvPr/>
        </p:nvPicPr>
        <p:blipFill>
          <a:blip r:embed="rId5"/>
          <a:stretch>
            <a:fillRect/>
          </a:stretch>
        </p:blipFill>
        <p:spPr>
          <a:xfrm>
            <a:off x="996274" y="2196766"/>
            <a:ext cx="4448964" cy="2587169"/>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dirty="0">
                <a:solidFill>
                  <a:srgbClr val="000000">
                    <a:alpha val="100000"/>
                  </a:srgbClr>
                </a:solidFill>
                <a:latin typeface="Arial" panose="020B0604020202090204"/>
                <a:ea typeface="Arial" panose="020B0604020202090204"/>
                <a:cs typeface="Arial" panose="020B0604020202090204"/>
                <a:sym typeface="+mn-ea"/>
              </a:rPr>
              <a:t>Similarities</a:t>
            </a:r>
            <a:r>
              <a:rPr spc="38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to</a:t>
            </a:r>
            <a:r>
              <a:rPr spc="38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other</a:t>
            </a:r>
            <a:r>
              <a:rPr spc="38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Agile</a:t>
            </a:r>
            <a:r>
              <a:rPr spc="34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Methods</a:t>
            </a:r>
            <a:endParaRPr lang="en-US" dirty="0"/>
          </a:p>
        </p:txBody>
      </p:sp>
      <p:sp>
        <p:nvSpPr>
          <p:cNvPr id="2" name="Content Placeholder 1"/>
          <p:cNvSpPr>
            <a:spLocks noGrp="1"/>
          </p:cNvSpPr>
          <p:nvPr>
            <p:ph idx="1"/>
          </p:nvPr>
        </p:nvSpPr>
        <p:spPr>
          <a:xfrm>
            <a:off x="644526" y="1555750"/>
            <a:ext cx="7470774" cy="4526280"/>
          </a:xfrm>
        </p:spPr>
        <p:txBody>
          <a:bodyPr/>
          <a:lstStyle/>
          <a:p>
            <a:pPr algn="l" rtl="0" eaLnBrk="0">
              <a:lnSpc>
                <a:spcPct val="83000"/>
              </a:lnSpc>
            </a:pPr>
            <a:endParaRPr lang="en-US" altLang="en-US" sz="2800" dirty="0"/>
          </a:p>
          <a:p>
            <a:pPr marL="12700" algn="l" rtl="0" eaLnBrk="0">
              <a:lnSpc>
                <a:spcPts val="3360"/>
              </a:lnSpc>
            </a:pPr>
            <a:r>
              <a:rPr sz="2800" spc="-40" dirty="0">
                <a:solidFill>
                  <a:srgbClr val="000000">
                    <a:alpha val="100000"/>
                  </a:srgbClr>
                </a:solidFill>
                <a:latin typeface="Arial" panose="020B0604020202090204"/>
                <a:ea typeface="Arial" panose="020B0604020202090204"/>
                <a:cs typeface="Arial" panose="020B0604020202090204"/>
                <a:sym typeface="+mn-ea"/>
              </a:rPr>
              <a:t>Short, time-boxed iterati</a:t>
            </a:r>
            <a:r>
              <a:rPr sz="2800" spc="-20" dirty="0">
                <a:solidFill>
                  <a:srgbClr val="000000">
                    <a:alpha val="100000"/>
                  </a:srgbClr>
                </a:solidFill>
                <a:latin typeface="Arial" panose="020B0604020202090204"/>
                <a:ea typeface="Arial" panose="020B0604020202090204"/>
                <a:cs typeface="Arial" panose="020B0604020202090204"/>
                <a:sym typeface="+mn-ea"/>
              </a:rPr>
              <a:t>o</a:t>
            </a:r>
            <a:r>
              <a:rPr sz="2800" dirty="0">
                <a:solidFill>
                  <a:srgbClr val="000000">
                    <a:alpha val="100000"/>
                  </a:srgbClr>
                </a:solidFill>
                <a:latin typeface="Arial" panose="020B0604020202090204"/>
                <a:ea typeface="Arial" panose="020B0604020202090204"/>
                <a:cs typeface="Arial" panose="020B0604020202090204"/>
                <a:sym typeface="+mn-ea"/>
              </a:rPr>
              <a:t>ns</a:t>
            </a:r>
            <a:r>
              <a:rPr lang="en-US" sz="2800" dirty="0">
                <a:solidFill>
                  <a:srgbClr val="000000">
                    <a:alpha val="100000"/>
                  </a:srgbClr>
                </a:solidFill>
                <a:latin typeface="Arial" panose="020B0604020202090204"/>
                <a:ea typeface="Arial" panose="020B0604020202090204"/>
                <a:cs typeface="Arial" panose="020B0604020202090204"/>
                <a:sym typeface="+mn-ea"/>
              </a:rPr>
              <a:t> </a:t>
            </a:r>
            <a:endParaRPr sz="2800" dirty="0">
              <a:solidFill>
                <a:srgbClr val="000000">
                  <a:alpha val="100000"/>
                </a:srgbClr>
              </a:solidFill>
              <a:latin typeface="Arial" panose="020B0604020202090204"/>
              <a:ea typeface="Arial" panose="020B0604020202090204"/>
              <a:cs typeface="Arial" panose="020B0604020202090204"/>
              <a:sym typeface="+mn-ea"/>
            </a:endParaRPr>
          </a:p>
          <a:p>
            <a:pPr marL="12700" algn="l" rtl="0" eaLnBrk="0">
              <a:lnSpc>
                <a:spcPts val="3360"/>
              </a:lnSpc>
            </a:pPr>
            <a:r>
              <a:rPr sz="2800" spc="-90" dirty="0">
                <a:solidFill>
                  <a:srgbClr val="000000">
                    <a:alpha val="100000"/>
                  </a:srgbClr>
                </a:solidFill>
                <a:latin typeface="Arial" panose="020B0604020202090204"/>
                <a:ea typeface="Arial" panose="020B0604020202090204"/>
                <a:cs typeface="Arial" panose="020B0604020202090204"/>
                <a:sym typeface="+mn-ea"/>
              </a:rPr>
              <a:t>Lightweight proces</a:t>
            </a:r>
            <a:r>
              <a:rPr sz="2800" dirty="0">
                <a:solidFill>
                  <a:srgbClr val="000000">
                    <a:alpha val="100000"/>
                  </a:srgbClr>
                </a:solidFill>
                <a:latin typeface="Arial" panose="020B0604020202090204"/>
                <a:ea typeface="Arial" panose="020B0604020202090204"/>
                <a:cs typeface="Arial" panose="020B0604020202090204"/>
                <a:sym typeface="+mn-ea"/>
              </a:rPr>
              <a:t>s</a:t>
            </a:r>
            <a:r>
              <a:rPr lang="en-US" sz="2800" dirty="0">
                <a:solidFill>
                  <a:srgbClr val="000000">
                    <a:alpha val="100000"/>
                  </a:srgbClr>
                </a:solidFill>
                <a:latin typeface="Arial" panose="020B0604020202090204"/>
                <a:ea typeface="Arial" panose="020B0604020202090204"/>
                <a:cs typeface="Arial" panose="020B0604020202090204"/>
                <a:sym typeface="+mn-ea"/>
              </a:rPr>
              <a:t> </a:t>
            </a:r>
            <a:r>
              <a:rPr sz="2800" dirty="0">
                <a:solidFill>
                  <a:srgbClr val="000000">
                    <a:alpha val="100000"/>
                  </a:srgbClr>
                </a:solidFill>
                <a:latin typeface="Arial" panose="020B0604020202090204"/>
                <a:ea typeface="Arial" panose="020B0604020202090204"/>
                <a:cs typeface="Arial" panose="020B0604020202090204"/>
                <a:sym typeface="+mn-ea"/>
              </a:rPr>
              <a:t>                        </a:t>
            </a:r>
          </a:p>
          <a:p>
            <a:pPr marL="12700" algn="l" rtl="0" eaLnBrk="0">
              <a:lnSpc>
                <a:spcPts val="3360"/>
              </a:lnSpc>
            </a:pPr>
            <a:r>
              <a:rPr sz="2800" spc="-100" dirty="0">
                <a:solidFill>
                  <a:srgbClr val="000000">
                    <a:alpha val="100000"/>
                  </a:srgbClr>
                </a:solidFill>
                <a:latin typeface="Arial" panose="020B0604020202090204"/>
                <a:ea typeface="Arial" panose="020B0604020202090204"/>
                <a:cs typeface="Arial" panose="020B0604020202090204"/>
                <a:sym typeface="+mn-ea"/>
              </a:rPr>
              <a:t>Requirements described as featur</a:t>
            </a:r>
            <a:r>
              <a:rPr sz="2800" spc="-80" dirty="0">
                <a:solidFill>
                  <a:srgbClr val="000000">
                    <a:alpha val="100000"/>
                  </a:srgbClr>
                </a:solidFill>
                <a:latin typeface="Arial" panose="020B0604020202090204"/>
                <a:ea typeface="Arial" panose="020B0604020202090204"/>
                <a:cs typeface="Arial" panose="020B0604020202090204"/>
                <a:sym typeface="+mn-ea"/>
              </a:rPr>
              <a:t>e</a:t>
            </a:r>
            <a:r>
              <a:rPr sz="2800" dirty="0">
                <a:solidFill>
                  <a:srgbClr val="000000">
                    <a:alpha val="100000"/>
                  </a:srgbClr>
                </a:solidFill>
                <a:latin typeface="Arial" panose="020B0604020202090204"/>
                <a:ea typeface="Arial" panose="020B0604020202090204"/>
                <a:cs typeface="Arial" panose="020B0604020202090204"/>
                <a:sym typeface="+mn-ea"/>
              </a:rPr>
              <a:t>s</a:t>
            </a:r>
            <a:r>
              <a:rPr lang="en-US" sz="2800" dirty="0">
                <a:solidFill>
                  <a:srgbClr val="000000">
                    <a:alpha val="100000"/>
                  </a:srgbClr>
                </a:solidFill>
                <a:latin typeface="Arial" panose="020B0604020202090204"/>
                <a:ea typeface="Arial" panose="020B0604020202090204"/>
                <a:cs typeface="Arial" panose="020B0604020202090204"/>
                <a:sym typeface="+mn-ea"/>
              </a:rPr>
              <a:t> </a:t>
            </a:r>
            <a:endParaRPr sz="2800" dirty="0">
              <a:solidFill>
                <a:srgbClr val="000000">
                  <a:alpha val="100000"/>
                </a:srgbClr>
              </a:solidFill>
              <a:latin typeface="Arial" panose="020B0604020202090204"/>
              <a:ea typeface="Arial" panose="020B0604020202090204"/>
              <a:cs typeface="Arial" panose="020B0604020202090204"/>
              <a:sym typeface="+mn-ea"/>
            </a:endParaRPr>
          </a:p>
          <a:p>
            <a:pPr marL="12700" algn="l" rtl="0" eaLnBrk="0">
              <a:lnSpc>
                <a:spcPts val="3360"/>
              </a:lnSpc>
            </a:pPr>
            <a:r>
              <a:rPr sz="2800" spc="-60" dirty="0">
                <a:solidFill>
                  <a:srgbClr val="000000">
                    <a:alpha val="100000"/>
                  </a:srgbClr>
                </a:solidFill>
                <a:latin typeface="Arial" panose="020B0604020202090204"/>
                <a:ea typeface="Arial" panose="020B0604020202090204"/>
                <a:cs typeface="Arial" panose="020B0604020202090204"/>
                <a:sym typeface="+mn-ea"/>
              </a:rPr>
              <a:t>Customer participation in planning</a:t>
            </a:r>
            <a:endParaRPr lang="en-US" sz="2800" spc="-60" dirty="0">
              <a:solidFill>
                <a:srgbClr val="000000">
                  <a:alpha val="100000"/>
                </a:srgbClr>
              </a:solidFill>
              <a:latin typeface="Arial" panose="020B0604020202090204"/>
              <a:ea typeface="Arial" panose="020B0604020202090204"/>
              <a:cs typeface="Arial" panose="020B0604020202090204"/>
              <a:sym typeface="+mn-ea"/>
            </a:endParaRPr>
          </a:p>
          <a:p>
            <a:pPr lvl="1" eaLnBrk="0">
              <a:lnSpc>
                <a:spcPts val="3360"/>
              </a:lnSpc>
            </a:pPr>
            <a:r>
              <a:rPr sz="2800" spc="-60" dirty="0">
                <a:solidFill>
                  <a:srgbClr val="000000">
                    <a:alpha val="100000"/>
                  </a:srgbClr>
                </a:solidFill>
                <a:latin typeface="Arial" panose="020B0604020202090204"/>
                <a:ea typeface="Arial" panose="020B0604020202090204"/>
                <a:cs typeface="Arial" panose="020B0604020202090204"/>
                <a:sym typeface="+mn-ea"/>
              </a:rPr>
              <a:t>but not a</a:t>
            </a:r>
            <a:r>
              <a:rPr sz="2800" spc="-10" dirty="0">
                <a:solidFill>
                  <a:srgbClr val="000000">
                    <a:alpha val="100000"/>
                  </a:srgbClr>
                </a:solidFill>
                <a:latin typeface="Arial" panose="020B0604020202090204"/>
                <a:ea typeface="Arial" panose="020B0604020202090204"/>
                <a:cs typeface="Arial" panose="020B0604020202090204"/>
                <a:sym typeface="+mn-ea"/>
              </a:rPr>
              <a:t>s</a:t>
            </a:r>
            <a:r>
              <a:rPr sz="2800" spc="-60" dirty="0">
                <a:solidFill>
                  <a:srgbClr val="000000">
                    <a:alpha val="100000"/>
                  </a:srgbClr>
                </a:solidFill>
                <a:latin typeface="Arial" panose="020B0604020202090204"/>
                <a:ea typeface="Arial" panose="020B0604020202090204"/>
                <a:cs typeface="Arial" panose="020B0604020202090204"/>
                <a:sym typeface="+mn-ea"/>
              </a:rPr>
              <a:t> </a:t>
            </a:r>
            <a:r>
              <a:rPr sz="2800" dirty="0">
                <a:solidFill>
                  <a:srgbClr val="000000">
                    <a:alpha val="100000"/>
                  </a:srgbClr>
                </a:solidFill>
                <a:latin typeface="Arial" panose="020B0604020202090204"/>
                <a:ea typeface="Arial" panose="020B0604020202090204"/>
                <a:cs typeface="Arial" panose="020B0604020202090204"/>
                <a:sym typeface="+mn-ea"/>
              </a:rPr>
              <a:t>often</a:t>
            </a:r>
            <a:r>
              <a:rPr sz="2800" spc="-60" dirty="0">
                <a:solidFill>
                  <a:srgbClr val="000000">
                    <a:alpha val="100000"/>
                  </a:srgbClr>
                </a:solidFill>
                <a:latin typeface="Arial" panose="020B0604020202090204"/>
                <a:ea typeface="Arial" panose="020B0604020202090204"/>
                <a:cs typeface="Arial" panose="020B0604020202090204"/>
                <a:sym typeface="+mn-ea"/>
              </a:rPr>
              <a:t>, </a:t>
            </a:r>
            <a:r>
              <a:rPr sz="2800" dirty="0">
                <a:solidFill>
                  <a:srgbClr val="000000">
                    <a:alpha val="100000"/>
                  </a:srgbClr>
                </a:solidFill>
                <a:latin typeface="Arial" panose="020B0604020202090204"/>
                <a:ea typeface="Arial" panose="020B0604020202090204"/>
                <a:cs typeface="Arial" panose="020B0604020202090204"/>
                <a:sym typeface="+mn-ea"/>
              </a:rPr>
              <a:t>and </a:t>
            </a:r>
            <a:r>
              <a:rPr sz="2800" spc="-40" dirty="0">
                <a:solidFill>
                  <a:srgbClr val="000000">
                    <a:alpha val="100000"/>
                  </a:srgbClr>
                </a:solidFill>
                <a:latin typeface="Arial" panose="020B0604020202090204"/>
                <a:ea typeface="Arial" panose="020B0604020202090204"/>
                <a:cs typeface="Arial" panose="020B0604020202090204"/>
                <a:sym typeface="+mn-ea"/>
              </a:rPr>
              <a:t>at a higher lev</a:t>
            </a:r>
            <a:r>
              <a:rPr sz="2800" spc="-10" dirty="0">
                <a:solidFill>
                  <a:srgbClr val="000000">
                    <a:alpha val="100000"/>
                  </a:srgbClr>
                </a:solidFill>
                <a:latin typeface="Arial" panose="020B0604020202090204"/>
                <a:ea typeface="Arial" panose="020B0604020202090204"/>
                <a:cs typeface="Arial" panose="020B0604020202090204"/>
                <a:sym typeface="+mn-ea"/>
              </a:rPr>
              <a:t>e</a:t>
            </a:r>
            <a:r>
              <a:rPr sz="2800" dirty="0">
                <a:solidFill>
                  <a:srgbClr val="000000">
                    <a:alpha val="100000"/>
                  </a:srgbClr>
                </a:solidFill>
                <a:latin typeface="Arial" panose="020B0604020202090204"/>
                <a:ea typeface="Arial" panose="020B0604020202090204"/>
                <a:cs typeface="Arial" panose="020B0604020202090204"/>
                <a:sym typeface="+mn-ea"/>
              </a:rPr>
              <a:t>l</a:t>
            </a:r>
            <a:r>
              <a:rPr lang="en-US" sz="2800" spc="-40" dirty="0">
                <a:solidFill>
                  <a:srgbClr val="000000">
                    <a:alpha val="100000"/>
                  </a:srgbClr>
                </a:solidFill>
                <a:latin typeface="Arial" panose="020B0604020202090204"/>
                <a:ea typeface="Arial" panose="020B0604020202090204"/>
                <a:cs typeface="Arial" panose="020B0604020202090204"/>
                <a:sym typeface="+mn-ea"/>
              </a:rPr>
              <a:t> </a:t>
            </a:r>
            <a:endParaRPr lang="en-US" altLang="en-US" sz="2800" dirty="0"/>
          </a:p>
          <a:p>
            <a:pPr marL="12700" algn="l" rtl="0" eaLnBrk="0">
              <a:lnSpc>
                <a:spcPts val="3360"/>
              </a:lnSpc>
            </a:pPr>
            <a:endParaRPr lang="en-US" altLang="en-US" sz="2800" dirty="0"/>
          </a:p>
          <a:p>
            <a:endParaRPr lang="en-US" sz="2800" dirty="0"/>
          </a:p>
        </p:txBody>
      </p:sp>
      <p:sp>
        <p:nvSpPr>
          <p:cNvPr id="3" name="Slide Number Placeholder 2"/>
          <p:cNvSpPr>
            <a:spLocks noGrp="1"/>
          </p:cNvSpPr>
          <p:nvPr>
            <p:ph type="sldNum" sz="quarter" idx="12"/>
          </p:nvPr>
        </p:nvSpPr>
        <p:spPr/>
        <p:txBody>
          <a:bodyPr/>
          <a:lstStyle/>
          <a:p>
            <a:fld id="{4267CD5E-26CF-4249-8540-BB1D07FD4227}" type="slidenum">
              <a:rPr lang="en-US" smtClean="0"/>
              <a:t>55</a:t>
            </a:fld>
            <a:endParaRPr lang="en-US"/>
          </a:p>
        </p:txBody>
      </p:sp>
      <p:pic>
        <p:nvPicPr>
          <p:cNvPr id="222" name="picture 222"/>
          <p:cNvPicPr>
            <a:picLocks noChangeAspect="1"/>
          </p:cNvPicPr>
          <p:nvPr/>
        </p:nvPicPr>
        <p:blipFill>
          <a:blip r:embed="rId2"/>
          <a:stretch>
            <a:fillRect/>
          </a:stretch>
        </p:blipFill>
        <p:spPr>
          <a:xfrm rot="21600000">
            <a:off x="7603259" y="1472778"/>
            <a:ext cx="2746375" cy="221551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dirty="0">
                <a:solidFill>
                  <a:srgbClr val="000000">
                    <a:alpha val="100000"/>
                  </a:srgbClr>
                </a:solidFill>
                <a:latin typeface="Arial" panose="020B0604020202090204"/>
                <a:ea typeface="Arial" panose="020B0604020202090204"/>
                <a:cs typeface="Arial" panose="020B0604020202090204"/>
                <a:sym typeface="+mn-ea"/>
              </a:rPr>
              <a:t>Differences</a:t>
            </a:r>
            <a:r>
              <a:rPr spc="28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from</a:t>
            </a:r>
            <a:r>
              <a:rPr spc="28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other</a:t>
            </a:r>
            <a:r>
              <a:rPr spc="28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Agile</a:t>
            </a:r>
            <a:r>
              <a:rPr spc="24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Methods</a:t>
            </a:r>
            <a:endParaRPr lang="en-US" dirty="0"/>
          </a:p>
        </p:txBody>
      </p:sp>
      <p:sp>
        <p:nvSpPr>
          <p:cNvPr id="2" name="Content Placeholder 1"/>
          <p:cNvSpPr>
            <a:spLocks noGrp="1"/>
          </p:cNvSpPr>
          <p:nvPr>
            <p:ph idx="1"/>
          </p:nvPr>
        </p:nvSpPr>
        <p:spPr>
          <a:xfrm>
            <a:off x="646359" y="1165860"/>
            <a:ext cx="10709275" cy="4526280"/>
          </a:xfrm>
        </p:spPr>
        <p:txBody>
          <a:bodyPr>
            <a:noAutofit/>
          </a:bodyPr>
          <a:lstStyle/>
          <a:p>
            <a:pPr indent="0" algn="l" rtl="0" eaLnBrk="0" fontAlgn="auto">
              <a:lnSpc>
                <a:spcPct val="100000"/>
              </a:lnSpc>
            </a:pPr>
            <a:endParaRPr lang="en-US" altLang="en-US" sz="2400" dirty="0">
              <a:latin typeface="Arial" panose="020B0604020202020204" pitchFamily="34" charset="0"/>
              <a:cs typeface="Arial" panose="020B0604020202020204" pitchFamily="34" charset="0"/>
            </a:endParaRPr>
          </a:p>
          <a:p>
            <a:pPr marL="19050" indent="0" algn="l" rtl="0" eaLnBrk="0" fontAlgn="auto">
              <a:lnSpc>
                <a:spcPct val="100000"/>
              </a:lnSpc>
              <a:spcBef>
                <a:spcPts val="600"/>
              </a:spcBef>
            </a:pPr>
            <a:r>
              <a:rPr sz="2400" spc="-6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  Up-front modeling – </a:t>
            </a:r>
            <a:r>
              <a:rPr sz="2400" spc="-60" dirty="0">
                <a:solidFill>
                  <a:srgbClr val="C00000"/>
                </a:solidFill>
                <a:latin typeface="Arial" panose="020B0604020202020204" pitchFamily="34" charset="0"/>
                <a:ea typeface="Arial" panose="020B0604020202090204"/>
                <a:cs typeface="Arial" panose="020B0604020202020204" pitchFamily="34" charset="0"/>
                <a:sym typeface="+mn-ea"/>
              </a:rPr>
              <a:t>"Just Enough Design Initially (JEDI)", </a:t>
            </a:r>
            <a:r>
              <a:rPr sz="2400" spc="-6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to avoi</a:t>
            </a:r>
            <a:r>
              <a:rPr sz="2400" spc="-4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d</a:t>
            </a:r>
            <a:r>
              <a:rPr sz="24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 </a:t>
            </a:r>
            <a:r>
              <a:rPr sz="2400" spc="-3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refactorin</a:t>
            </a:r>
            <a:r>
              <a:rPr sz="2400" spc="-2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g</a:t>
            </a:r>
            <a:r>
              <a:rPr lang="en-US" sz="2400" spc="-2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 </a:t>
            </a:r>
            <a:endParaRPr sz="2400" spc="-20" dirty="0">
              <a:solidFill>
                <a:srgbClr val="000000">
                  <a:alpha val="100000"/>
                </a:srgbClr>
              </a:solidFill>
              <a:latin typeface="Arial" panose="020B0604020202020204" pitchFamily="34" charset="0"/>
              <a:ea typeface="Arial" panose="020B0604020202090204"/>
              <a:cs typeface="Arial" panose="020B0604020202020204" pitchFamily="34" charset="0"/>
              <a:sym typeface="+mn-ea"/>
            </a:endParaRPr>
          </a:p>
          <a:p>
            <a:pPr marL="476250" lvl="1" indent="0" algn="l" rtl="0" eaLnBrk="0" fontAlgn="auto">
              <a:lnSpc>
                <a:spcPct val="100000"/>
              </a:lnSpc>
              <a:spcBef>
                <a:spcPts val="600"/>
              </a:spcBef>
            </a:pPr>
            <a:r>
              <a:rPr sz="2400" spc="-1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  Bias toward getting it righ</a:t>
            </a:r>
            <a:r>
              <a:rPr sz="24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t</a:t>
            </a:r>
            <a:r>
              <a:rPr sz="2400" spc="-1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 </a:t>
            </a:r>
            <a:r>
              <a:rPr sz="24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the</a:t>
            </a:r>
            <a:r>
              <a:rPr sz="2400" spc="-1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 </a:t>
            </a:r>
            <a:r>
              <a:rPr sz="24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first</a:t>
            </a:r>
            <a:r>
              <a:rPr sz="2400" spc="-1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 </a:t>
            </a:r>
            <a:r>
              <a:rPr sz="24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time</a:t>
            </a:r>
            <a:r>
              <a:rPr lang="en-US" sz="24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 </a:t>
            </a:r>
            <a:endParaRPr lang="en-US" altLang="en-US" sz="2400" dirty="0">
              <a:latin typeface="Arial" panose="020B0604020202020204" pitchFamily="34" charset="0"/>
              <a:cs typeface="Arial" panose="020B0604020202020204" pitchFamily="34" charset="0"/>
            </a:endParaRPr>
          </a:p>
          <a:p>
            <a:pPr marL="20320" indent="0" algn="l" rtl="0" eaLnBrk="0" fontAlgn="auto">
              <a:lnSpc>
                <a:spcPct val="100000"/>
              </a:lnSpc>
              <a:spcBef>
                <a:spcPts val="600"/>
              </a:spcBef>
            </a:pPr>
            <a:r>
              <a:rPr sz="2400" spc="-6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  FDD </a:t>
            </a:r>
            <a:r>
              <a:rPr sz="2400" spc="-60" dirty="0">
                <a:solidFill>
                  <a:srgbClr val="C00000"/>
                </a:solidFill>
                <a:latin typeface="Arial" panose="020B0604020202020204" pitchFamily="34" charset="0"/>
                <a:ea typeface="Arial" panose="020B0604020202090204"/>
                <a:cs typeface="Arial" panose="020B0604020202020204" pitchFamily="34" charset="0"/>
                <a:sym typeface="+mn-ea"/>
              </a:rPr>
              <a:t>values documentation </a:t>
            </a:r>
            <a:r>
              <a:rPr sz="2400" spc="-6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(models, notes, reference documen</a:t>
            </a:r>
            <a:r>
              <a:rPr sz="2400" spc="-4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t</a:t>
            </a:r>
            <a:r>
              <a:rPr sz="24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s</a:t>
            </a:r>
            <a:r>
              <a:rPr sz="2400" spc="-6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a:t>
            </a:r>
            <a:r>
              <a:rPr sz="24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 </a:t>
            </a:r>
            <a:endParaRPr lang="en-US" sz="24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endParaRPr>
          </a:p>
          <a:p>
            <a:pPr marL="20320" indent="0" algn="l" rtl="0" eaLnBrk="0" fontAlgn="auto">
              <a:lnSpc>
                <a:spcPct val="100000"/>
              </a:lnSpc>
              <a:spcBef>
                <a:spcPts val="600"/>
              </a:spcBef>
            </a:pPr>
            <a:r>
              <a:rPr lang="en-US" sz="2400" spc="-5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  </a:t>
            </a:r>
            <a:r>
              <a:rPr sz="2400" spc="-5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More emphasis on progress tracking and repor</a:t>
            </a:r>
            <a:r>
              <a:rPr sz="2400" spc="-1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t</a:t>
            </a:r>
            <a:r>
              <a:rPr sz="24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ing</a:t>
            </a:r>
            <a:r>
              <a:rPr lang="en-US" sz="24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 </a:t>
            </a:r>
            <a:endParaRPr lang="en-US" altLang="en-US" sz="2400" dirty="0">
              <a:latin typeface="Arial" panose="020B0604020202020204" pitchFamily="34" charset="0"/>
              <a:cs typeface="Arial" panose="020B0604020202020204" pitchFamily="34" charset="0"/>
            </a:endParaRPr>
          </a:p>
          <a:p>
            <a:pPr marL="20955" indent="0" algn="l" rtl="0" eaLnBrk="0" fontAlgn="auto">
              <a:lnSpc>
                <a:spcPct val="100000"/>
              </a:lnSpc>
              <a:spcBef>
                <a:spcPts val="600"/>
              </a:spcBef>
            </a:pPr>
            <a:r>
              <a:rPr sz="2400" spc="-60" dirty="0">
                <a:solidFill>
                  <a:srgbClr val="C00000"/>
                </a:solidFill>
                <a:latin typeface="Arial" panose="020B0604020202020204" pitchFamily="34" charset="0"/>
                <a:ea typeface="Arial" panose="020B0604020202090204"/>
                <a:cs typeface="Arial" panose="020B0604020202020204" pitchFamily="34" charset="0"/>
                <a:sym typeface="+mn-ea"/>
              </a:rPr>
              <a:t>  Dynamic feature team</a:t>
            </a:r>
            <a:r>
              <a:rPr sz="2400" spc="-30" dirty="0">
                <a:solidFill>
                  <a:srgbClr val="C00000"/>
                </a:solidFill>
                <a:latin typeface="Arial" panose="020B0604020202020204" pitchFamily="34" charset="0"/>
                <a:ea typeface="Arial" panose="020B0604020202090204"/>
                <a:cs typeface="Arial" panose="020B0604020202020204" pitchFamily="34" charset="0"/>
                <a:sym typeface="+mn-ea"/>
              </a:rPr>
              <a:t>s</a:t>
            </a:r>
            <a:r>
              <a:rPr lang="en-US" sz="2400" spc="-30" dirty="0">
                <a:solidFill>
                  <a:srgbClr val="C00000"/>
                </a:solidFill>
                <a:latin typeface="Arial" panose="020B0604020202020204" pitchFamily="34" charset="0"/>
                <a:ea typeface="Arial" panose="020B0604020202090204"/>
                <a:cs typeface="Arial" panose="020B0604020202020204" pitchFamily="34" charset="0"/>
                <a:sym typeface="+mn-ea"/>
              </a:rPr>
              <a:t> </a:t>
            </a:r>
            <a:endParaRPr lang="en-US" altLang="en-US" sz="2400" dirty="0">
              <a:solidFill>
                <a:srgbClr val="C00000"/>
              </a:solidFill>
              <a:latin typeface="Arial" panose="020B0604020202020204" pitchFamily="34" charset="0"/>
              <a:cs typeface="Arial" panose="020B0604020202020204" pitchFamily="34" charset="0"/>
            </a:endParaRPr>
          </a:p>
          <a:p>
            <a:pPr marL="12700" indent="0" algn="l" rtl="0" eaLnBrk="0" fontAlgn="auto">
              <a:lnSpc>
                <a:spcPct val="100000"/>
              </a:lnSpc>
              <a:spcBef>
                <a:spcPts val="600"/>
              </a:spcBef>
            </a:pPr>
            <a:r>
              <a:rPr sz="2400" spc="-7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  Chief Programmers vs</a:t>
            </a:r>
            <a:r>
              <a:rPr lang="en-US" sz="2400" spc="-7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 </a:t>
            </a:r>
            <a:r>
              <a:rPr sz="2400" spc="-7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develope</a:t>
            </a:r>
            <a:r>
              <a:rPr sz="2400" spc="-5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r</a:t>
            </a:r>
            <a:r>
              <a:rPr sz="24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s</a:t>
            </a:r>
            <a:r>
              <a:rPr lang="en-US" sz="24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 </a:t>
            </a:r>
            <a:endParaRPr lang="en-US" altLang="en-US" sz="2400" dirty="0">
              <a:latin typeface="Arial" panose="020B0604020202020204" pitchFamily="34" charset="0"/>
              <a:cs typeface="Arial" panose="020B0604020202020204" pitchFamily="34" charset="0"/>
            </a:endParaRPr>
          </a:p>
          <a:p>
            <a:pPr marL="20955" indent="0" algn="l" rtl="0" eaLnBrk="0" fontAlgn="auto">
              <a:lnSpc>
                <a:spcPct val="100000"/>
              </a:lnSpc>
              <a:spcBef>
                <a:spcPts val="600"/>
              </a:spcBef>
            </a:pPr>
            <a:r>
              <a:rPr sz="2400" spc="-7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  </a:t>
            </a:r>
            <a:r>
              <a:rPr sz="2400" spc="-70" dirty="0">
                <a:solidFill>
                  <a:srgbClr val="C00000"/>
                </a:solidFill>
                <a:latin typeface="Arial" panose="020B0604020202020204" pitchFamily="34" charset="0"/>
                <a:ea typeface="Arial" panose="020B0604020202090204"/>
                <a:cs typeface="Arial" panose="020B0604020202020204" pitchFamily="34" charset="0"/>
                <a:sym typeface="+mn-ea"/>
              </a:rPr>
              <a:t>Design and code owned by indivi</a:t>
            </a:r>
            <a:r>
              <a:rPr sz="2400" dirty="0">
                <a:solidFill>
                  <a:srgbClr val="C00000"/>
                </a:solidFill>
                <a:latin typeface="Arial" panose="020B0604020202020204" pitchFamily="34" charset="0"/>
                <a:ea typeface="Arial" panose="020B0604020202090204"/>
                <a:cs typeface="Arial" panose="020B0604020202020204" pitchFamily="34" charset="0"/>
                <a:sym typeface="+mn-ea"/>
              </a:rPr>
              <a:t>duals</a:t>
            </a:r>
            <a:r>
              <a:rPr lang="en-US" sz="2400" dirty="0">
                <a:solidFill>
                  <a:srgbClr val="C00000"/>
                </a:solidFill>
                <a:latin typeface="Arial" panose="020B0604020202020204" pitchFamily="34" charset="0"/>
                <a:ea typeface="Arial" panose="020B0604020202090204"/>
                <a:cs typeface="Arial" panose="020B0604020202020204" pitchFamily="34" charset="0"/>
                <a:sym typeface="+mn-ea"/>
              </a:rPr>
              <a:t> </a:t>
            </a:r>
            <a:endParaRPr sz="2400" dirty="0">
              <a:solidFill>
                <a:srgbClr val="C00000"/>
              </a:solidFill>
              <a:latin typeface="Arial" panose="020B0604020202020204" pitchFamily="34" charset="0"/>
              <a:ea typeface="Arial" panose="020B0604020202090204"/>
              <a:cs typeface="Arial" panose="020B0604020202020204" pitchFamily="34" charset="0"/>
              <a:sym typeface="+mn-ea"/>
            </a:endParaRPr>
          </a:p>
          <a:p>
            <a:pPr marL="0" indent="0" algn="l" rtl="0" eaLnBrk="0" fontAlgn="auto">
              <a:lnSpc>
                <a:spcPct val="100000"/>
              </a:lnSpc>
              <a:spcBef>
                <a:spcPts val="600"/>
              </a:spcBef>
            </a:pPr>
            <a:r>
              <a:rPr sz="2400" spc="-5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  </a:t>
            </a:r>
            <a:r>
              <a:rPr sz="2400" spc="-50" dirty="0">
                <a:solidFill>
                  <a:srgbClr val="C00000"/>
                </a:solidFill>
                <a:latin typeface="Arial" panose="020B0604020202020204" pitchFamily="34" charset="0"/>
                <a:ea typeface="Arial" panose="020B0604020202090204"/>
                <a:cs typeface="Arial" panose="020B0604020202020204" pitchFamily="34" charset="0"/>
                <a:sym typeface="+mn-ea"/>
              </a:rPr>
              <a:t>Code inspections</a:t>
            </a:r>
            <a:r>
              <a:rPr sz="2400" spc="-5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/peer reviews instead of pair prog</a:t>
            </a:r>
            <a:r>
              <a:rPr sz="2400" spc="-3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r</a:t>
            </a:r>
            <a:r>
              <a:rPr sz="24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rPr>
              <a:t>amming</a:t>
            </a:r>
            <a:endParaRPr lang="en-US" sz="2400" dirty="0">
              <a:solidFill>
                <a:srgbClr val="000000">
                  <a:alpha val="100000"/>
                </a:srgbClr>
              </a:solidFill>
              <a:latin typeface="Arial" panose="020B0604020202020204" pitchFamily="34" charset="0"/>
              <a:ea typeface="Arial" panose="020B0604020202090204"/>
              <a:cs typeface="Arial" panose="020B0604020202020204" pitchFamily="34" charset="0"/>
              <a:sym typeface="+mn-ea"/>
            </a:endParaRPr>
          </a:p>
        </p:txBody>
      </p:sp>
      <p:sp>
        <p:nvSpPr>
          <p:cNvPr id="3" name="Slide Number Placeholder 2"/>
          <p:cNvSpPr>
            <a:spLocks noGrp="1"/>
          </p:cNvSpPr>
          <p:nvPr>
            <p:ph type="sldNum" sz="quarter" idx="12"/>
          </p:nvPr>
        </p:nvSpPr>
        <p:spPr/>
        <p:txBody>
          <a:bodyPr/>
          <a:lstStyle/>
          <a:p>
            <a:fld id="{4267CD5E-26CF-4249-8540-BB1D07FD4227}" type="slidenum">
              <a:rPr lang="en-US" smtClean="0"/>
              <a:t>56</a:t>
            </a:fld>
            <a:endParaRPr lang="en-US"/>
          </a:p>
        </p:txBody>
      </p:sp>
      <p:pic>
        <p:nvPicPr>
          <p:cNvPr id="228" name="picture 228"/>
          <p:cNvPicPr>
            <a:picLocks noChangeAspect="1"/>
          </p:cNvPicPr>
          <p:nvPr/>
        </p:nvPicPr>
        <p:blipFill>
          <a:blip r:embed="rId2"/>
          <a:stretch>
            <a:fillRect/>
          </a:stretch>
        </p:blipFill>
        <p:spPr>
          <a:xfrm rot="21600000">
            <a:off x="8964930" y="3346450"/>
            <a:ext cx="2390775" cy="1929765"/>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dirty="0">
                <a:solidFill>
                  <a:srgbClr val="000000">
                    <a:alpha val="100000"/>
                  </a:srgbClr>
                </a:solidFill>
                <a:latin typeface="Arial" panose="020B0604020202090204"/>
                <a:ea typeface="Arial" panose="020B0604020202090204"/>
                <a:cs typeface="Arial" panose="020B0604020202090204"/>
                <a:sym typeface="+mn-ea"/>
              </a:rPr>
              <a:t>Differences</a:t>
            </a:r>
            <a:r>
              <a:rPr spc="11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from</a:t>
            </a:r>
            <a:r>
              <a:rPr spc="11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other</a:t>
            </a:r>
            <a:r>
              <a:rPr spc="11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Agile</a:t>
            </a:r>
            <a:r>
              <a:rPr spc="110" dirty="0">
                <a:solidFill>
                  <a:srgbClr val="000000">
                    <a:alpha val="100000"/>
                  </a:srgbClr>
                </a:solidFill>
                <a:latin typeface="Arial" panose="020B0604020202090204"/>
                <a:ea typeface="Arial" panose="020B0604020202090204"/>
                <a:cs typeface="Arial" panose="020B0604020202090204"/>
                <a:sym typeface="+mn-ea"/>
              </a:rPr>
              <a:t> </a:t>
            </a:r>
            <a:r>
              <a:rPr dirty="0">
                <a:solidFill>
                  <a:srgbClr val="000000">
                    <a:alpha val="100000"/>
                  </a:srgbClr>
                </a:solidFill>
                <a:latin typeface="Arial" panose="020B0604020202090204"/>
                <a:ea typeface="Arial" panose="020B0604020202090204"/>
                <a:cs typeface="Arial" panose="020B0604020202090204"/>
                <a:sym typeface="+mn-ea"/>
              </a:rPr>
              <a:t>Methods</a:t>
            </a:r>
            <a:r>
              <a:rPr spc="80" dirty="0">
                <a:solidFill>
                  <a:srgbClr val="000000">
                    <a:alpha val="100000"/>
                  </a:srgbClr>
                </a:solidFill>
                <a:latin typeface="Arial" panose="020B0604020202090204"/>
                <a:ea typeface="Arial" panose="020B0604020202090204"/>
                <a:cs typeface="Arial" panose="020B0604020202090204"/>
                <a:sym typeface="+mn-ea"/>
              </a:rPr>
              <a:t>:</a:t>
            </a:r>
            <a:r>
              <a:rPr dirty="0">
                <a:solidFill>
                  <a:srgbClr val="000000">
                    <a:alpha val="100000"/>
                  </a:srgbClr>
                </a:solidFill>
                <a:latin typeface="Arial" panose="020B0604020202090204"/>
                <a:ea typeface="Arial" panose="020B0604020202090204"/>
                <a:cs typeface="Arial" panose="020B0604020202090204"/>
                <a:sym typeface="+mn-ea"/>
              </a:rPr>
              <a:t> </a:t>
            </a:r>
            <a:r>
              <a:rPr spc="-20" dirty="0">
                <a:solidFill>
                  <a:srgbClr val="000000">
                    <a:alpha val="100000"/>
                  </a:srgbClr>
                </a:solidFill>
                <a:latin typeface="Arial" panose="020B0604020202090204"/>
                <a:ea typeface="Arial" panose="020B0604020202090204"/>
                <a:cs typeface="Arial" panose="020B0604020202090204"/>
                <a:sym typeface="+mn-ea"/>
              </a:rPr>
              <a:t>Scheduling fea</a:t>
            </a:r>
            <a:r>
              <a:rPr spc="-10" dirty="0">
                <a:solidFill>
                  <a:srgbClr val="000000">
                    <a:alpha val="100000"/>
                  </a:srgbClr>
                </a:solidFill>
                <a:latin typeface="Arial" panose="020B0604020202090204"/>
                <a:ea typeface="Arial" panose="020B0604020202090204"/>
                <a:cs typeface="Arial" panose="020B0604020202090204"/>
                <a:sym typeface="+mn-ea"/>
              </a:rPr>
              <a:t>t</a:t>
            </a:r>
            <a:r>
              <a:rPr dirty="0">
                <a:solidFill>
                  <a:srgbClr val="000000">
                    <a:alpha val="100000"/>
                  </a:srgbClr>
                </a:solidFill>
                <a:latin typeface="Arial" panose="020B0604020202090204"/>
                <a:ea typeface="Arial" panose="020B0604020202090204"/>
                <a:cs typeface="Arial" panose="020B0604020202090204"/>
                <a:sym typeface="+mn-ea"/>
              </a:rPr>
              <a:t>ures</a:t>
            </a:r>
            <a:endParaRPr lang="en-US"/>
          </a:p>
        </p:txBody>
      </p:sp>
      <p:sp>
        <p:nvSpPr>
          <p:cNvPr id="2" name="Content Placeholder 1"/>
          <p:cNvSpPr>
            <a:spLocks noGrp="1"/>
          </p:cNvSpPr>
          <p:nvPr>
            <p:ph idx="1"/>
          </p:nvPr>
        </p:nvSpPr>
        <p:spPr>
          <a:xfrm>
            <a:off x="646430" y="1514475"/>
            <a:ext cx="10709275" cy="4348480"/>
          </a:xfrm>
        </p:spPr>
        <p:txBody>
          <a:bodyPr>
            <a:normAutofit/>
          </a:bodyPr>
          <a:lstStyle/>
          <a:p>
            <a:pPr algn="l" rtl="0" eaLnBrk="0">
              <a:lnSpc>
                <a:spcPct val="60000"/>
              </a:lnSpc>
            </a:pPr>
            <a:endParaRPr lang="en-US" altLang="en-US" sz="2400" dirty="0"/>
          </a:p>
          <a:p>
            <a:pPr marL="118110" algn="l" rtl="0" eaLnBrk="0">
              <a:lnSpc>
                <a:spcPct val="80000"/>
              </a:lnSpc>
              <a:spcBef>
                <a:spcPts val="700"/>
              </a:spcBef>
            </a:pPr>
            <a:r>
              <a:rPr sz="2400" spc="-70" dirty="0">
                <a:solidFill>
                  <a:srgbClr val="000000">
                    <a:alpha val="100000"/>
                  </a:srgbClr>
                </a:solidFill>
                <a:latin typeface="Arial" panose="020B0604020202090204"/>
                <a:ea typeface="Arial" panose="020B0604020202090204"/>
                <a:cs typeface="Arial" panose="020B0604020202090204"/>
                <a:sym typeface="+mn-ea"/>
              </a:rPr>
              <a:t>XP/Scru</a:t>
            </a:r>
            <a:r>
              <a:rPr sz="2400" spc="-50" dirty="0">
                <a:solidFill>
                  <a:srgbClr val="000000">
                    <a:alpha val="100000"/>
                  </a:srgbClr>
                </a:solidFill>
                <a:latin typeface="Arial" panose="020B0604020202090204"/>
                <a:ea typeface="Arial" panose="020B0604020202090204"/>
                <a:cs typeface="Arial" panose="020B0604020202090204"/>
                <a:sym typeface="+mn-ea"/>
              </a:rPr>
              <a:t>m</a:t>
            </a:r>
            <a:r>
              <a:rPr sz="2400" spc="-70" dirty="0">
                <a:solidFill>
                  <a:srgbClr val="000000">
                    <a:alpha val="100000"/>
                  </a:srgbClr>
                </a:solidFill>
                <a:latin typeface="Arial" panose="020B0604020202090204"/>
                <a:ea typeface="Arial" panose="020B0604020202090204"/>
                <a:cs typeface="Arial" panose="020B0604020202090204"/>
                <a:sym typeface="+mn-ea"/>
              </a:rPr>
              <a:t>:</a:t>
            </a:r>
          </a:p>
          <a:p>
            <a:pPr marL="575310" lvl="1" algn="l" rtl="0" eaLnBrk="0">
              <a:lnSpc>
                <a:spcPct val="80000"/>
              </a:lnSpc>
              <a:spcBef>
                <a:spcPts val="700"/>
              </a:spcBef>
            </a:pPr>
            <a:r>
              <a:rPr sz="2400" spc="-20" dirty="0">
                <a:solidFill>
                  <a:srgbClr val="000000">
                    <a:alpha val="100000"/>
                  </a:srgbClr>
                </a:solidFill>
                <a:latin typeface="Arial" panose="020B0604020202090204"/>
                <a:ea typeface="Arial" panose="020B0604020202090204"/>
                <a:cs typeface="Arial" panose="020B0604020202090204"/>
                <a:sym typeface="+mn-ea"/>
              </a:rPr>
              <a:t>Customer </a:t>
            </a:r>
            <a:r>
              <a:rPr lang="en-US" sz="2400" spc="-20" dirty="0">
                <a:solidFill>
                  <a:srgbClr val="000000">
                    <a:alpha val="100000"/>
                  </a:srgbClr>
                </a:solidFill>
                <a:latin typeface="Arial" panose="020B0604020202090204"/>
                <a:ea typeface="Arial" panose="020B0604020202090204"/>
                <a:cs typeface="Arial" panose="020B0604020202090204"/>
                <a:sym typeface="+mn-ea"/>
              </a:rPr>
              <a:t>adjusts</a:t>
            </a:r>
            <a:r>
              <a:rPr sz="2400" spc="-20" dirty="0">
                <a:solidFill>
                  <a:srgbClr val="000000">
                    <a:alpha val="100000"/>
                  </a:srgbClr>
                </a:solidFill>
                <a:latin typeface="Arial" panose="020B0604020202090204"/>
                <a:ea typeface="Arial" panose="020B0604020202090204"/>
                <a:cs typeface="Arial" panose="020B0604020202090204"/>
                <a:sym typeface="+mn-ea"/>
              </a:rPr>
              <a:t> priorities at beginning of each sprint/itera</a:t>
            </a:r>
            <a:r>
              <a:rPr sz="2400" spc="-10" dirty="0">
                <a:solidFill>
                  <a:srgbClr val="000000">
                    <a:alpha val="100000"/>
                  </a:srgbClr>
                </a:solidFill>
                <a:latin typeface="Arial" panose="020B0604020202090204"/>
                <a:ea typeface="Arial" panose="020B0604020202090204"/>
                <a:cs typeface="Arial" panose="020B0604020202090204"/>
                <a:sym typeface="+mn-ea"/>
              </a:rPr>
              <a:t>t</a:t>
            </a:r>
            <a:r>
              <a:rPr sz="2400" dirty="0">
                <a:solidFill>
                  <a:srgbClr val="000000">
                    <a:alpha val="100000"/>
                  </a:srgbClr>
                </a:solidFill>
                <a:latin typeface="Arial" panose="020B0604020202090204"/>
                <a:ea typeface="Arial" panose="020B0604020202090204"/>
                <a:cs typeface="Arial" panose="020B0604020202090204"/>
                <a:sym typeface="+mn-ea"/>
              </a:rPr>
              <a:t>ion</a:t>
            </a:r>
            <a:r>
              <a:rPr lang="en-US" sz="2400" dirty="0">
                <a:solidFill>
                  <a:srgbClr val="000000">
                    <a:alpha val="100000"/>
                  </a:srgbClr>
                </a:solidFill>
                <a:latin typeface="Arial" panose="020B0604020202090204"/>
                <a:ea typeface="Arial" panose="020B0604020202090204"/>
                <a:cs typeface="Arial" panose="020B0604020202090204"/>
                <a:sym typeface="+mn-ea"/>
              </a:rPr>
              <a:t> </a:t>
            </a:r>
            <a:endParaRPr sz="2400" spc="-80" dirty="0">
              <a:solidFill>
                <a:srgbClr val="000000">
                  <a:alpha val="100000"/>
                </a:srgbClr>
              </a:solidFill>
              <a:latin typeface="Arial" panose="020B0604020202090204"/>
              <a:ea typeface="Arial" panose="020B0604020202090204"/>
              <a:cs typeface="Arial" panose="020B0604020202090204"/>
              <a:sym typeface="+mn-ea"/>
            </a:endParaRPr>
          </a:p>
          <a:p>
            <a:pPr marL="12700" algn="l" rtl="0" eaLnBrk="0">
              <a:lnSpc>
                <a:spcPct val="80000"/>
              </a:lnSpc>
            </a:pPr>
            <a:r>
              <a:rPr sz="2400" spc="-80" dirty="0">
                <a:solidFill>
                  <a:srgbClr val="000000">
                    <a:alpha val="100000"/>
                  </a:srgbClr>
                </a:solidFill>
                <a:latin typeface="Arial" panose="020B0604020202090204"/>
                <a:ea typeface="Arial" panose="020B0604020202090204"/>
                <a:cs typeface="Arial" panose="020B0604020202090204"/>
                <a:sym typeface="+mn-ea"/>
              </a:rPr>
              <a:t>FD</a:t>
            </a:r>
            <a:r>
              <a:rPr sz="2400" spc="-60" dirty="0">
                <a:solidFill>
                  <a:srgbClr val="000000">
                    <a:alpha val="100000"/>
                  </a:srgbClr>
                </a:solidFill>
                <a:latin typeface="Arial" panose="020B0604020202090204"/>
                <a:ea typeface="Arial" panose="020B0604020202090204"/>
                <a:cs typeface="Arial" panose="020B0604020202090204"/>
                <a:sym typeface="+mn-ea"/>
              </a:rPr>
              <a:t>D</a:t>
            </a:r>
            <a:r>
              <a:rPr sz="2400" spc="-80" dirty="0">
                <a:solidFill>
                  <a:srgbClr val="000000">
                    <a:alpha val="100000"/>
                  </a:srgbClr>
                </a:solidFill>
                <a:latin typeface="Arial" panose="020B0604020202090204"/>
                <a:ea typeface="Arial" panose="020B0604020202090204"/>
                <a:cs typeface="Arial" panose="020B0604020202090204"/>
                <a:sym typeface="+mn-ea"/>
              </a:rPr>
              <a:t>:</a:t>
            </a:r>
          </a:p>
          <a:p>
            <a:pPr marL="469900" lvl="1" algn="l" rtl="0" eaLnBrk="0">
              <a:lnSpc>
                <a:spcPct val="80000"/>
              </a:lnSpc>
            </a:pPr>
            <a:r>
              <a:rPr sz="2400" spc="-30" dirty="0">
                <a:solidFill>
                  <a:srgbClr val="000000">
                    <a:alpha val="100000"/>
                  </a:srgbClr>
                </a:solidFill>
                <a:latin typeface="Arial" panose="020B0604020202090204"/>
                <a:ea typeface="Arial" panose="020B0604020202090204"/>
                <a:cs typeface="Arial" panose="020B0604020202090204"/>
                <a:sym typeface="+mn-ea"/>
              </a:rPr>
              <a:t>Customer’s overall priorities a</a:t>
            </a:r>
            <a:r>
              <a:rPr sz="2400" dirty="0">
                <a:solidFill>
                  <a:srgbClr val="000000">
                    <a:alpha val="100000"/>
                  </a:srgbClr>
                </a:solidFill>
                <a:latin typeface="Arial" panose="020B0604020202090204"/>
                <a:ea typeface="Arial" panose="020B0604020202090204"/>
                <a:cs typeface="Arial" panose="020B0604020202090204"/>
                <a:sym typeface="+mn-ea"/>
              </a:rPr>
              <a:t>re</a:t>
            </a:r>
            <a:r>
              <a:rPr sz="2400" spc="-3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set</a:t>
            </a:r>
            <a:r>
              <a:rPr sz="2400" spc="-3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early</a:t>
            </a:r>
            <a:r>
              <a:rPr lang="en-US" sz="240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         </a:t>
            </a:r>
          </a:p>
          <a:p>
            <a:pPr marL="469900" lvl="1" algn="l" rtl="0" eaLnBrk="0">
              <a:lnSpc>
                <a:spcPct val="80000"/>
              </a:lnSpc>
            </a:pPr>
            <a:r>
              <a:rPr sz="2400" i="1" spc="-40" dirty="0">
                <a:solidFill>
                  <a:srgbClr val="000000">
                    <a:alpha val="100000"/>
                  </a:srgbClr>
                </a:solidFill>
                <a:latin typeface="Arial" panose="020B0604020202090204"/>
                <a:ea typeface="Arial" panose="020B0604020202090204"/>
                <a:cs typeface="Arial" panose="020B0604020202090204"/>
                <a:sym typeface="+mn-ea"/>
              </a:rPr>
              <a:t>Business</a:t>
            </a:r>
            <a:r>
              <a:rPr sz="2400" spc="-40" dirty="0">
                <a:solidFill>
                  <a:srgbClr val="000000">
                    <a:alpha val="100000"/>
                  </a:srgbClr>
                </a:solidFill>
                <a:latin typeface="Arial" panose="020B0604020202090204"/>
                <a:ea typeface="Arial" panose="020B0604020202090204"/>
                <a:cs typeface="Arial" panose="020B0604020202090204"/>
                <a:sym typeface="+mn-ea"/>
              </a:rPr>
              <a:t> </a:t>
            </a:r>
            <a:r>
              <a:rPr sz="2400" i="1" spc="-40" dirty="0">
                <a:solidFill>
                  <a:srgbClr val="000000">
                    <a:alpha val="100000"/>
                  </a:srgbClr>
                </a:solidFill>
                <a:latin typeface="Arial" panose="020B0604020202090204"/>
                <a:ea typeface="Arial" panose="020B0604020202090204"/>
                <a:cs typeface="Arial" panose="020B0604020202090204"/>
                <a:sym typeface="+mn-ea"/>
              </a:rPr>
              <a:t>activities</a:t>
            </a:r>
            <a:r>
              <a:rPr sz="2400" spc="-40" dirty="0">
                <a:solidFill>
                  <a:srgbClr val="000000">
                    <a:alpha val="100000"/>
                  </a:srgbClr>
                </a:solidFill>
                <a:latin typeface="Arial" panose="020B0604020202090204"/>
                <a:ea typeface="Arial" panose="020B0604020202090204"/>
                <a:cs typeface="Arial" panose="020B0604020202090204"/>
                <a:sym typeface="+mn-ea"/>
              </a:rPr>
              <a:t> are scheduled by the cus</a:t>
            </a:r>
            <a:r>
              <a:rPr sz="2400" dirty="0">
                <a:solidFill>
                  <a:srgbClr val="000000">
                    <a:alpha val="100000"/>
                  </a:srgbClr>
                </a:solidFill>
                <a:latin typeface="Arial" panose="020B0604020202090204"/>
                <a:ea typeface="Arial" panose="020B0604020202090204"/>
                <a:cs typeface="Arial" panose="020B0604020202090204"/>
                <a:sym typeface="+mn-ea"/>
              </a:rPr>
              <a:t>tomer</a:t>
            </a:r>
            <a:r>
              <a:rPr lang="en-US" sz="2400" dirty="0">
                <a:solidFill>
                  <a:srgbClr val="000000">
                    <a:alpha val="100000"/>
                  </a:srgbClr>
                </a:solidFill>
                <a:latin typeface="Arial" panose="020B0604020202090204"/>
                <a:ea typeface="Arial" panose="020B0604020202090204"/>
                <a:cs typeface="Arial" panose="020B0604020202090204"/>
                <a:sym typeface="+mn-ea"/>
              </a:rPr>
              <a:t> </a:t>
            </a:r>
            <a:endParaRPr sz="2400" dirty="0">
              <a:solidFill>
                <a:srgbClr val="000000">
                  <a:alpha val="100000"/>
                </a:srgbClr>
              </a:solidFill>
              <a:latin typeface="Arial" panose="020B0604020202090204"/>
              <a:ea typeface="Arial" panose="020B0604020202090204"/>
              <a:cs typeface="Arial" panose="020B0604020202090204"/>
              <a:sym typeface="+mn-ea"/>
            </a:endParaRPr>
          </a:p>
          <a:p>
            <a:pPr marL="927100" lvl="2" algn="l" rtl="0" eaLnBrk="0">
              <a:lnSpc>
                <a:spcPct val="80000"/>
              </a:lnSpc>
            </a:pPr>
            <a:r>
              <a:rPr sz="2130" spc="-50" dirty="0">
                <a:solidFill>
                  <a:srgbClr val="000000">
                    <a:alpha val="100000"/>
                  </a:srgbClr>
                </a:solidFill>
                <a:latin typeface="Arial" panose="020B0604020202090204"/>
                <a:ea typeface="Arial" panose="020B0604020202090204"/>
                <a:cs typeface="Arial" panose="020B0604020202090204"/>
                <a:sym typeface="+mn-ea"/>
              </a:rPr>
              <a:t>Scheduled at month/year gran</a:t>
            </a:r>
            <a:r>
              <a:rPr sz="2130" spc="-30" dirty="0">
                <a:solidFill>
                  <a:srgbClr val="000000">
                    <a:alpha val="100000"/>
                  </a:srgbClr>
                </a:solidFill>
                <a:latin typeface="Arial" panose="020B0604020202090204"/>
                <a:ea typeface="Arial" panose="020B0604020202090204"/>
                <a:cs typeface="Arial" panose="020B0604020202090204"/>
                <a:sym typeface="+mn-ea"/>
              </a:rPr>
              <a:t>u</a:t>
            </a:r>
            <a:r>
              <a:rPr sz="2130" dirty="0">
                <a:solidFill>
                  <a:srgbClr val="000000">
                    <a:alpha val="100000"/>
                  </a:srgbClr>
                </a:solidFill>
                <a:latin typeface="Arial" panose="020B0604020202090204"/>
                <a:ea typeface="Arial" panose="020B0604020202090204"/>
                <a:cs typeface="Arial" panose="020B0604020202090204"/>
                <a:sym typeface="+mn-ea"/>
              </a:rPr>
              <a:t>larity</a:t>
            </a:r>
            <a:r>
              <a:rPr lang="en-US" sz="2130" dirty="0">
                <a:solidFill>
                  <a:srgbClr val="000000">
                    <a:alpha val="100000"/>
                  </a:srgbClr>
                </a:solidFill>
                <a:latin typeface="Arial" panose="020B0604020202090204"/>
                <a:ea typeface="Arial" panose="020B0604020202090204"/>
                <a:cs typeface="Arial" panose="020B0604020202090204"/>
                <a:sym typeface="+mn-ea"/>
              </a:rPr>
              <a:t> </a:t>
            </a:r>
            <a:r>
              <a:rPr sz="2130" dirty="0">
                <a:solidFill>
                  <a:srgbClr val="000000">
                    <a:alpha val="100000"/>
                  </a:srgbClr>
                </a:solidFill>
                <a:latin typeface="Arial" panose="020B0604020202090204"/>
                <a:ea typeface="Arial" panose="020B0604020202090204"/>
                <a:cs typeface="Arial" panose="020B0604020202090204"/>
                <a:sym typeface="+mn-ea"/>
              </a:rPr>
              <a:t>                  </a:t>
            </a:r>
          </a:p>
          <a:p>
            <a:pPr marL="469900" lvl="1" algn="l" rtl="0" eaLnBrk="0">
              <a:lnSpc>
                <a:spcPct val="80000"/>
              </a:lnSpc>
            </a:pPr>
            <a:r>
              <a:rPr sz="2400" i="1" spc="-30" dirty="0">
                <a:solidFill>
                  <a:srgbClr val="000000">
                    <a:alpha val="100000"/>
                  </a:srgbClr>
                </a:solidFill>
                <a:latin typeface="Arial" panose="020B0604020202090204"/>
                <a:ea typeface="Arial" panose="020B0604020202090204"/>
                <a:cs typeface="Arial" panose="020B0604020202090204"/>
                <a:sym typeface="+mn-ea"/>
              </a:rPr>
              <a:t>Features</a:t>
            </a:r>
            <a:r>
              <a:rPr sz="2400" spc="-30" dirty="0">
                <a:solidFill>
                  <a:srgbClr val="000000">
                    <a:alpha val="100000"/>
                  </a:srgbClr>
                </a:solidFill>
                <a:latin typeface="Arial" panose="020B0604020202090204"/>
                <a:ea typeface="Arial" panose="020B0604020202090204"/>
                <a:cs typeface="Arial" panose="020B0604020202090204"/>
                <a:sym typeface="+mn-ea"/>
              </a:rPr>
              <a:t> are scheduled by the techn</a:t>
            </a:r>
            <a:r>
              <a:rPr sz="2400" spc="-10" dirty="0">
                <a:solidFill>
                  <a:srgbClr val="000000">
                    <a:alpha val="100000"/>
                  </a:srgbClr>
                </a:solidFill>
                <a:latin typeface="Arial" panose="020B0604020202090204"/>
                <a:ea typeface="Arial" panose="020B0604020202090204"/>
                <a:cs typeface="Arial" panose="020B0604020202090204"/>
                <a:sym typeface="+mn-ea"/>
              </a:rPr>
              <a:t>i</a:t>
            </a:r>
            <a:r>
              <a:rPr sz="2400" dirty="0">
                <a:solidFill>
                  <a:srgbClr val="000000">
                    <a:alpha val="100000"/>
                  </a:srgbClr>
                </a:solidFill>
                <a:latin typeface="Arial" panose="020B0604020202090204"/>
                <a:ea typeface="Arial" panose="020B0604020202090204"/>
                <a:cs typeface="Arial" panose="020B0604020202090204"/>
                <a:sym typeface="+mn-ea"/>
              </a:rPr>
              <a:t>cal</a:t>
            </a:r>
            <a:r>
              <a:rPr sz="2400" spc="-30" dirty="0">
                <a:solidFill>
                  <a:srgbClr val="000000">
                    <a:alpha val="100000"/>
                  </a:srgbClr>
                </a:solidFill>
                <a:latin typeface="Arial" panose="020B0604020202090204"/>
                <a:ea typeface="Arial" panose="020B0604020202090204"/>
                <a:cs typeface="Arial" panose="020B0604020202090204"/>
                <a:sym typeface="+mn-ea"/>
              </a:rPr>
              <a:t> </a:t>
            </a:r>
            <a:r>
              <a:rPr sz="2400" dirty="0">
                <a:solidFill>
                  <a:srgbClr val="000000">
                    <a:alpha val="100000"/>
                  </a:srgbClr>
                </a:solidFill>
                <a:latin typeface="Arial" panose="020B0604020202090204"/>
                <a:ea typeface="Arial" panose="020B0604020202090204"/>
                <a:cs typeface="Arial" panose="020B0604020202090204"/>
                <a:sym typeface="+mn-ea"/>
              </a:rPr>
              <a:t>team</a:t>
            </a:r>
            <a:r>
              <a:rPr lang="en-US" sz="2400" dirty="0">
                <a:solidFill>
                  <a:srgbClr val="000000">
                    <a:alpha val="100000"/>
                  </a:srgbClr>
                </a:solidFill>
                <a:latin typeface="Arial" panose="020B0604020202090204"/>
                <a:ea typeface="Arial" panose="020B0604020202090204"/>
                <a:cs typeface="Arial" panose="020B0604020202090204"/>
                <a:sym typeface="+mn-ea"/>
              </a:rPr>
              <a:t> </a:t>
            </a:r>
            <a:endParaRPr lang="en-US" altLang="en-US" sz="2400" dirty="0"/>
          </a:p>
          <a:p>
            <a:pPr marL="588010" algn="l" rtl="0" eaLnBrk="0">
              <a:lnSpc>
                <a:spcPts val="2640"/>
              </a:lnSpc>
              <a:spcBef>
                <a:spcPts val="5"/>
              </a:spcBef>
            </a:pPr>
            <a:endParaRPr lang="en-US" altLang="en-US" sz="2400" dirty="0"/>
          </a:p>
          <a:p>
            <a:endParaRPr lang="en-US" sz="2400" dirty="0"/>
          </a:p>
        </p:txBody>
      </p:sp>
      <p:sp>
        <p:nvSpPr>
          <p:cNvPr id="3" name="Slide Number Placeholder 2"/>
          <p:cNvSpPr>
            <a:spLocks noGrp="1"/>
          </p:cNvSpPr>
          <p:nvPr>
            <p:ph type="sldNum" sz="quarter" idx="12"/>
          </p:nvPr>
        </p:nvSpPr>
        <p:spPr/>
        <p:txBody>
          <a:bodyPr/>
          <a:lstStyle/>
          <a:p>
            <a:fld id="{4267CD5E-26CF-4249-8540-BB1D07FD4227}" type="slidenum">
              <a:rPr lang="en-US" smtClean="0"/>
              <a:t>57</a:t>
            </a:fld>
            <a:endParaRPr lang="en-US"/>
          </a:p>
        </p:txBody>
      </p:sp>
      <p:pic>
        <p:nvPicPr>
          <p:cNvPr id="238" name="picture 238"/>
          <p:cNvPicPr>
            <a:picLocks noChangeAspect="1"/>
          </p:cNvPicPr>
          <p:nvPr/>
        </p:nvPicPr>
        <p:blipFill>
          <a:blip r:embed="rId2"/>
          <a:stretch>
            <a:fillRect/>
          </a:stretch>
        </p:blipFill>
        <p:spPr>
          <a:xfrm rot="21600000">
            <a:off x="8537374" y="2816225"/>
            <a:ext cx="2477135" cy="1998980"/>
          </a:xfrm>
          <a:prstGeom prst="rect">
            <a:avLst/>
          </a:prstGeom>
        </p:spPr>
      </p:pic>
      <p:pic>
        <p:nvPicPr>
          <p:cNvPr id="6" name="Picture 5" descr="Table&#10;&#10;Description automatically generated">
            <a:extLst>
              <a:ext uri="{FF2B5EF4-FFF2-40B4-BE49-F238E27FC236}">
                <a16:creationId xmlns:a16="http://schemas.microsoft.com/office/drawing/2014/main" id="{4C613FCB-E0E7-BB58-7190-85C69281E00D}"/>
              </a:ext>
            </a:extLst>
          </p:cNvPr>
          <p:cNvPicPr>
            <a:picLocks noChangeAspect="1"/>
          </p:cNvPicPr>
          <p:nvPr/>
        </p:nvPicPr>
        <p:blipFill>
          <a:blip r:embed="rId3"/>
          <a:stretch>
            <a:fillRect/>
          </a:stretch>
        </p:blipFill>
        <p:spPr>
          <a:xfrm>
            <a:off x="2416057" y="4559643"/>
            <a:ext cx="3593353" cy="1755843"/>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7312aa8b-5070-43ea-93f5-4f5a71760b04}"/>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cc20a58b-bb2b-4407-885f-7ea354eb5302}"/>
</p:tagLst>
</file>

<file path=ppt/theme/theme1.xml><?xml version="1.0" encoding="utf-8"?>
<a:theme xmlns:a="http://schemas.openxmlformats.org/drawingml/2006/main" name="Office Theme">
  <a:themeElements>
    <a:clrScheme name="Stevens">
      <a:dk1>
        <a:srgbClr val="363D45"/>
      </a:dk1>
      <a:lt1>
        <a:srgbClr val="FFFFFF"/>
      </a:lt1>
      <a:dk2>
        <a:srgbClr val="00427F"/>
      </a:dk2>
      <a:lt2>
        <a:srgbClr val="E3E5E6"/>
      </a:lt2>
      <a:accent1>
        <a:srgbClr val="A32537"/>
      </a:accent1>
      <a:accent2>
        <a:srgbClr val="4895CF"/>
      </a:accent2>
      <a:accent3>
        <a:srgbClr val="EBC73A"/>
      </a:accent3>
      <a:accent4>
        <a:srgbClr val="E6832E"/>
      </a:accent4>
      <a:accent5>
        <a:srgbClr val="E7F2FB"/>
      </a:accent5>
      <a:accent6>
        <a:srgbClr val="FFF2E8"/>
      </a:accent6>
      <a:hlink>
        <a:srgbClr val="0000FF"/>
      </a:hlink>
      <a:folHlink>
        <a:srgbClr val="80008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3687</TotalTime>
  <Words>4295</Words>
  <Application>Microsoft Office PowerPoint</Application>
  <PresentationFormat>Widescreen</PresentationFormat>
  <Paragraphs>614</Paragraphs>
  <Slides>58</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58</vt:i4>
      </vt:variant>
    </vt:vector>
  </HeadingPairs>
  <TitlesOfParts>
    <vt:vector size="70" baseType="lpstr">
      <vt:lpstr>Arial</vt:lpstr>
      <vt:lpstr>Arial Bold</vt:lpstr>
      <vt:lpstr>Calibri</vt:lpstr>
      <vt:lpstr>Helvetica</vt:lpstr>
      <vt:lpstr>IBM Plex Sans</vt:lpstr>
      <vt:lpstr>IBM Plex Sans Light</vt:lpstr>
      <vt:lpstr>IBM Plex Sans SemiBold</vt:lpstr>
      <vt:lpstr>Saira Condensed Condensed Light</vt:lpstr>
      <vt:lpstr>Saira Condensed Condensed SemiBold</vt:lpstr>
      <vt:lpstr>System Font Regular</vt:lpstr>
      <vt:lpstr>Wingdings</vt:lpstr>
      <vt:lpstr>Office Theme</vt:lpstr>
      <vt:lpstr>SSW-555: Agile Methods for Software Development</vt:lpstr>
      <vt:lpstr>Today's topic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FDD? </vt:lpstr>
      <vt:lpstr>What is COCOMO?</vt:lpstr>
      <vt:lpstr>Motivation: Some Cocomo estimates</vt:lpstr>
      <vt:lpstr>Motivation: Some Cocomo estimates</vt:lpstr>
      <vt:lpstr>Agile Manifesto (2001)</vt:lpstr>
      <vt:lpstr>FDD’s view on the Agile Manifesto </vt:lpstr>
      <vt:lpstr>FDD’s view on the Agile Manifesto </vt:lpstr>
      <vt:lpstr>FDD’s view on the Agile Manifesto </vt:lpstr>
      <vt:lpstr>FDD’s view on the Agile Manifesto </vt:lpstr>
      <vt:lpstr>FDD’s view on Process</vt:lpstr>
      <vt:lpstr>FDD’s view on Process</vt:lpstr>
      <vt:lpstr>FDD’s view on Process</vt:lpstr>
      <vt:lpstr>FDD’s view on Process</vt:lpstr>
      <vt:lpstr>FDD’s view on Process</vt:lpstr>
      <vt:lpstr>FDD’s view on Process</vt:lpstr>
      <vt:lpstr>FDD Origins </vt:lpstr>
      <vt:lpstr>FDD Origins </vt:lpstr>
      <vt:lpstr>Singapore Project</vt:lpstr>
      <vt:lpstr>Singapore Project</vt:lpstr>
      <vt:lpstr>FDD Features</vt:lpstr>
      <vt:lpstr>Roles in FDD</vt:lpstr>
      <vt:lpstr>Teams also require … </vt:lpstr>
      <vt:lpstr>The 5 FDD Processes </vt:lpstr>
      <vt:lpstr>General effort guidelines</vt:lpstr>
      <vt:lpstr>Process 1: Develop an Overall Model</vt:lpstr>
      <vt:lpstr>Process 2: Build a Features List</vt:lpstr>
      <vt:lpstr>Process 3: Plan by Feature</vt:lpstr>
      <vt:lpstr>Process 4: Design by Feature</vt:lpstr>
      <vt:lpstr>Process 5: Build by Feature</vt:lpstr>
      <vt:lpstr>FDD Practices</vt:lpstr>
      <vt:lpstr>Domain object modeling</vt:lpstr>
      <vt:lpstr>Developing by feature</vt:lpstr>
      <vt:lpstr>Individual class/code ownership</vt:lpstr>
      <vt:lpstr>Feature Teams</vt:lpstr>
      <vt:lpstr>Inspections</vt:lpstr>
      <vt:lpstr>Regular builds</vt:lpstr>
      <vt:lpstr>Configuration management</vt:lpstr>
      <vt:lpstr>Reporting/visibility of results</vt:lpstr>
      <vt:lpstr>Track by feature</vt:lpstr>
      <vt:lpstr>Feature set level --- Parking Lot Chart       </vt:lpstr>
      <vt:lpstr>Burn up graph</vt:lpstr>
      <vt:lpstr>Burn up graph</vt:lpstr>
      <vt:lpstr>Burn up graph</vt:lpstr>
      <vt:lpstr>Similarities to other Agile Methods</vt:lpstr>
      <vt:lpstr>Differences from other Agile Methods</vt:lpstr>
      <vt:lpstr>Differences from other Agile Methods: Scheduling features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LOREM IPSUM DOLOR</dc:title>
  <dc:creator>Ivan Caro</dc:creator>
  <cp:lastModifiedBy>Nafiseh Ghorbani Renani</cp:lastModifiedBy>
  <cp:revision>335</cp:revision>
  <cp:lastPrinted>2023-04-06T21:24:51Z</cp:lastPrinted>
  <dcterms:created xsi:type="dcterms:W3CDTF">2022-11-22T06:01:35Z</dcterms:created>
  <dcterms:modified xsi:type="dcterms:W3CDTF">2026-04-02T20:41:03Z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1033-3.1.2.5330</vt:lpwstr>
  </property>
  <property fmtid="{D5CDD505-2E9C-101B-9397-08002B2CF9AE}" pid="3" name="MSIP_Label_a73fd474-4f3c-44ed-88fb-5cc4bd2471bf_Enabled">
    <vt:lpwstr>true</vt:lpwstr>
  </property>
  <property fmtid="{D5CDD505-2E9C-101B-9397-08002B2CF9AE}" pid="4" name="MSIP_Label_a73fd474-4f3c-44ed-88fb-5cc4bd2471bf_SetDate">
    <vt:lpwstr>2023-03-26T02:15:12Z</vt:lpwstr>
  </property>
  <property fmtid="{D5CDD505-2E9C-101B-9397-08002B2CF9AE}" pid="5" name="MSIP_Label_a73fd474-4f3c-44ed-88fb-5cc4bd2471bf_Method">
    <vt:lpwstr>Standard</vt:lpwstr>
  </property>
  <property fmtid="{D5CDD505-2E9C-101B-9397-08002B2CF9AE}" pid="6" name="MSIP_Label_a73fd474-4f3c-44ed-88fb-5cc4bd2471bf_Name">
    <vt:lpwstr>defa4170-0d19-0005-0004-bc88714345d2</vt:lpwstr>
  </property>
  <property fmtid="{D5CDD505-2E9C-101B-9397-08002B2CF9AE}" pid="7" name="MSIP_Label_a73fd474-4f3c-44ed-88fb-5cc4bd2471bf_SiteId">
    <vt:lpwstr>8d1a69ec-03b5-4345-ae21-dad112f5fb4f</vt:lpwstr>
  </property>
  <property fmtid="{D5CDD505-2E9C-101B-9397-08002B2CF9AE}" pid="8" name="MSIP_Label_a73fd474-4f3c-44ed-88fb-5cc4bd2471bf_ActionId">
    <vt:lpwstr>96a689e8-07fa-4b6b-96cc-0fbdf8c6150a</vt:lpwstr>
  </property>
  <property fmtid="{D5CDD505-2E9C-101B-9397-08002B2CF9AE}" pid="9" name="MSIP_Label_a73fd474-4f3c-44ed-88fb-5cc4bd2471bf_ContentBits">
    <vt:lpwstr>0</vt:lpwstr>
  </property>
</Properties>
</file>